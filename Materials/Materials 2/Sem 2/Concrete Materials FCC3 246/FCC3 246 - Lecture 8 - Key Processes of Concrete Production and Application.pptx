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10.xml" ContentType="application/vnd.openxmlformats-officedocument.presentationml.slideMaster+xml"/>
  <Override PartName="/ppt/slideMasters/slideMaster9.xml" ContentType="application/vnd.openxmlformats-officedocument.presentationml.slideMaster+xml"/>
  <Override PartName="/ppt/slideMasters/slideMaster8.xml" ContentType="application/vnd.openxmlformats-officedocument.presentationml.slideMaster+xml"/>
  <Override PartName="/ppt/slideMasters/slideMaster7.xml" ContentType="application/vnd.openxmlformats-officedocument.presentationml.slideMaster+xml"/>
  <Override PartName="/ppt/slideMasters/slideMaster6.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18.xml" ContentType="application/vnd.openxmlformats-officedocument.presentationml.slideMaster+xml"/>
  <Override PartName="/ppt/slideMasters/slideMaster17.xml" ContentType="application/vnd.openxmlformats-officedocument.presentationml.slideMaster+xml"/>
  <Override PartName="/ppt/slideMasters/slideMaster5.xml" ContentType="application/vnd.openxmlformats-officedocument.presentationml.slideMaster+xml"/>
  <Override PartName="/ppt/slideMasters/slideMaster16.xml" ContentType="application/vnd.openxmlformats-officedocument.presentationml.slideMaster+xml"/>
  <Override PartName="/ppt/slideMasters/slideMaster4.xml" ContentType="application/vnd.openxmlformats-officedocument.presentationml.slideMaster+xml"/>
  <Override PartName="/ppt/slideMasters/slideMaster15.xml" ContentType="application/vnd.openxmlformats-officedocument.presentationml.slideMaster+xml"/>
  <Override PartName="/ppt/slideMasters/slideMaster3.xml" ContentType="application/vnd.openxmlformats-officedocument.presentationml.slideMaster+xml"/>
  <Override PartName="/ppt/slideMasters/_rels/slideMaster5.xml.rels" ContentType="application/vnd.openxmlformats-package.relationships+xml"/>
  <Override PartName="/ppt/slideMasters/_rels/slideMaster16.xml.rels" ContentType="application/vnd.openxmlformats-package.relationships+xml"/>
  <Override PartName="/ppt/slideMasters/_rels/slideMaster4.xml.rels" ContentType="application/vnd.openxmlformats-package.relationships+xml"/>
  <Override PartName="/ppt/slideMasters/_rels/slideMaster15.xml.rels" ContentType="application/vnd.openxmlformats-package.relationships+xml"/>
  <Override PartName="/ppt/slideMasters/_rels/slideMaster3.xml.rels" ContentType="application/vnd.openxmlformats-package.relationships+xml"/>
  <Override PartName="/ppt/slideMasters/_rels/slideMaster14.xml.rels" ContentType="application/vnd.openxmlformats-package.relationships+xml"/>
  <Override PartName="/ppt/slideMasters/_rels/slideMaster11.xml.rels" ContentType="application/vnd.openxmlformats-package.relationships+xml"/>
  <Override PartName="/ppt/slideMasters/_rels/slideMaster10.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19.xml.rels" ContentType="application/vnd.openxmlformats-package.relationships+xml"/>
  <Override PartName="/ppt/slideMasters/_rels/slideMaster13.xml.rels" ContentType="application/vnd.openxmlformats-package.relationships+xml"/>
  <Override PartName="/ppt/slideMasters/_rels/slideMaster2.xml.rels" ContentType="application/vnd.openxmlformats-package.relationships+xml"/>
  <Override PartName="/ppt/slideMasters/_rels/slideMaster7.xml.rels" ContentType="application/vnd.openxmlformats-package.relationships+xml"/>
  <Override PartName="/ppt/slideMasters/_rels/slideMaster20.xml.rels" ContentType="application/vnd.openxmlformats-package.relationships+xml"/>
  <Override PartName="/ppt/slideMasters/_rels/slideMaster18.xml.rels" ContentType="application/vnd.openxmlformats-package.relationships+xml"/>
  <Override PartName="/ppt/slideMasters/_rels/slideMaster6.xml.rels" ContentType="application/vnd.openxmlformats-package.relationships+xml"/>
  <Override PartName="/ppt/slideMasters/_rels/slideMaster17.xml.rels" ContentType="application/vnd.openxmlformats-package.relationships+xml"/>
  <Override PartName="/ppt/slideMasters/_rels/slideMaster12.xml.rels" ContentType="application/vnd.openxmlformats-package.relationships+xml"/>
  <Override PartName="/ppt/slideMasters/_rels/slideMaster1.xml.rels" ContentType="application/vnd.openxmlformats-package.relationships+xml"/>
  <Override PartName="/ppt/slideMasters/slideMaster14.xml" ContentType="application/vnd.openxmlformats-officedocument.presentationml.slideMaster+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slideMasters/slideMaster13.xml" ContentType="application/vnd.openxmlformats-officedocument.presentationml.slideMaster+xml"/>
  <Override PartName="/ppt/presProps.xml" ContentType="application/vnd.openxmlformats-officedocument.presentationml.presProps+xml"/>
  <Override PartName="/ppt/theme/theme10.xml" ContentType="application/vnd.openxmlformats-officedocument.theme+xml"/>
  <Override PartName="/ppt/theme/theme9.xml" ContentType="application/vnd.openxmlformats-officedocument.theme+xml"/>
  <Override PartName="/ppt/theme/theme8.xml" ContentType="application/vnd.openxmlformats-officedocument.theme+xml"/>
  <Override PartName="/ppt/theme/theme7.xml" ContentType="application/vnd.openxmlformats-officedocument.theme+xml"/>
  <Override PartName="/ppt/theme/theme6.xml" ContentType="application/vnd.openxmlformats-officedocument.theme+xml"/>
  <Override PartName="/ppt/theme/theme5.xml" ContentType="application/vnd.openxmlformats-officedocument.theme+xml"/>
  <Override PartName="/ppt/theme/theme4.xml" ContentType="application/vnd.openxmlformats-officedocument.theme+xml"/>
  <Override PartName="/ppt/theme/theme19.xml" ContentType="application/vnd.openxmlformats-officedocument.theme+xml"/>
  <Override PartName="/ppt/theme/theme20.xml" ContentType="application/vnd.openxmlformats-officedocument.theme+xml"/>
  <Override PartName="/ppt/theme/theme18.xml" ContentType="application/vnd.openxmlformats-officedocument.theme+xml"/>
  <Override PartName="/ppt/theme/theme17.xml" ContentType="application/vnd.openxmlformats-officedocument.theme+xml"/>
  <Override PartName="/ppt/theme/theme16.xml" ContentType="application/vnd.openxmlformats-officedocument.theme+xml"/>
  <Override PartName="/ppt/theme/theme15.xml" ContentType="application/vnd.openxmlformats-officedocument.theme+xml"/>
  <Override PartName="/ppt/theme/theme14.xml" ContentType="application/vnd.openxmlformats-officedocument.theme+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13.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19.xml" ContentType="application/vnd.openxmlformats-officedocument.presentationml.slideLayout+xml"/>
  <Override PartName="/ppt/slideLayouts/slideLayout1.xml" ContentType="application/vnd.openxmlformats-officedocument.presentationml.slideLayout+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_rels/slideLayout19.xml.rels" ContentType="application/vnd.openxmlformats-package.relationships+xml"/>
  <Override PartName="/ppt/slideLayouts/_rels/slideLayout9.xml.rels" ContentType="application/vnd.openxmlformats-package.relationships+xml"/>
  <Override PartName="/ppt/slideLayouts/_rels/slideLayout17.xml.rels" ContentType="application/vnd.openxmlformats-package.relationships+xml"/>
  <Override PartName="/ppt/slideLayouts/_rels/slideLayout13.xml.rels" ContentType="application/vnd.openxmlformats-package.relationships+xml"/>
  <Override PartName="/ppt/slideLayouts/_rels/slideLayout8.xml.rels" ContentType="application/vnd.openxmlformats-package.relationships+xml"/>
  <Override PartName="/ppt/slideLayouts/_rels/slideLayout16.xml.rels" ContentType="application/vnd.openxmlformats-package.relationships+xml"/>
  <Override PartName="/ppt/slideLayouts/_rels/slideLayout12.xml.rels" ContentType="application/vnd.openxmlformats-package.relationships+xml"/>
  <Override PartName="/ppt/slideLayouts/_rels/slideLayout7.xml.rels" ContentType="application/vnd.openxmlformats-package.relationships+xml"/>
  <Override PartName="/ppt/slideLayouts/_rels/slideLayout15.xml.rels" ContentType="application/vnd.openxmlformats-package.relationships+xml"/>
  <Override PartName="/ppt/slideLayouts/_rels/slideLayout11.xml.rels" ContentType="application/vnd.openxmlformats-package.relationships+xml"/>
  <Override PartName="/ppt/slideLayouts/_rels/slideLayout6.xml.rels" ContentType="application/vnd.openxmlformats-package.relationships+xml"/>
  <Override PartName="/ppt/slideLayouts/_rels/slideLayout14.xml.rels" ContentType="application/vnd.openxmlformats-package.relationships+xml"/>
  <Override PartName="/ppt/slideLayouts/_rels/slideLayout20.xml.rels" ContentType="application/vnd.openxmlformats-package.relationships+xml"/>
  <Override PartName="/ppt/slideLayouts/_rels/slideLayout18.xml.rels" ContentType="application/vnd.openxmlformats-package.relationships+xml"/>
  <Override PartName="/ppt/slideLayouts/slideLayout3.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s/slide56.xml" ContentType="application/vnd.openxmlformats-officedocument.presentationml.slide+xml"/>
  <Override PartName="/ppt/slides/slide55.xml" ContentType="application/vnd.openxmlformats-officedocument.presentationml.slide+xml"/>
  <Override PartName="/ppt/slides/slide54.xml" ContentType="application/vnd.openxmlformats-officedocument.presentationml.slide+xml"/>
  <Override PartName="/ppt/slides/slide53.xml" ContentType="application/vnd.openxmlformats-officedocument.presentationml.slide+xml"/>
  <Override PartName="/ppt/slides/slide52.xml" ContentType="application/vnd.openxmlformats-officedocument.presentationml.slide+xml"/>
  <Override PartName="/ppt/slides/slide51.xml" ContentType="application/vnd.openxmlformats-officedocument.presentationml.slide+xml"/>
  <Override PartName="/ppt/slides/slide50.xml" ContentType="application/vnd.openxmlformats-officedocument.presentationml.slide+xml"/>
  <Override PartName="/ppt/slides/slide45.xml" ContentType="application/vnd.openxmlformats-officedocument.presentationml.slide+xml"/>
  <Override PartName="/ppt/slides/slide44.xml" ContentType="application/vnd.openxmlformats-officedocument.presentationml.slide+xml"/>
  <Override PartName="/ppt/slides/slide43.xml" ContentType="application/vnd.openxmlformats-officedocument.presentationml.slide+xml"/>
  <Override PartName="/ppt/slides/slide42.xml" ContentType="application/vnd.openxmlformats-officedocument.presentationml.slide+xml"/>
  <Override PartName="/ppt/slides/slide41.xml" ContentType="application/vnd.openxmlformats-officedocument.presentationml.slide+xml"/>
  <Override PartName="/ppt/slides/slide40.xml" ContentType="application/vnd.openxmlformats-officedocument.presentationml.slide+xml"/>
  <Override PartName="/ppt/slides/slide39.xml" ContentType="application/vnd.openxmlformats-officedocument.presentationml.slide+xml"/>
  <Override PartName="/ppt/slides/slide38.xml" ContentType="application/vnd.openxmlformats-officedocument.presentationml.slide+xml"/>
  <Override PartName="/ppt/slides/slide37.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slides/slide47.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4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60.xml" ContentType="application/vnd.openxmlformats-officedocument.presentationml.slide+xml"/>
  <Override PartName="/ppt/slides/slide18.xml" ContentType="application/vnd.openxmlformats-officedocument.presentationml.slide+xml"/>
  <Override PartName="/ppt/slides/slide61.xml" ContentType="application/vnd.openxmlformats-officedocument.presentationml.slide+xml"/>
  <Override PartName="/ppt/slides/slide19.xml" ContentType="application/vnd.openxmlformats-officedocument.presentationml.slide+xml"/>
  <Override PartName="/ppt/slides/slide62.xml" ContentType="application/vnd.openxmlformats-officedocument.presentationml.slide+xml"/>
  <Override PartName="/ppt/slides/slide75.xml" ContentType="application/vnd.openxmlformats-officedocument.presentationml.slide+xml"/>
  <Override PartName="/ppt/slides/slide26.xml" ContentType="application/vnd.openxmlformats-officedocument.presentationml.slide+xml"/>
  <Override PartName="/ppt/slides/slide63.xml" ContentType="application/vnd.openxmlformats-officedocument.presentationml.slide+xml"/>
  <Override PartName="/ppt/slides/slide74.xml" ContentType="application/vnd.openxmlformats-officedocument.presentationml.slide+xml"/>
  <Override PartName="/ppt/slides/slide73.xml" ContentType="application/vnd.openxmlformats-officedocument.presentationml.slide+xml"/>
  <Override PartName="/ppt/slides/slide72.xml" ContentType="application/vnd.openxmlformats-officedocument.presentationml.slide+xml"/>
  <Override PartName="/ppt/slides/_rels/slide36.xml.rels" ContentType="application/vnd.openxmlformats-package.relationships+xml"/>
  <Override PartName="/ppt/slides/_rels/slide35.xml.rels" ContentType="application/vnd.openxmlformats-package.relationships+xml"/>
  <Override PartName="/ppt/slides/_rels/slide34.xml.rels" ContentType="application/vnd.openxmlformats-package.relationships+xml"/>
  <Override PartName="/ppt/slides/_rels/slide33.xml.rels" ContentType="application/vnd.openxmlformats-package.relationships+xml"/>
  <Override PartName="/ppt/slides/_rels/slide13.xml.rels" ContentType="application/vnd.openxmlformats-package.relationships+xml"/>
  <Override PartName="/ppt/slides/_rels/slide59.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49.xml.rels" ContentType="application/vnd.openxmlformats-package.relationships+xml"/>
  <Override PartName="/ppt/slides/_rels/slide12.xml.rels" ContentType="application/vnd.openxmlformats-package.relationships+xml"/>
  <Override PartName="/ppt/slides/_rels/slide58.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48.xml.rels" ContentType="application/vnd.openxmlformats-package.relationships+xml"/>
  <Override PartName="/ppt/slides/_rels/slide11.xml.rels" ContentType="application/vnd.openxmlformats-package.relationships+xml"/>
  <Override PartName="/ppt/slides/_rels/slide57.xml.rels" ContentType="application/vnd.openxmlformats-package.relationships+xml"/>
  <Override PartName="/ppt/slides/_rels/slide60.xml.rels" ContentType="application/vnd.openxmlformats-package.relationships+xml"/>
  <Override PartName="/ppt/slides/_rels/slide18.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61.xml.rels" ContentType="application/vnd.openxmlformats-package.relationships+xml"/>
  <Override PartName="/ppt/slides/_rels/slide19.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46.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37.xml.rels" ContentType="application/vnd.openxmlformats-package.relationships+xml"/>
  <Override PartName="/ppt/slides/_rels/slide56.xml.rels" ContentType="application/vnd.openxmlformats-package.relationships+xml"/>
  <Override PartName="/ppt/slides/_rels/slide2.xml.rels" ContentType="application/vnd.openxmlformats-package.relationships+xml"/>
  <Override PartName="/ppt/slides/_rels/slide44.xml.rels" ContentType="application/vnd.openxmlformats-package.relationships+xml"/>
  <Override PartName="/ppt/slides/_rels/slide55.xml.rels" ContentType="application/vnd.openxmlformats-package.relationships+xml"/>
  <Override PartName="/ppt/slides/_rels/slide43.xml.rels" ContentType="application/vnd.openxmlformats-package.relationships+xml"/>
  <Override PartName="/ppt/slides/_rels/slide54.xml.rels" ContentType="application/vnd.openxmlformats-package.relationships+xml"/>
  <Override PartName="/ppt/slides/_rels/slide42.xml.rels" ContentType="application/vnd.openxmlformats-package.relationships+xml"/>
  <Override PartName="/ppt/slides/_rels/slide16.xml.rels" ContentType="application/vnd.openxmlformats-package.relationships+xml"/>
  <Override PartName="/ppt/slides/_rels/slide53.xml.rels" ContentType="application/vnd.openxmlformats-package.relationships+xml"/>
  <Override PartName="/ppt/slides/_rels/slide39.xml.rels" ContentType="application/vnd.openxmlformats-package.relationships+xml"/>
  <Override PartName="/ppt/slides/_rels/slide41.xml.rels" ContentType="application/vnd.openxmlformats-package.relationships+xml"/>
  <Override PartName="/ppt/slides/_rels/slide15.xml.rels" ContentType="application/vnd.openxmlformats-package.relationships+xml"/>
  <Override PartName="/ppt/slides/_rels/slide52.xml.rels" ContentType="application/vnd.openxmlformats-package.relationships+xml"/>
  <Override PartName="/ppt/slides/_rels/slide38.xml.rels" ContentType="application/vnd.openxmlformats-package.relationships+xml"/>
  <Override PartName="/ppt/slides/_rels/slide40.xml.rels" ContentType="application/vnd.openxmlformats-package.relationships+xml"/>
  <Override PartName="/ppt/slides/_rels/slide14.xml.rels" ContentType="application/vnd.openxmlformats-package.relationships+xml"/>
  <Override PartName="/ppt/slides/_rels/slide51.xml.rels" ContentType="application/vnd.openxmlformats-package.relationships+xml"/>
  <Override PartName="/ppt/slides/_rels/slide50.xml.rels" ContentType="application/vnd.openxmlformats-package.relationships+xml"/>
  <Override PartName="/ppt/slides/_rels/slide45.xml.rels" ContentType="application/vnd.openxmlformats-package.relationships+xml"/>
  <Override PartName="/ppt/slides/_rels/slide62.xml.rels" ContentType="application/vnd.openxmlformats-package.relationships+xml"/>
  <Override PartName="/ppt/slides/_rels/slide75.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63.xml.rels" ContentType="application/vnd.openxmlformats-package.relationships+xml"/>
  <Override PartName="/ppt/slides/_rels/slide74.xml.rels" ContentType="application/vnd.openxmlformats-package.relationships+xml"/>
  <Override PartName="/ppt/slides/_rels/slide73.xml.rels" ContentType="application/vnd.openxmlformats-package.relationships+xml"/>
  <Override PartName="/ppt/slides/_rels/slide72.xml.rels" ContentType="application/vnd.openxmlformats-package.relationships+xml"/>
  <Override PartName="/ppt/slides/_rels/slide71.xml.rels" ContentType="application/vnd.openxmlformats-package.relationships+xml"/>
  <Override PartName="/ppt/slides/_rels/slide1.xml.rels" ContentType="application/vnd.openxmlformats-package.relationships+xml"/>
  <Override PartName="/ppt/slides/_rels/slide29.xml.rels" ContentType="application/vnd.openxmlformats-package.relationships+xml"/>
  <Override PartName="/ppt/slides/_rels/slide69.xml.rels" ContentType="application/vnd.openxmlformats-package.relationships+xml"/>
  <Override PartName="/ppt/slides/_rels/slide32.xml.rels" ContentType="application/vnd.openxmlformats-package.relationships+xml"/>
  <Override PartName="/ppt/slides/_rels/slide70.xml.rels" ContentType="application/vnd.openxmlformats-package.relationships+xml"/>
  <Override PartName="/ppt/slides/_rels/slide28.xml.rels" ContentType="application/vnd.openxmlformats-package.relationships+xml"/>
  <Override PartName="/ppt/slides/_rels/slide68.xml.rels" ContentType="application/vnd.openxmlformats-package.relationships+xml"/>
  <Override PartName="/ppt/slides/_rels/slide31.xml.rels" ContentType="application/vnd.openxmlformats-package.relationships+xml"/>
  <Override PartName="/ppt/slides/_rels/slide67.xml.rels" ContentType="application/vnd.openxmlformats-package.relationships+xml"/>
  <Override PartName="/ppt/slides/_rels/slide30.xml.rels" ContentType="application/vnd.openxmlformats-package.relationships+xml"/>
  <Override PartName="/ppt/slides/_rels/slide66.xml.rels" ContentType="application/vnd.openxmlformats-package.relationships+xml"/>
  <Override PartName="/ppt/slides/_rels/slide65.xml.rels" ContentType="application/vnd.openxmlformats-package.relationships+xml"/>
  <Override PartName="/ppt/slides/_rels/slide27.xml.rels" ContentType="application/vnd.openxmlformats-package.relationships+xml"/>
  <Override PartName="/ppt/slides/_rels/slide64.xml.rels" ContentType="application/vnd.openxmlformats-package.relationships+xml"/>
  <Override PartName="/ppt/slides/_rels/slide10.xml.rels" ContentType="application/vnd.openxmlformats-package.relationships+xml"/>
  <Override PartName="/ppt/slides/_rels/slide47.xml.rels" ContentType="application/vnd.openxmlformats-package.relationships+xml"/>
  <Override PartName="/ppt/slides/_rels/slide17.xml.rels" ContentType="application/vnd.openxmlformats-package.relationships+xml"/>
  <Override PartName="/ppt/slides/_rels/slide3.xml.rels" ContentType="application/vnd.openxmlformats-package.relationships+xml"/>
  <Override PartName="/ppt/slides/_rels/slide20.xml.rels" ContentType="application/vnd.openxmlformats-package.relationships+xml"/>
  <Override PartName="/ppt/slides/slide71.xml" ContentType="application/vnd.openxmlformats-officedocument.presentationml.slide+xml"/>
  <Override PartName="/ppt/slides/slide29.xml" ContentType="application/vnd.openxmlformats-officedocument.presentationml.slide+xml"/>
  <Override PartName="/ppt/slides/slide69.xml" ContentType="application/vnd.openxmlformats-officedocument.presentationml.slide+xml"/>
  <Override PartName="/ppt/slides/slide32.xml" ContentType="application/vnd.openxmlformats-officedocument.presentationml.slide+xml"/>
  <Override PartName="/ppt/slides/slide70.xml" ContentType="application/vnd.openxmlformats-officedocument.presentationml.slide+xml"/>
  <Override PartName="/ppt/slides/slide28.xml" ContentType="application/vnd.openxmlformats-officedocument.presentationml.slide+xml"/>
  <Override PartName="/ppt/slides/slide68.xml" ContentType="application/vnd.openxmlformats-officedocument.presentationml.slide+xml"/>
  <Override PartName="/ppt/slides/slide31.xml" ContentType="application/vnd.openxmlformats-officedocument.presentationml.slide+xml"/>
  <Override PartName="/ppt/slides/slide67.xml" ContentType="application/vnd.openxmlformats-officedocument.presentationml.slide+xml"/>
  <Override PartName="/ppt/slides/slide30.xml" ContentType="application/vnd.openxmlformats-officedocument.presentationml.slide+xml"/>
  <Override PartName="/ppt/slides/slide66.xml" ContentType="application/vnd.openxmlformats-officedocument.presentationml.slide+xml"/>
  <Override PartName="/ppt/slides/slide65.xml" ContentType="application/vnd.openxmlformats-officedocument.presentationml.slide+xml"/>
  <Override PartName="/ppt/slides/slide27.xml" ContentType="application/vnd.openxmlformats-officedocument.presentationml.slide+xml"/>
  <Override PartName="/ppt/slides/slide64.xml" ContentType="application/vnd.openxmlformats-officedocument.presentationml.slide+xml"/>
  <Override PartName="/ppt/slides/slide17.xml" ContentType="application/vnd.openxmlformats-officedocument.presentationml.slide+xml"/>
  <Override PartName="/ppt/slides/slide9.xml" ContentType="application/vnd.openxmlformats-officedocument.presentationml.slide+xml"/>
  <Override PartName="/ppt/slides/slide3.xml" ContentType="application/vnd.openxmlformats-officedocument.presentationml.slide+xml"/>
  <Override PartName="/ppt/slides/slide11.xml" ContentType="application/vnd.openxmlformats-officedocument.presentationml.slide+xml"/>
  <Override PartName="/ppt/slides/slide48.xml" ContentType="application/vnd.openxmlformats-officedocument.presentationml.slide+xml"/>
  <Override PartName="/ppt/slides/slide20.xml" ContentType="application/vnd.openxmlformats-officedocument.presentationml.slide+xml"/>
  <Override PartName="/ppt/slides/slide57.xml" ContentType="application/vnd.openxmlformats-officedocument.presentationml.slide+xml"/>
  <Override PartName="/ppt/slides/slide4.xml" ContentType="application/vnd.openxmlformats-officedocument.presentationml.slide+xml"/>
  <Override PartName="/ppt/slides/slide12.xml" ContentType="application/vnd.openxmlformats-officedocument.presentationml.slide+xml"/>
  <Override PartName="/ppt/slides/slide49.xml" ContentType="application/vnd.openxmlformats-officedocument.presentationml.slide+xml"/>
  <Override PartName="/ppt/slides/slide21.xml" ContentType="application/vnd.openxmlformats-officedocument.presentationml.slide+xml"/>
  <Override PartName="/ppt/slides/slide58.xml" ContentType="application/vnd.openxmlformats-officedocument.presentationml.slide+xml"/>
  <Override PartName="/ppt/slides/slide5.xml" ContentType="application/vnd.openxmlformats-officedocument.presentationml.slide+xml"/>
  <Override PartName="/ppt/slides/slide13.xml" ContentType="application/vnd.openxmlformats-officedocument.presentationml.slide+xml"/>
  <Override PartName="/ppt/slides/slide22.xml" ContentType="application/vnd.openxmlformats-officedocument.presentationml.slide+xml"/>
  <Override PartName="/ppt/slides/slide59.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_rels/presentation.xml.rels" ContentType="application/vnd.openxmlformats-package.relationships+xml"/>
  <Override PartName="/ppt/media/image29.jpeg" ContentType="image/jpeg"/>
  <Override PartName="/ppt/media/image7.jpeg" ContentType="image/jpeg"/>
  <Override PartName="/ppt/media/image28.jpeg" ContentType="image/jpeg"/>
  <Override PartName="/ppt/media/image6.jpeg" ContentType="image/jpeg"/>
  <Override PartName="/ppt/media/image18.png" ContentType="image/png"/>
  <Override PartName="/ppt/media/image25.jpeg" ContentType="image/jpeg"/>
  <Override PartName="/ppt/media/image27.jpeg" ContentType="image/jpeg"/>
  <Override PartName="/ppt/media/image8.jpeg" ContentType="image/jpeg"/>
  <Override PartName="/ppt/media/image21.jpeg" ContentType="image/jpeg"/>
  <Override PartName="/ppt/media/image2.png" ContentType="image/png"/>
  <Override PartName="/ppt/media/image30.jpeg" ContentType="image/jpeg"/>
  <Override PartName="/ppt/media/image12.jpeg" ContentType="image/jpeg"/>
  <Override PartName="/ppt/media/image11.png" ContentType="image/png"/>
  <Override PartName="/ppt/media/image9.jpeg" ContentType="image/jpeg"/>
  <Override PartName="/ppt/media/image31.png" ContentType="image/png"/>
  <Override PartName="/ppt/media/image36.png" ContentType="image/png"/>
  <Override PartName="/ppt/media/image4.png" ContentType="image/png"/>
  <Override PartName="/ppt/media/image32.png" ContentType="image/png"/>
  <Override PartName="/ppt/media/image10.jpeg" ContentType="image/jpeg"/>
  <Override PartName="/ppt/media/image34.jpeg" ContentType="image/jpeg"/>
  <Override PartName="/ppt/media/image35.jpeg" ContentType="image/jpeg"/>
  <Override PartName="/ppt/media/image3.png" ContentType="image/png"/>
  <Override PartName="/ppt/media/image5.png" ContentType="image/png"/>
  <Override PartName="/ppt/media/image14.jpeg" ContentType="image/jpeg"/>
  <Override PartName="/ppt/media/image13.png" ContentType="image/png"/>
  <Override PartName="/ppt/media/image15.jpeg" ContentType="image/jpeg"/>
  <Override PartName="/ppt/media/image16.jpeg" ContentType="image/jpeg"/>
  <Override PartName="/ppt/media/image33.png" ContentType="image/png"/>
  <Override PartName="/ppt/media/image17.jpeg" ContentType="image/jpeg"/>
  <Override PartName="/ppt/media/image19.png" ContentType="image/png"/>
  <Override PartName="/ppt/media/image1.jpeg" ContentType="image/jpeg"/>
  <Override PartName="/ppt/media/image23.jpeg" ContentType="image/jpeg"/>
  <Override PartName="/ppt/media/image20.jpeg" ContentType="image/jpeg"/>
  <Override PartName="/ppt/media/image26.png" ContentType="image/png"/>
  <Override PartName="/ppt/media/image22.png" ContentType="image/png"/>
  <Override PartName="/ppt/media/image24.png" ContentType="image/png"/>
  <Override PartName="/ppt/embeddings/oleObject1.bin" ContentType="application/vnd.openxmlformats-officedocument.oleObject"/>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 id="2147483684" r:id="rId20"/>
    <p:sldMasterId id="2147483686" r:id="rId21"/>
  </p:sldMasterIdLst>
  <p:sldIdLst>
    <p:sldId id="256" r:id="rId22"/>
    <p:sldId id="257" r:id="rId23"/>
    <p:sldId id="258" r:id="rId24"/>
    <p:sldId id="259" r:id="rId25"/>
    <p:sldId id="260" r:id="rId26"/>
    <p:sldId id="261" r:id="rId27"/>
    <p:sldId id="262" r:id="rId28"/>
    <p:sldId id="263" r:id="rId29"/>
    <p:sldId id="264" r:id="rId30"/>
    <p:sldId id="265" r:id="rId31"/>
    <p:sldId id="266" r:id="rId32"/>
    <p:sldId id="267" r:id="rId33"/>
    <p:sldId id="268" r:id="rId34"/>
    <p:sldId id="269" r:id="rId35"/>
    <p:sldId id="270" r:id="rId36"/>
    <p:sldId id="271" r:id="rId37"/>
    <p:sldId id="272" r:id="rId38"/>
    <p:sldId id="273" r:id="rId39"/>
    <p:sldId id="274" r:id="rId40"/>
    <p:sldId id="275" r:id="rId41"/>
    <p:sldId id="276" r:id="rId42"/>
    <p:sldId id="277" r:id="rId43"/>
    <p:sldId id="278" r:id="rId44"/>
    <p:sldId id="279" r:id="rId45"/>
    <p:sldId id="280" r:id="rId46"/>
    <p:sldId id="281" r:id="rId47"/>
    <p:sldId id="282" r:id="rId48"/>
    <p:sldId id="283" r:id="rId49"/>
    <p:sldId id="284" r:id="rId50"/>
    <p:sldId id="285" r:id="rId51"/>
    <p:sldId id="286" r:id="rId52"/>
    <p:sldId id="287" r:id="rId53"/>
    <p:sldId id="288" r:id="rId54"/>
    <p:sldId id="289" r:id="rId55"/>
    <p:sldId id="290" r:id="rId56"/>
    <p:sldId id="291" r:id="rId57"/>
    <p:sldId id="292" r:id="rId58"/>
    <p:sldId id="293" r:id="rId59"/>
    <p:sldId id="294" r:id="rId60"/>
    <p:sldId id="295" r:id="rId61"/>
    <p:sldId id="296" r:id="rId62"/>
    <p:sldId id="297" r:id="rId63"/>
    <p:sldId id="298" r:id="rId64"/>
    <p:sldId id="299" r:id="rId65"/>
    <p:sldId id="300" r:id="rId66"/>
    <p:sldId id="301" r:id="rId67"/>
    <p:sldId id="302" r:id="rId68"/>
    <p:sldId id="303" r:id="rId69"/>
    <p:sldId id="304" r:id="rId70"/>
    <p:sldId id="305" r:id="rId71"/>
    <p:sldId id="306" r:id="rId72"/>
    <p:sldId id="307" r:id="rId73"/>
    <p:sldId id="308" r:id="rId74"/>
    <p:sldId id="309" r:id="rId75"/>
    <p:sldId id="310" r:id="rId76"/>
    <p:sldId id="311" r:id="rId77"/>
    <p:sldId id="312" r:id="rId78"/>
    <p:sldId id="313" r:id="rId79"/>
    <p:sldId id="314" r:id="rId80"/>
    <p:sldId id="315" r:id="rId81"/>
    <p:sldId id="316" r:id="rId82"/>
    <p:sldId id="317" r:id="rId83"/>
    <p:sldId id="318" r:id="rId84"/>
    <p:sldId id="319" r:id="rId85"/>
    <p:sldId id="320" r:id="rId86"/>
    <p:sldId id="321" r:id="rId87"/>
    <p:sldId id="322" r:id="rId88"/>
    <p:sldId id="323" r:id="rId89"/>
    <p:sldId id="324" r:id="rId90"/>
    <p:sldId id="325" r:id="rId91"/>
    <p:sldId id="326" r:id="rId92"/>
    <p:sldId id="327" r:id="rId93"/>
    <p:sldId id="328" r:id="rId94"/>
    <p:sldId id="329" r:id="rId95"/>
    <p:sldId id="330" r:id="rId96"/>
  </p:sldIdLst>
  <p:sldSz cx="12192000" cy="6858000"/>
  <p:notesSz cx="7099300" cy="102346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 Target="slides/slide1.xml"/><Relationship Id="rId23" Type="http://schemas.openxmlformats.org/officeDocument/2006/relationships/slide" Target="slides/slide2.xml"/><Relationship Id="rId24" Type="http://schemas.openxmlformats.org/officeDocument/2006/relationships/slide" Target="slides/slide3.xml"/><Relationship Id="rId25" Type="http://schemas.openxmlformats.org/officeDocument/2006/relationships/slide" Target="slides/slide4.xml"/><Relationship Id="rId26" Type="http://schemas.openxmlformats.org/officeDocument/2006/relationships/slide" Target="slides/slide5.xml"/><Relationship Id="rId27" Type="http://schemas.openxmlformats.org/officeDocument/2006/relationships/slide" Target="slides/slide6.xml"/><Relationship Id="rId28" Type="http://schemas.openxmlformats.org/officeDocument/2006/relationships/slide" Target="slides/slide7.xml"/><Relationship Id="rId29" Type="http://schemas.openxmlformats.org/officeDocument/2006/relationships/slide" Target="slides/slide8.xml"/><Relationship Id="rId30" Type="http://schemas.openxmlformats.org/officeDocument/2006/relationships/slide" Target="slides/slide9.xml"/><Relationship Id="rId31" Type="http://schemas.openxmlformats.org/officeDocument/2006/relationships/slide" Target="slides/slide10.xml"/><Relationship Id="rId32" Type="http://schemas.openxmlformats.org/officeDocument/2006/relationships/slide" Target="slides/slide11.xml"/><Relationship Id="rId33" Type="http://schemas.openxmlformats.org/officeDocument/2006/relationships/slide" Target="slides/slide12.xml"/><Relationship Id="rId34" Type="http://schemas.openxmlformats.org/officeDocument/2006/relationships/slide" Target="slides/slide13.xml"/><Relationship Id="rId35" Type="http://schemas.openxmlformats.org/officeDocument/2006/relationships/slide" Target="slides/slide14.xml"/><Relationship Id="rId36" Type="http://schemas.openxmlformats.org/officeDocument/2006/relationships/slide" Target="slides/slide15.xml"/><Relationship Id="rId37" Type="http://schemas.openxmlformats.org/officeDocument/2006/relationships/slide" Target="slides/slide16.xml"/><Relationship Id="rId38" Type="http://schemas.openxmlformats.org/officeDocument/2006/relationships/slide" Target="slides/slide17.xml"/><Relationship Id="rId39" Type="http://schemas.openxmlformats.org/officeDocument/2006/relationships/slide" Target="slides/slide18.xml"/><Relationship Id="rId40" Type="http://schemas.openxmlformats.org/officeDocument/2006/relationships/slide" Target="slides/slide19.xml"/><Relationship Id="rId41" Type="http://schemas.openxmlformats.org/officeDocument/2006/relationships/slide" Target="slides/slide20.xml"/><Relationship Id="rId42" Type="http://schemas.openxmlformats.org/officeDocument/2006/relationships/slide" Target="slides/slide21.xml"/><Relationship Id="rId43" Type="http://schemas.openxmlformats.org/officeDocument/2006/relationships/slide" Target="slides/slide22.xml"/><Relationship Id="rId44" Type="http://schemas.openxmlformats.org/officeDocument/2006/relationships/slide" Target="slides/slide23.xml"/><Relationship Id="rId45" Type="http://schemas.openxmlformats.org/officeDocument/2006/relationships/slide" Target="slides/slide24.xml"/><Relationship Id="rId46" Type="http://schemas.openxmlformats.org/officeDocument/2006/relationships/slide" Target="slides/slide25.xml"/><Relationship Id="rId47" Type="http://schemas.openxmlformats.org/officeDocument/2006/relationships/slide" Target="slides/slide26.xml"/><Relationship Id="rId48" Type="http://schemas.openxmlformats.org/officeDocument/2006/relationships/slide" Target="slides/slide27.xml"/><Relationship Id="rId49" Type="http://schemas.openxmlformats.org/officeDocument/2006/relationships/slide" Target="slides/slide28.xml"/><Relationship Id="rId50" Type="http://schemas.openxmlformats.org/officeDocument/2006/relationships/slide" Target="slides/slide29.xml"/><Relationship Id="rId51" Type="http://schemas.openxmlformats.org/officeDocument/2006/relationships/slide" Target="slides/slide30.xml"/><Relationship Id="rId52" Type="http://schemas.openxmlformats.org/officeDocument/2006/relationships/slide" Target="slides/slide31.xml"/><Relationship Id="rId53" Type="http://schemas.openxmlformats.org/officeDocument/2006/relationships/slide" Target="slides/slide32.xml"/><Relationship Id="rId54" Type="http://schemas.openxmlformats.org/officeDocument/2006/relationships/slide" Target="slides/slide33.xml"/><Relationship Id="rId55" Type="http://schemas.openxmlformats.org/officeDocument/2006/relationships/slide" Target="slides/slide34.xml"/><Relationship Id="rId56" Type="http://schemas.openxmlformats.org/officeDocument/2006/relationships/slide" Target="slides/slide35.xml"/><Relationship Id="rId57" Type="http://schemas.openxmlformats.org/officeDocument/2006/relationships/slide" Target="slides/slide36.xml"/><Relationship Id="rId58" Type="http://schemas.openxmlformats.org/officeDocument/2006/relationships/slide" Target="slides/slide37.xml"/><Relationship Id="rId59" Type="http://schemas.openxmlformats.org/officeDocument/2006/relationships/slide" Target="slides/slide38.xml"/><Relationship Id="rId60" Type="http://schemas.openxmlformats.org/officeDocument/2006/relationships/slide" Target="slides/slide39.xml"/><Relationship Id="rId61" Type="http://schemas.openxmlformats.org/officeDocument/2006/relationships/slide" Target="slides/slide40.xml"/><Relationship Id="rId62" Type="http://schemas.openxmlformats.org/officeDocument/2006/relationships/slide" Target="slides/slide41.xml"/><Relationship Id="rId63" Type="http://schemas.openxmlformats.org/officeDocument/2006/relationships/slide" Target="slides/slide42.xml"/><Relationship Id="rId64" Type="http://schemas.openxmlformats.org/officeDocument/2006/relationships/slide" Target="slides/slide43.xml"/><Relationship Id="rId65" Type="http://schemas.openxmlformats.org/officeDocument/2006/relationships/slide" Target="slides/slide44.xml"/><Relationship Id="rId66" Type="http://schemas.openxmlformats.org/officeDocument/2006/relationships/slide" Target="slides/slide45.xml"/><Relationship Id="rId67" Type="http://schemas.openxmlformats.org/officeDocument/2006/relationships/slide" Target="slides/slide46.xml"/><Relationship Id="rId68" Type="http://schemas.openxmlformats.org/officeDocument/2006/relationships/slide" Target="slides/slide47.xml"/><Relationship Id="rId69" Type="http://schemas.openxmlformats.org/officeDocument/2006/relationships/slide" Target="slides/slide48.xml"/><Relationship Id="rId70" Type="http://schemas.openxmlformats.org/officeDocument/2006/relationships/slide" Target="slides/slide49.xml"/><Relationship Id="rId71" Type="http://schemas.openxmlformats.org/officeDocument/2006/relationships/slide" Target="slides/slide50.xml"/><Relationship Id="rId72" Type="http://schemas.openxmlformats.org/officeDocument/2006/relationships/slide" Target="slides/slide51.xml"/><Relationship Id="rId73" Type="http://schemas.openxmlformats.org/officeDocument/2006/relationships/slide" Target="slides/slide52.xml"/><Relationship Id="rId74" Type="http://schemas.openxmlformats.org/officeDocument/2006/relationships/slide" Target="slides/slide53.xml"/><Relationship Id="rId75" Type="http://schemas.openxmlformats.org/officeDocument/2006/relationships/slide" Target="slides/slide54.xml"/><Relationship Id="rId76" Type="http://schemas.openxmlformats.org/officeDocument/2006/relationships/slide" Target="slides/slide55.xml"/><Relationship Id="rId77" Type="http://schemas.openxmlformats.org/officeDocument/2006/relationships/slide" Target="slides/slide56.xml"/><Relationship Id="rId78" Type="http://schemas.openxmlformats.org/officeDocument/2006/relationships/slide" Target="slides/slide57.xml"/><Relationship Id="rId79" Type="http://schemas.openxmlformats.org/officeDocument/2006/relationships/slide" Target="slides/slide58.xml"/><Relationship Id="rId80" Type="http://schemas.openxmlformats.org/officeDocument/2006/relationships/slide" Target="slides/slide59.xml"/><Relationship Id="rId81" Type="http://schemas.openxmlformats.org/officeDocument/2006/relationships/slide" Target="slides/slide60.xml"/><Relationship Id="rId82" Type="http://schemas.openxmlformats.org/officeDocument/2006/relationships/slide" Target="slides/slide61.xml"/><Relationship Id="rId83" Type="http://schemas.openxmlformats.org/officeDocument/2006/relationships/slide" Target="slides/slide62.xml"/><Relationship Id="rId84" Type="http://schemas.openxmlformats.org/officeDocument/2006/relationships/slide" Target="slides/slide63.xml"/><Relationship Id="rId85" Type="http://schemas.openxmlformats.org/officeDocument/2006/relationships/slide" Target="slides/slide64.xml"/><Relationship Id="rId86" Type="http://schemas.openxmlformats.org/officeDocument/2006/relationships/slide" Target="slides/slide65.xml"/><Relationship Id="rId87" Type="http://schemas.openxmlformats.org/officeDocument/2006/relationships/slide" Target="slides/slide66.xml"/><Relationship Id="rId88" Type="http://schemas.openxmlformats.org/officeDocument/2006/relationships/slide" Target="slides/slide67.xml"/><Relationship Id="rId89" Type="http://schemas.openxmlformats.org/officeDocument/2006/relationships/slide" Target="slides/slide68.xml"/><Relationship Id="rId90" Type="http://schemas.openxmlformats.org/officeDocument/2006/relationships/slide" Target="slides/slide69.xml"/><Relationship Id="rId91" Type="http://schemas.openxmlformats.org/officeDocument/2006/relationships/slide" Target="slides/slide70.xml"/><Relationship Id="rId92" Type="http://schemas.openxmlformats.org/officeDocument/2006/relationships/slide" Target="slides/slide71.xml"/><Relationship Id="rId93" Type="http://schemas.openxmlformats.org/officeDocument/2006/relationships/slide" Target="slides/slide72.xml"/><Relationship Id="rId94" Type="http://schemas.openxmlformats.org/officeDocument/2006/relationships/slide" Target="slides/slide73.xml"/><Relationship Id="rId95" Type="http://schemas.openxmlformats.org/officeDocument/2006/relationships/slide" Target="slides/slide74.xml"/><Relationship Id="rId96" Type="http://schemas.openxmlformats.org/officeDocument/2006/relationships/slide" Target="slides/slide75.xml"/><Relationship Id="rId97"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33" name="PlaceHolder 1"/>
          <p:cNvSpPr>
            <a:spLocks noGrp="1"/>
          </p:cNvSpPr>
          <p:nvPr>
            <p:ph type="title"/>
          </p:nvPr>
        </p:nvSpPr>
        <p:spPr>
          <a:xfrm>
            <a:off x="2593080" y="624240"/>
            <a:ext cx="8911440" cy="128052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entury Gothic"/>
            </a:endParaRPr>
          </a:p>
        </p:txBody>
      </p:sp>
      <p:sp>
        <p:nvSpPr>
          <p:cNvPr id="34" name="PlaceHolder 2"/>
          <p:cNvSpPr>
            <a:spLocks noGrp="1"/>
          </p:cNvSpPr>
          <p:nvPr>
            <p:ph type="subTitle"/>
          </p:nvPr>
        </p:nvSpPr>
        <p:spPr>
          <a:xfrm>
            <a:off x="2589120" y="2133720"/>
            <a:ext cx="8915040" cy="377712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B251D2A5-AE54-4118-A191-F82CFB09FB60}"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aption">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DB895244-764C-49DC-990D-00D8940587DE}"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with Caption">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3BCA0481-0599-4589-9905-8A2537838011}" type="slidenum">
              <a:t>&lt;#&gt;</a:t>
            </a:fld>
          </a:p>
        </p:txBody>
      </p:sp>
      <p:sp>
        <p:nvSpPr>
          <p:cNvPr id="4" name="PlaceHolder 3"/>
          <p:cNvSpPr>
            <a:spLocks noGrp="1"/>
          </p:cNvSpPr>
          <p:nvPr>
            <p:ph type="dt" idx="7"/>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Name Card">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p>
            <a:r>
              <a:t>Footer</a:t>
            </a:r>
          </a:p>
        </p:txBody>
      </p:sp>
      <p:sp>
        <p:nvSpPr>
          <p:cNvPr id="3" name="PlaceHolder 2"/>
          <p:cNvSpPr>
            <a:spLocks noGrp="1"/>
          </p:cNvSpPr>
          <p:nvPr>
            <p:ph type="sldNum" idx="12"/>
          </p:nvPr>
        </p:nvSpPr>
        <p:spPr/>
        <p:txBody>
          <a:bodyPr/>
          <a:p>
            <a:fld id="{7E79FBEC-D539-4BF4-A6CD-C9D56B2159ED}" type="slidenum">
              <a:t>&lt;#&gt;</a:t>
            </a:fld>
          </a:p>
        </p:txBody>
      </p:sp>
      <p:sp>
        <p:nvSpPr>
          <p:cNvPr id="4" name="PlaceHolder 3"/>
          <p:cNvSpPr>
            <a:spLocks noGrp="1"/>
          </p:cNvSpPr>
          <p:nvPr>
            <p:ph type="dt" idx="10"/>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Name Card">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7AB9155D-4E0A-4B32-BACE-5C82E41E55C9}" type="slidenum">
              <a:t>&lt;#&gt;</a:t>
            </a:fld>
          </a:p>
        </p:txBody>
      </p:sp>
      <p:sp>
        <p:nvSpPr>
          <p:cNvPr id="4" name="PlaceHolder 3"/>
          <p:cNvSpPr>
            <a:spLocks noGrp="1"/>
          </p:cNvSpPr>
          <p:nvPr>
            <p:ph type="dt" idx="1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rue or False">
    <p:spTree>
      <p:nvGrpSpPr>
        <p:cNvPr id="1" name=""/>
        <p:cNvGrpSpPr/>
        <p:nvPr/>
      </p:nvGrpSpPr>
      <p:grpSpPr>
        <a:xfrm>
          <a:off x="0" y="0"/>
          <a:ext cx="0" cy="0"/>
          <a:chOff x="0" y="0"/>
          <a:chExt cx="0" cy="0"/>
        </a:xfrm>
      </p:grpSpPr>
      <p:sp>
        <p:nvSpPr>
          <p:cNvPr id="2" name="PlaceHolder 1"/>
          <p:cNvSpPr>
            <a:spLocks noGrp="1"/>
          </p:cNvSpPr>
          <p:nvPr>
            <p:ph type="ftr" idx="17"/>
          </p:nvPr>
        </p:nvSpPr>
        <p:spPr/>
        <p:txBody>
          <a:bodyPr/>
          <a:p>
            <a:r>
              <a:t>Footer</a:t>
            </a:r>
          </a:p>
        </p:txBody>
      </p:sp>
      <p:sp>
        <p:nvSpPr>
          <p:cNvPr id="3" name="PlaceHolder 2"/>
          <p:cNvSpPr>
            <a:spLocks noGrp="1"/>
          </p:cNvSpPr>
          <p:nvPr>
            <p:ph type="sldNum" idx="18"/>
          </p:nvPr>
        </p:nvSpPr>
        <p:spPr/>
        <p:txBody>
          <a:bodyPr/>
          <a:p>
            <a:fld id="{FE833FDD-BB2B-46A0-A5F9-08EB3D7EEC4B}" type="slidenum">
              <a:t>&lt;#&gt;</a:t>
            </a:fld>
          </a:p>
        </p:txBody>
      </p:sp>
      <p:sp>
        <p:nvSpPr>
          <p:cNvPr id="4" name="PlaceHolder 3"/>
          <p:cNvSpPr>
            <a:spLocks noGrp="1"/>
          </p:cNvSpPr>
          <p:nvPr>
            <p:ph type="dt" idx="16"/>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033D9B97-F6A8-441E-81CD-7DA63781BE43}" type="slidenum">
              <a:t>&lt;#&gt;</a:t>
            </a:fld>
          </a:p>
        </p:txBody>
      </p:sp>
      <p:sp>
        <p:nvSpPr>
          <p:cNvPr id="4" name="PlaceHolder 3"/>
          <p:cNvSpPr>
            <a:spLocks noGrp="1"/>
          </p:cNvSpPr>
          <p:nvPr>
            <p:ph type="dt" idx="19"/>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23"/>
          </p:nvPr>
        </p:nvSpPr>
        <p:spPr/>
        <p:txBody>
          <a:bodyPr/>
          <a:p>
            <a:r>
              <a:t>Footer</a:t>
            </a:r>
          </a:p>
        </p:txBody>
      </p:sp>
      <p:sp>
        <p:nvSpPr>
          <p:cNvPr id="3" name="PlaceHolder 2"/>
          <p:cNvSpPr>
            <a:spLocks noGrp="1"/>
          </p:cNvSpPr>
          <p:nvPr>
            <p:ph type="sldNum" idx="24"/>
          </p:nvPr>
        </p:nvSpPr>
        <p:spPr/>
        <p:txBody>
          <a:bodyPr/>
          <a:p>
            <a:fld id="{69F4818F-5318-4348-9EBE-8547C69E9D7C}" type="slidenum">
              <a:t>&lt;#&gt;</a:t>
            </a:fld>
          </a:p>
        </p:txBody>
      </p:sp>
      <p:sp>
        <p:nvSpPr>
          <p:cNvPr id="4" name="PlaceHolder 3"/>
          <p:cNvSpPr>
            <a:spLocks noGrp="1"/>
          </p:cNvSpPr>
          <p:nvPr>
            <p:ph type="dt" idx="22"/>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72_Title and Content">
    <p:spTree>
      <p:nvGrpSpPr>
        <p:cNvPr id="1" name=""/>
        <p:cNvGrpSpPr/>
        <p:nvPr/>
      </p:nvGrpSpPr>
      <p:grpSpPr>
        <a:xfrm>
          <a:off x="0" y="0"/>
          <a:ext cx="0" cy="0"/>
          <a:chOff x="0" y="0"/>
          <a:chExt cx="0" cy="0"/>
        </a:xfrm>
      </p:grpSpPr>
      <p:sp>
        <p:nvSpPr>
          <p:cNvPr id="2" name="PlaceHolder 1"/>
          <p:cNvSpPr>
            <a:spLocks noGrp="1"/>
          </p:cNvSpPr>
          <p:nvPr>
            <p:ph type="ftr" idx="25"/>
          </p:nvPr>
        </p:nvSpPr>
        <p:spPr/>
        <p:txBody>
          <a:bodyPr/>
          <a:p>
            <a:r>
              <a:t>Footer</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bl" preserve="1">
  <p:cSld name="Title and Table">
    <p:spTree>
      <p:nvGrpSpPr>
        <p:cNvPr id="1" name=""/>
        <p:cNvGrpSpPr/>
        <p:nvPr/>
      </p:nvGrpSpPr>
      <p:grpSpPr>
        <a:xfrm>
          <a:off x="0" y="0"/>
          <a:ext cx="0" cy="0"/>
          <a:chOff x="0" y="0"/>
          <a:chExt cx="0" cy="0"/>
        </a:xfrm>
      </p:grpSpPr>
      <p:sp>
        <p:nvSpPr>
          <p:cNvPr id="335" name="PlaceHolder 1"/>
          <p:cNvSpPr>
            <a:spLocks noGrp="1"/>
          </p:cNvSpPr>
          <p:nvPr>
            <p:ph type="title"/>
          </p:nvPr>
        </p:nvSpPr>
        <p:spPr>
          <a:xfrm>
            <a:off x="2593080" y="624240"/>
            <a:ext cx="8911440" cy="128052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entury Gothic"/>
            </a:endParaRPr>
          </a:p>
        </p:txBody>
      </p:sp>
      <p:sp>
        <p:nvSpPr>
          <p:cNvPr id="336" name="PlaceHolder 2"/>
          <p:cNvSpPr>
            <a:spLocks noGrp="1"/>
          </p:cNvSpPr>
          <p:nvPr>
            <p:ph/>
          </p:nvPr>
        </p:nvSpPr>
        <p:spPr>
          <a:xfrm>
            <a:off x="2589120" y="2133720"/>
            <a:ext cx="8915040" cy="3777120"/>
          </a:xfrm>
          <a:prstGeom prst="rect">
            <a:avLst/>
          </a:prstGeom>
          <a:noFill/>
          <a:ln w="0">
            <a:noFill/>
          </a:ln>
        </p:spPr>
        <p:txBody>
          <a:bodyPr lIns="0" rIns="0" tIns="0" bIns="0" anchor="t">
            <a:normAutofit/>
          </a:bodyPr>
          <a:p>
            <a:pPr indent="0">
              <a:spcBef>
                <a:spcPts val="1417"/>
              </a:spcBef>
              <a:buNone/>
            </a:pPr>
            <a:endParaRPr b="0" lang="en-US" sz="1800" spc="-1" strike="noStrike">
              <a:solidFill>
                <a:schemeClr val="dk1">
                  <a:lumMod val="75000"/>
                  <a:lumOff val="25000"/>
                </a:schemeClr>
              </a:solidFill>
              <a:latin typeface="Century Gothic"/>
            </a:endParaRPr>
          </a:p>
        </p:txBody>
      </p:sp>
      <p:sp>
        <p:nvSpPr>
          <p:cNvPr id="4" name="PlaceHolder 3"/>
          <p:cNvSpPr>
            <a:spLocks noGrp="1"/>
          </p:cNvSpPr>
          <p:nvPr>
            <p:ph type="ftr" idx="27"/>
          </p:nvPr>
        </p:nvSpPr>
        <p:spPr/>
        <p:txBody>
          <a:bodyPr/>
          <a:p>
            <a:r>
              <a:t>Footer</a:t>
            </a:r>
          </a:p>
        </p:txBody>
      </p:sp>
      <p:sp>
        <p:nvSpPr>
          <p:cNvPr id="5" name="PlaceHolder 4"/>
          <p:cNvSpPr>
            <a:spLocks noGrp="1"/>
          </p:cNvSpPr>
          <p:nvPr>
            <p:ph type="sldNum" idx="28"/>
          </p:nvPr>
        </p:nvSpPr>
        <p:spPr/>
        <p:txBody>
          <a:bodyPr/>
          <a:p>
            <a:fld id="{4146ADB3-2626-4D19-B3D9-FE5C6F602FFE}" type="slidenum">
              <a:t>&lt;#&gt;</a:t>
            </a:fld>
          </a:p>
        </p:txBody>
      </p:sp>
      <p:sp>
        <p:nvSpPr>
          <p:cNvPr id="6" name="PlaceHolder 5"/>
          <p:cNvSpPr>
            <a:spLocks noGrp="1"/>
          </p:cNvSpPr>
          <p:nvPr>
            <p:ph type="dt" idx="26"/>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Obj" preserve="1">
  <p:cSld name="Title, Text, and Content">
    <p:spTree>
      <p:nvGrpSpPr>
        <p:cNvPr id="1" name=""/>
        <p:cNvGrpSpPr/>
        <p:nvPr/>
      </p:nvGrpSpPr>
      <p:grpSpPr>
        <a:xfrm>
          <a:off x="0" y="0"/>
          <a:ext cx="0" cy="0"/>
          <a:chOff x="0" y="0"/>
          <a:chExt cx="0" cy="0"/>
        </a:xfrm>
      </p:grpSpPr>
      <p:sp>
        <p:nvSpPr>
          <p:cNvPr id="369" name="PlaceHolder 1"/>
          <p:cNvSpPr>
            <a:spLocks noGrp="1"/>
          </p:cNvSpPr>
          <p:nvPr>
            <p:ph type="title"/>
          </p:nvPr>
        </p:nvSpPr>
        <p:spPr>
          <a:xfrm>
            <a:off x="2593080" y="624240"/>
            <a:ext cx="8911440" cy="128052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entury Gothic"/>
            </a:endParaRPr>
          </a:p>
        </p:txBody>
      </p:sp>
      <p:sp>
        <p:nvSpPr>
          <p:cNvPr id="370" name="PlaceHolder 2"/>
          <p:cNvSpPr>
            <a:spLocks noGrp="1"/>
          </p:cNvSpPr>
          <p:nvPr>
            <p:ph/>
          </p:nvPr>
        </p:nvSpPr>
        <p:spPr>
          <a:xfrm>
            <a:off x="2589120" y="2133720"/>
            <a:ext cx="8915040" cy="3777120"/>
          </a:xfrm>
          <a:prstGeom prst="rect">
            <a:avLst/>
          </a:prstGeom>
          <a:noFill/>
          <a:ln w="0">
            <a:noFill/>
          </a:ln>
        </p:spPr>
        <p:txBody>
          <a:bodyPr lIns="0" rIns="0" tIns="0" bIns="0" anchor="t">
            <a:normAutofit/>
          </a:bodyPr>
          <a:p>
            <a:pPr indent="0">
              <a:spcBef>
                <a:spcPts val="1417"/>
              </a:spcBef>
              <a:buNone/>
            </a:pPr>
            <a:endParaRPr b="0" lang="en-US" sz="1800" spc="-1" strike="noStrike">
              <a:solidFill>
                <a:schemeClr val="dk1">
                  <a:lumMod val="75000"/>
                  <a:lumOff val="25000"/>
                </a:schemeClr>
              </a:solidFill>
              <a:latin typeface="Century Gothic"/>
            </a:endParaRPr>
          </a:p>
        </p:txBody>
      </p:sp>
      <p:sp>
        <p:nvSpPr>
          <p:cNvPr id="371" name="PlaceHolder 3"/>
          <p:cNvSpPr>
            <a:spLocks noGrp="1"/>
          </p:cNvSpPr>
          <p:nvPr>
            <p:ph/>
          </p:nvPr>
        </p:nvSpPr>
        <p:spPr>
          <a:xfrm>
            <a:off x="2589120" y="2133720"/>
            <a:ext cx="8915040" cy="3777120"/>
          </a:xfrm>
          <a:prstGeom prst="rect">
            <a:avLst/>
          </a:prstGeom>
          <a:noFill/>
          <a:ln w="0">
            <a:noFill/>
          </a:ln>
        </p:spPr>
        <p:txBody>
          <a:bodyPr lIns="0" rIns="0" tIns="0" bIns="0" anchor="t">
            <a:normAutofit/>
          </a:bodyPr>
          <a:p>
            <a:pPr indent="0">
              <a:spcBef>
                <a:spcPts val="1417"/>
              </a:spcBef>
              <a:buNone/>
            </a:pPr>
            <a:endParaRPr b="0" lang="en-US" sz="1800" spc="-1" strike="noStrike">
              <a:solidFill>
                <a:schemeClr val="dk1">
                  <a:lumMod val="75000"/>
                  <a:lumOff val="25000"/>
                </a:schemeClr>
              </a:solidFill>
              <a:latin typeface="Century Gothic"/>
            </a:endParaRPr>
          </a:p>
        </p:txBody>
      </p:sp>
      <p:sp>
        <p:nvSpPr>
          <p:cNvPr id="5" name="PlaceHolder 4"/>
          <p:cNvSpPr>
            <a:spLocks noGrp="1"/>
          </p:cNvSpPr>
          <p:nvPr>
            <p:ph type="sldNum" idx="29"/>
          </p:nvPr>
        </p:nvSpPr>
        <p:spPr/>
        <p:txBody>
          <a:bodyPr/>
          <a:p>
            <a:fld id="{70F15E02-781B-4DDB-A42F-44E884A3D027}" type="slidenum">
              <a:t>&lt;#&gt;</a:t>
            </a:fld>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405" name="PlaceHolder 1"/>
          <p:cNvSpPr>
            <a:spLocks noGrp="1"/>
          </p:cNvSpPr>
          <p:nvPr>
            <p:ph type="title"/>
          </p:nvPr>
        </p:nvSpPr>
        <p:spPr>
          <a:xfrm>
            <a:off x="2593080" y="624240"/>
            <a:ext cx="8911440" cy="128052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entury Gothic"/>
            </a:endParaRPr>
          </a:p>
        </p:txBody>
      </p:sp>
      <p:sp>
        <p:nvSpPr>
          <p:cNvPr id="406" name="PlaceHolder 2"/>
          <p:cNvSpPr>
            <a:spLocks noGrp="1"/>
          </p:cNvSpPr>
          <p:nvPr>
            <p:ph/>
          </p:nvPr>
        </p:nvSpPr>
        <p:spPr>
          <a:xfrm>
            <a:off x="2589120" y="2133720"/>
            <a:ext cx="8915040" cy="3777120"/>
          </a:xfrm>
          <a:prstGeom prst="rect">
            <a:avLst/>
          </a:prstGeom>
          <a:noFill/>
          <a:ln w="0">
            <a:noFill/>
          </a:ln>
        </p:spPr>
        <p:txBody>
          <a:bodyPr lIns="0" rIns="0" tIns="0" bIns="0" anchor="t">
            <a:normAutofit/>
          </a:bodyPr>
          <a:p>
            <a:pPr indent="0">
              <a:spcBef>
                <a:spcPts val="1417"/>
              </a:spcBef>
              <a:buNone/>
            </a:pPr>
            <a:endParaRPr b="0" lang="en-US" sz="1800" spc="-1" strike="noStrike">
              <a:solidFill>
                <a:schemeClr val="dk1">
                  <a:lumMod val="75000"/>
                  <a:lumOff val="25000"/>
                </a:schemeClr>
              </a:solidFill>
              <a:latin typeface="Century Gothic"/>
            </a:endParaRPr>
          </a:p>
        </p:txBody>
      </p:sp>
      <p:sp>
        <p:nvSpPr>
          <p:cNvPr id="4" name="PlaceHolder 3"/>
          <p:cNvSpPr>
            <a:spLocks noGrp="1"/>
          </p:cNvSpPr>
          <p:nvPr>
            <p:ph type="ftr" idx="31"/>
          </p:nvPr>
        </p:nvSpPr>
        <p:spPr/>
        <p:txBody>
          <a:bodyPr/>
          <a:p>
            <a:r>
              <a:t>Footer</a:t>
            </a:r>
          </a:p>
        </p:txBody>
      </p:sp>
      <p:sp>
        <p:nvSpPr>
          <p:cNvPr id="5" name="PlaceHolder 4"/>
          <p:cNvSpPr>
            <a:spLocks noGrp="1"/>
          </p:cNvSpPr>
          <p:nvPr>
            <p:ph type="sldNum" idx="32"/>
          </p:nvPr>
        </p:nvSpPr>
        <p:spPr/>
        <p:txBody>
          <a:bodyPr/>
          <a:p>
            <a:fld id="{C8A215B9-432E-45DC-ABF2-8F43B2B3E022}" type="slidenum">
              <a:t>&lt;#&gt;</a:t>
            </a:fld>
          </a:p>
        </p:txBody>
      </p:sp>
      <p:sp>
        <p:nvSpPr>
          <p:cNvPr id="6" name="PlaceHolder 5"/>
          <p:cNvSpPr>
            <a:spLocks noGrp="1"/>
          </p:cNvSpPr>
          <p:nvPr>
            <p:ph type="dt" idx="30"/>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2_Title and Content">
    <p:spTree>
      <p:nvGrpSpPr>
        <p:cNvPr id="1" name=""/>
        <p:cNvGrpSpPr/>
        <p:nvPr/>
      </p:nvGrpSpPr>
      <p:grpSpPr>
        <a:xfrm>
          <a:off x="0" y="0"/>
          <a:ext cx="0" cy="0"/>
          <a:chOff x="0" y="0"/>
          <a:chExt cx="0" cy="0"/>
        </a:xfrm>
      </p:grpSpPr>
      <p:sp>
        <p:nvSpPr>
          <p:cNvPr id="2" name="PlaceHolder 1"/>
          <p:cNvSpPr>
            <a:spLocks noGrp="1"/>
          </p:cNvSpPr>
          <p:nvPr>
            <p:ph type="ftr" idx="33"/>
          </p:nvPr>
        </p:nvSpPr>
        <p:spPr/>
        <p:txBody>
          <a:bodyPr/>
          <a:p>
            <a:r>
              <a:t>Footer</a:t>
            </a:r>
          </a:p>
        </p:txBody>
      </p:sp>
      <p:sp>
        <p:nvSpPr>
          <p:cNvPr id="3" name="PlaceHolder 2"/>
          <p:cNvSpPr>
            <a:spLocks noGrp="1"/>
          </p:cNvSpPr>
          <p:nvPr>
            <p:ph type="sldNum" idx="34"/>
          </p:nvPr>
        </p:nvSpPr>
        <p:spPr/>
        <p:txBody>
          <a:bodyPr/>
          <a:p>
            <a:fld id="{A107631A-D262-47EA-9B7E-5F927C5351DA}" type="slidenum">
              <a:t>&lt;#&gt;</a:t>
            </a:fld>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36"/>
          </p:nvPr>
        </p:nvSpPr>
        <p:spPr/>
        <p:txBody>
          <a:bodyPr/>
          <a:p>
            <a:r>
              <a:t>Footer</a:t>
            </a:r>
          </a:p>
        </p:txBody>
      </p:sp>
      <p:sp>
        <p:nvSpPr>
          <p:cNvPr id="3" name="PlaceHolder 2"/>
          <p:cNvSpPr>
            <a:spLocks noGrp="1"/>
          </p:cNvSpPr>
          <p:nvPr>
            <p:ph type="sldNum" idx="37"/>
          </p:nvPr>
        </p:nvSpPr>
        <p:spPr/>
        <p:txBody>
          <a:bodyPr/>
          <a:p>
            <a:fld id="{5185C326-9CB4-4414-AF4B-92F9112865A8}" type="slidenum">
              <a:t>&lt;#&gt;</a:t>
            </a:fld>
          </a:p>
        </p:txBody>
      </p:sp>
      <p:sp>
        <p:nvSpPr>
          <p:cNvPr id="4" name="PlaceHolder 3"/>
          <p:cNvSpPr>
            <a:spLocks noGrp="1"/>
          </p:cNvSpPr>
          <p:nvPr>
            <p:ph type="dt" idx="35"/>
          </p:nvPr>
        </p:nvSpPr>
        <p:spPr/>
        <p:txBody>
          <a:bodyPr/>
          <a:p>
            <a:r>
              <a:rPr lang="en-US"/>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506" name="PlaceHolder 1"/>
          <p:cNvSpPr>
            <a:spLocks noGrp="1"/>
          </p:cNvSpPr>
          <p:nvPr>
            <p:ph type="title"/>
          </p:nvPr>
        </p:nvSpPr>
        <p:spPr>
          <a:xfrm>
            <a:off x="2593080" y="624240"/>
            <a:ext cx="8911440" cy="128052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entury Gothic"/>
            </a:endParaRPr>
          </a:p>
        </p:txBody>
      </p:sp>
      <p:sp>
        <p:nvSpPr>
          <p:cNvPr id="507" name="PlaceHolder 2"/>
          <p:cNvSpPr>
            <a:spLocks noGrp="1"/>
          </p:cNvSpPr>
          <p:nvPr>
            <p:ph/>
          </p:nvPr>
        </p:nvSpPr>
        <p:spPr>
          <a:xfrm>
            <a:off x="2589120" y="2133720"/>
            <a:ext cx="4350240" cy="3777120"/>
          </a:xfrm>
          <a:prstGeom prst="rect">
            <a:avLst/>
          </a:prstGeom>
          <a:noFill/>
          <a:ln w="0">
            <a:noFill/>
          </a:ln>
        </p:spPr>
        <p:txBody>
          <a:bodyPr lIns="0" rIns="0" tIns="0" bIns="0" anchor="t">
            <a:normAutofit/>
          </a:bodyPr>
          <a:p>
            <a:pPr indent="0">
              <a:spcBef>
                <a:spcPts val="1417"/>
              </a:spcBef>
              <a:buNone/>
            </a:pPr>
            <a:endParaRPr b="0" lang="en-US" sz="1800" spc="-1" strike="noStrike">
              <a:solidFill>
                <a:schemeClr val="dk1">
                  <a:lumMod val="75000"/>
                  <a:lumOff val="25000"/>
                </a:schemeClr>
              </a:solidFill>
              <a:latin typeface="Century Gothic"/>
            </a:endParaRPr>
          </a:p>
        </p:txBody>
      </p:sp>
      <p:sp>
        <p:nvSpPr>
          <p:cNvPr id="508" name="PlaceHolder 3"/>
          <p:cNvSpPr>
            <a:spLocks noGrp="1"/>
          </p:cNvSpPr>
          <p:nvPr>
            <p:ph/>
          </p:nvPr>
        </p:nvSpPr>
        <p:spPr>
          <a:xfrm>
            <a:off x="7157160" y="2133720"/>
            <a:ext cx="4350240" cy="3777120"/>
          </a:xfrm>
          <a:prstGeom prst="rect">
            <a:avLst/>
          </a:prstGeom>
          <a:noFill/>
          <a:ln w="0">
            <a:noFill/>
          </a:ln>
        </p:spPr>
        <p:txBody>
          <a:bodyPr lIns="0" rIns="0" tIns="0" bIns="0" anchor="t">
            <a:normAutofit/>
          </a:bodyPr>
          <a:p>
            <a:pPr indent="0">
              <a:spcBef>
                <a:spcPts val="1417"/>
              </a:spcBef>
              <a:buNone/>
            </a:pPr>
            <a:endParaRPr b="0" lang="en-US" sz="1800" spc="-1" strike="noStrike">
              <a:solidFill>
                <a:schemeClr val="dk1">
                  <a:lumMod val="75000"/>
                  <a:lumOff val="25000"/>
                </a:schemeClr>
              </a:solidFill>
              <a:latin typeface="Century Gothic"/>
            </a:endParaRPr>
          </a:p>
        </p:txBody>
      </p:sp>
      <p:sp>
        <p:nvSpPr>
          <p:cNvPr id="5" name="PlaceHolder 4"/>
          <p:cNvSpPr>
            <a:spLocks noGrp="1"/>
          </p:cNvSpPr>
          <p:nvPr>
            <p:ph type="ftr" idx="39"/>
          </p:nvPr>
        </p:nvSpPr>
        <p:spPr/>
        <p:txBody>
          <a:bodyPr/>
          <a:p>
            <a:r>
              <a:t>Footer</a:t>
            </a:r>
          </a:p>
        </p:txBody>
      </p:sp>
      <p:sp>
        <p:nvSpPr>
          <p:cNvPr id="6" name="PlaceHolder 5"/>
          <p:cNvSpPr>
            <a:spLocks noGrp="1"/>
          </p:cNvSpPr>
          <p:nvPr>
            <p:ph type="sldNum" idx="40"/>
          </p:nvPr>
        </p:nvSpPr>
        <p:spPr/>
        <p:txBody>
          <a:bodyPr/>
          <a:p>
            <a:fld id="{B62A1A79-A6EE-4C96-9E5D-7A1BAAEE5701}" type="slidenum">
              <a:t>&lt;#&gt;</a:t>
            </a:fld>
          </a:p>
        </p:txBody>
      </p:sp>
      <p:sp>
        <p:nvSpPr>
          <p:cNvPr id="7" name="PlaceHolder 6"/>
          <p:cNvSpPr>
            <a:spLocks noGrp="1"/>
          </p:cNvSpPr>
          <p:nvPr>
            <p:ph type="dt" idx="38"/>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42"/>
          </p:nvPr>
        </p:nvSpPr>
        <p:spPr/>
        <p:txBody>
          <a:bodyPr/>
          <a:p>
            <a:r>
              <a:t>Footer</a:t>
            </a:r>
          </a:p>
        </p:txBody>
      </p:sp>
      <p:sp>
        <p:nvSpPr>
          <p:cNvPr id="3" name="PlaceHolder 2"/>
          <p:cNvSpPr>
            <a:spLocks noGrp="1"/>
          </p:cNvSpPr>
          <p:nvPr>
            <p:ph type="sldNum" idx="43"/>
          </p:nvPr>
        </p:nvSpPr>
        <p:spPr/>
        <p:txBody>
          <a:bodyPr/>
          <a:p>
            <a:fld id="{60FBE23B-18CA-4B4C-9471-3E10440EB67D}" type="slidenum">
              <a:t>&lt;#&gt;</a:t>
            </a:fld>
          </a:p>
        </p:txBody>
      </p:sp>
      <p:sp>
        <p:nvSpPr>
          <p:cNvPr id="4" name="PlaceHolder 3"/>
          <p:cNvSpPr>
            <a:spLocks noGrp="1"/>
          </p:cNvSpPr>
          <p:nvPr>
            <p:ph type="dt" idx="41"/>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78" name="PlaceHolder 1"/>
          <p:cNvSpPr>
            <a:spLocks noGrp="1"/>
          </p:cNvSpPr>
          <p:nvPr>
            <p:ph type="title"/>
          </p:nvPr>
        </p:nvSpPr>
        <p:spPr>
          <a:xfrm>
            <a:off x="2593080" y="624240"/>
            <a:ext cx="8911440" cy="128052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entury Gothic"/>
            </a:endParaRPr>
          </a:p>
        </p:txBody>
      </p:sp>
      <p:sp>
        <p:nvSpPr>
          <p:cNvPr id="3" name="PlaceHolder 2"/>
          <p:cNvSpPr>
            <a:spLocks noGrp="1"/>
          </p:cNvSpPr>
          <p:nvPr>
            <p:ph type="ftr" idx="45"/>
          </p:nvPr>
        </p:nvSpPr>
        <p:spPr/>
        <p:txBody>
          <a:bodyPr/>
          <a:p>
            <a:r>
              <a:t>Footer</a:t>
            </a:r>
          </a:p>
        </p:txBody>
      </p:sp>
      <p:sp>
        <p:nvSpPr>
          <p:cNvPr id="4" name="PlaceHolder 3"/>
          <p:cNvSpPr>
            <a:spLocks noGrp="1"/>
          </p:cNvSpPr>
          <p:nvPr>
            <p:ph type="sldNum" idx="46"/>
          </p:nvPr>
        </p:nvSpPr>
        <p:spPr/>
        <p:txBody>
          <a:bodyPr/>
          <a:p>
            <a:fld id="{82D76D52-79C1-4A24-9E92-D72A16C25470}" type="slidenum">
              <a:t>&lt;#&gt;</a:t>
            </a:fld>
          </a:p>
        </p:txBody>
      </p:sp>
      <p:sp>
        <p:nvSpPr>
          <p:cNvPr id="5" name="PlaceHolder 4"/>
          <p:cNvSpPr>
            <a:spLocks noGrp="1"/>
          </p:cNvSpPr>
          <p:nvPr>
            <p:ph type="dt" idx="44"/>
          </p:nvPr>
        </p:nvSpPr>
        <p:spPr/>
        <p:txBody>
          <a:bodyPr/>
          <a:p>
            <a:r>
              <a:rPr lang="en-US"/>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48"/>
          </p:nvPr>
        </p:nvSpPr>
        <p:spPr/>
        <p:txBody>
          <a:bodyPr/>
          <a:p>
            <a:r>
              <a:t>Footer</a:t>
            </a:r>
          </a:p>
        </p:txBody>
      </p:sp>
      <p:sp>
        <p:nvSpPr>
          <p:cNvPr id="3" name="PlaceHolder 2"/>
          <p:cNvSpPr>
            <a:spLocks noGrp="1"/>
          </p:cNvSpPr>
          <p:nvPr>
            <p:ph type="sldNum" idx="49"/>
          </p:nvPr>
        </p:nvSpPr>
        <p:spPr/>
        <p:txBody>
          <a:bodyPr/>
          <a:p>
            <a:fld id="{28CBB0A5-2651-4AC1-8910-1F136883E013}" type="slidenum">
              <a:t>&lt;#&gt;</a:t>
            </a:fld>
          </a:p>
        </p:txBody>
      </p:sp>
      <p:sp>
        <p:nvSpPr>
          <p:cNvPr id="4" name="PlaceHolder 3"/>
          <p:cNvSpPr>
            <a:spLocks noGrp="1"/>
          </p:cNvSpPr>
          <p:nvPr>
            <p:ph type="dt" idx="47"/>
          </p:nvPr>
        </p:nvSpPr>
        <p:spPr/>
        <p:txBody>
          <a:bodyPr/>
          <a:p>
            <a:r>
              <a:rPr lang="en-US"/>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51"/>
          </p:nvPr>
        </p:nvSpPr>
        <p:spPr/>
        <p:txBody>
          <a:bodyPr/>
          <a:p>
            <a:r>
              <a:t>Footer</a:t>
            </a:r>
          </a:p>
        </p:txBody>
      </p:sp>
      <p:sp>
        <p:nvSpPr>
          <p:cNvPr id="3" name="PlaceHolder 2"/>
          <p:cNvSpPr>
            <a:spLocks noGrp="1"/>
          </p:cNvSpPr>
          <p:nvPr>
            <p:ph type="sldNum" idx="52"/>
          </p:nvPr>
        </p:nvSpPr>
        <p:spPr/>
        <p:txBody>
          <a:bodyPr/>
          <a:p>
            <a:fld id="{8356013D-13E6-4E2A-A003-3697BC51A0AE}" type="slidenum">
              <a:t>&lt;#&gt;</a:t>
            </a:fld>
          </a:p>
        </p:txBody>
      </p:sp>
      <p:sp>
        <p:nvSpPr>
          <p:cNvPr id="4" name="PlaceHolder 3"/>
          <p:cNvSpPr>
            <a:spLocks noGrp="1"/>
          </p:cNvSpPr>
          <p:nvPr>
            <p:ph type="dt" idx="50"/>
          </p:nvPr>
        </p:nvSpPr>
        <p:spPr/>
        <p:txBody>
          <a:bodyPr/>
          <a:p>
            <a:r>
              <a:rPr lang="en-US"/>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54"/>
          </p:nvPr>
        </p:nvSpPr>
        <p:spPr/>
        <p:txBody>
          <a:bodyPr/>
          <a:p>
            <a:r>
              <a:t>Footer</a:t>
            </a:r>
          </a:p>
        </p:txBody>
      </p:sp>
      <p:sp>
        <p:nvSpPr>
          <p:cNvPr id="3" name="PlaceHolder 2"/>
          <p:cNvSpPr>
            <a:spLocks noGrp="1"/>
          </p:cNvSpPr>
          <p:nvPr>
            <p:ph type="sldNum" idx="55"/>
          </p:nvPr>
        </p:nvSpPr>
        <p:spPr/>
        <p:txBody>
          <a:bodyPr/>
          <a:p>
            <a:fld id="{4EF561EE-7F13-461F-AD1F-DB1D386A3960}" type="slidenum">
              <a:t>&lt;#&gt;</a:t>
            </a:fld>
          </a:p>
        </p:txBody>
      </p:sp>
      <p:sp>
        <p:nvSpPr>
          <p:cNvPr id="4" name="PlaceHolder 3"/>
          <p:cNvSpPr>
            <a:spLocks noGrp="1"/>
          </p:cNvSpPr>
          <p:nvPr>
            <p:ph type="dt" idx="53"/>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slideLayout" Target="../slideLayouts/slideLayout2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0" name="Group 22"/>
          <p:cNvGrpSpPr/>
          <p:nvPr/>
        </p:nvGrpSpPr>
        <p:grpSpPr>
          <a:xfrm>
            <a:off x="0" y="228600"/>
            <a:ext cx="2851200" cy="6638400"/>
            <a:chOff x="0" y="228600"/>
            <a:chExt cx="2851200" cy="6638400"/>
          </a:xfrm>
        </p:grpSpPr>
        <p:sp>
          <p:nvSpPr>
            <p:cNvPr id="1"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13" name="Group 9"/>
          <p:cNvGrpSpPr/>
          <p:nvPr/>
        </p:nvGrpSpPr>
        <p:grpSpPr>
          <a:xfrm>
            <a:off x="27360" y="-720"/>
            <a:ext cx="2356200" cy="6853680"/>
            <a:chOff x="27360" y="-720"/>
            <a:chExt cx="2356200" cy="6853680"/>
          </a:xfrm>
        </p:grpSpPr>
        <p:sp>
          <p:nvSpPr>
            <p:cNvPr id="14"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6"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7"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0"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3"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26"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27" name="PlaceHolder 1"/>
          <p:cNvSpPr>
            <a:spLocks noGrp="1"/>
          </p:cNvSpPr>
          <p:nvPr>
            <p:ph type="title"/>
          </p:nvPr>
        </p:nvSpPr>
        <p:spPr>
          <a:xfrm>
            <a:off x="2589120" y="2514600"/>
            <a:ext cx="8915040" cy="2262600"/>
          </a:xfrm>
          <a:prstGeom prst="rect">
            <a:avLst/>
          </a:prstGeom>
          <a:noFill/>
          <a:ln w="0">
            <a:noFill/>
          </a:ln>
        </p:spPr>
        <p:txBody>
          <a:bodyPr lIns="91440" rIns="91440" tIns="45720" bIns="45720" anchor="b">
            <a:normAutofit/>
          </a:bodyPr>
          <a:p>
            <a:pPr indent="0" defTabSz="457200">
              <a:lnSpc>
                <a:spcPct val="100000"/>
              </a:lnSpc>
              <a:buNone/>
            </a:pPr>
            <a:r>
              <a:rPr b="0" lang="en-US" sz="5400" spc="-1" strike="noStrike">
                <a:solidFill>
                  <a:schemeClr val="dk1">
                    <a:lumMod val="85000"/>
                    <a:lumOff val="15000"/>
                  </a:schemeClr>
                </a:solidFill>
                <a:latin typeface="Century Gothic"/>
              </a:rPr>
              <a:t>Click to edit Master title style</a:t>
            </a:r>
            <a:endParaRPr b="0" lang="en-US" sz="5400" spc="-1" strike="noStrike">
              <a:solidFill>
                <a:schemeClr val="dk1"/>
              </a:solidFill>
              <a:latin typeface="Century Gothic"/>
            </a:endParaRPr>
          </a:p>
        </p:txBody>
      </p:sp>
      <p:sp>
        <p:nvSpPr>
          <p:cNvPr id="28" name="PlaceHolder 2"/>
          <p:cNvSpPr>
            <a:spLocks noGrp="1"/>
          </p:cNvSpPr>
          <p:nvPr>
            <p:ph type="dt" idx="1"/>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29" name="PlaceHolder 3"/>
          <p:cNvSpPr>
            <a:spLocks noGrp="1"/>
          </p:cNvSpPr>
          <p:nvPr>
            <p:ph type="ftr" idx="2"/>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0" name="Freeform 6"/>
          <p:cNvSpPr/>
          <p:nvPr/>
        </p:nvSpPr>
        <p:spPr>
          <a:xfrm>
            <a:off x="0" y="4323960"/>
            <a:ext cx="1744200" cy="778320"/>
          </a:xfrm>
          <a:custGeom>
            <a:avLst/>
            <a:gdLst>
              <a:gd name="textAreaLeft" fmla="*/ 0 w 1744200"/>
              <a:gd name="textAreaRight" fmla="*/ 1744560 w 1744200"/>
              <a:gd name="textAreaTop" fmla="*/ 0 h 778320"/>
              <a:gd name="textAreaBottom" fmla="*/ 778680 h 778320"/>
            </a:gdLst>
            <a:ahLst/>
            <a:rect l="textAreaLeft" t="textAreaTop" r="textAreaRight" b="textAreaBottom"/>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1" name="PlaceHolder 4"/>
          <p:cNvSpPr>
            <a:spLocks noGrp="1"/>
          </p:cNvSpPr>
          <p:nvPr>
            <p:ph type="sldNum" idx="3"/>
          </p:nvPr>
        </p:nvSpPr>
        <p:spPr>
          <a:xfrm>
            <a:off x="531720" y="452952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
        <p:nvSpPr>
          <p:cNvPr id="32"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chemeClr val="dk1">
                    <a:lumMod val="75000"/>
                    <a:lumOff val="25000"/>
                  </a:schemeClr>
                </a:solidFill>
                <a:latin typeface="Century Gothic"/>
              </a:rPr>
              <a:t>Click to edit the outline text format</a:t>
            </a:r>
            <a:endParaRPr b="0" lang="en-US" sz="1800" spc="-1" strike="noStrike">
              <a:solidFill>
                <a:schemeClr val="dk1">
                  <a:lumMod val="75000"/>
                  <a:lumOff val="25000"/>
                </a:schemeClr>
              </a:solidFill>
              <a:latin typeface="Century Gothic"/>
            </a:endParaRPr>
          </a:p>
          <a:p>
            <a:pPr lvl="1" marL="864000" indent="-324000">
              <a:spcBef>
                <a:spcPts val="1134"/>
              </a:spcBef>
              <a:buClr>
                <a:srgbClr val="000000"/>
              </a:buClr>
              <a:buSzPct val="75000"/>
              <a:buFont typeface="Symbol" charset="2"/>
              <a:buChar char=""/>
            </a:pPr>
            <a:r>
              <a:rPr b="0" lang="en-US" sz="1400" spc="-1" strike="noStrike">
                <a:solidFill>
                  <a:schemeClr val="dk1">
                    <a:lumMod val="75000"/>
                    <a:lumOff val="25000"/>
                  </a:schemeClr>
                </a:solidFill>
                <a:latin typeface="Century Gothic"/>
              </a:rPr>
              <a:t>Second Outline Level</a:t>
            </a:r>
            <a:endParaRPr b="0" lang="en-US" sz="1400" spc="-1" strike="noStrike">
              <a:solidFill>
                <a:schemeClr val="dk1">
                  <a:lumMod val="75000"/>
                  <a:lumOff val="25000"/>
                </a:schemeClr>
              </a:solidFill>
              <a:latin typeface="Century Gothic"/>
            </a:endParaRPr>
          </a:p>
          <a:p>
            <a:pPr lvl="2" marL="1296000" indent="-288000">
              <a:spcBef>
                <a:spcPts val="850"/>
              </a:spcBef>
              <a:buClr>
                <a:srgbClr val="000000"/>
              </a:buClr>
              <a:buSzPct val="45000"/>
              <a:buFont typeface="Wingdings" charset="2"/>
              <a:buChar char=""/>
            </a:pPr>
            <a:r>
              <a:rPr b="0" lang="en-US" sz="1200" spc="-1" strike="noStrike">
                <a:solidFill>
                  <a:schemeClr val="dk1">
                    <a:lumMod val="75000"/>
                    <a:lumOff val="25000"/>
                  </a:schemeClr>
                </a:solidFill>
                <a:latin typeface="Century Gothic"/>
              </a:rPr>
              <a:t>Third Outline Level</a:t>
            </a:r>
            <a:endParaRPr b="0" lang="en-US" sz="1200" spc="-1" strike="noStrike">
              <a:solidFill>
                <a:schemeClr val="dk1">
                  <a:lumMod val="75000"/>
                  <a:lumOff val="25000"/>
                </a:schemeClr>
              </a:solidFill>
              <a:latin typeface="Century Gothic"/>
            </a:endParaRPr>
          </a:p>
          <a:p>
            <a:pPr lvl="3" marL="1728000" indent="-216000">
              <a:spcBef>
                <a:spcPts val="567"/>
              </a:spcBef>
              <a:buClr>
                <a:srgbClr val="000000"/>
              </a:buClr>
              <a:buSzPct val="75000"/>
              <a:buFont typeface="Symbol" charset="2"/>
              <a:buChar char=""/>
            </a:pPr>
            <a:r>
              <a:rPr b="0" lang="en-US" sz="1200" spc="-1" strike="noStrike">
                <a:solidFill>
                  <a:schemeClr val="dk1">
                    <a:lumMod val="75000"/>
                    <a:lumOff val="25000"/>
                  </a:schemeClr>
                </a:solidFill>
                <a:latin typeface="Century Gothic"/>
              </a:rPr>
              <a:t>Fourth Outline Level</a:t>
            </a:r>
            <a:endParaRPr b="0" lang="en-US" sz="1200" spc="-1" strike="noStrike">
              <a:solidFill>
                <a:schemeClr val="dk1">
                  <a:lumMod val="75000"/>
                  <a:lumOff val="25000"/>
                </a:schemeClr>
              </a:solidFill>
              <a:latin typeface="Century Gothic"/>
            </a:endParaRPr>
          </a:p>
          <a:p>
            <a:pPr lvl="4" marL="2160000" indent="-216000">
              <a:spcBef>
                <a:spcPts val="283"/>
              </a:spcBef>
              <a:buClr>
                <a:srgbClr val="000000"/>
              </a:buClr>
              <a:buSzPct val="45000"/>
              <a:buFont typeface="Wingdings" charset="2"/>
              <a:buChar char=""/>
            </a:pPr>
            <a:r>
              <a:rPr b="0" lang="en-US" sz="2000" spc="-1" strike="noStrike">
                <a:solidFill>
                  <a:schemeClr val="dk1">
                    <a:lumMod val="75000"/>
                    <a:lumOff val="25000"/>
                  </a:schemeClr>
                </a:solidFill>
                <a:latin typeface="Century Gothic"/>
              </a:rPr>
              <a:t>Fifth Outline Level</a:t>
            </a:r>
            <a:endParaRPr b="0" lang="en-US" sz="2000" spc="-1" strike="noStrike">
              <a:solidFill>
                <a:schemeClr val="dk1">
                  <a:lumMod val="75000"/>
                  <a:lumOff val="25000"/>
                </a:schemeClr>
              </a:solidFill>
              <a:latin typeface="Century Gothic"/>
            </a:endParaRPr>
          </a:p>
          <a:p>
            <a:pPr lvl="5" marL="2592000" indent="-216000">
              <a:spcBef>
                <a:spcPts val="283"/>
              </a:spcBef>
              <a:buClr>
                <a:srgbClr val="000000"/>
              </a:buClr>
              <a:buSzPct val="45000"/>
              <a:buFont typeface="Wingdings" charset="2"/>
              <a:buChar char=""/>
            </a:pPr>
            <a:r>
              <a:rPr b="0" lang="en-US" sz="2000" spc="-1" strike="noStrike">
                <a:solidFill>
                  <a:schemeClr val="dk1">
                    <a:lumMod val="75000"/>
                    <a:lumOff val="25000"/>
                  </a:schemeClr>
                </a:solidFill>
                <a:latin typeface="Century Gothic"/>
              </a:rPr>
              <a:t>Sixth Outline Level</a:t>
            </a:r>
            <a:endParaRPr b="0" lang="en-US" sz="2000" spc="-1" strike="noStrike">
              <a:solidFill>
                <a:schemeClr val="dk1">
                  <a:lumMod val="75000"/>
                  <a:lumOff val="25000"/>
                </a:schemeClr>
              </a:solidFill>
              <a:latin typeface="Century Gothic"/>
            </a:endParaRPr>
          </a:p>
          <a:p>
            <a:pPr lvl="6" marL="3024000" indent="-216000">
              <a:spcBef>
                <a:spcPts val="283"/>
              </a:spcBef>
              <a:buClr>
                <a:srgbClr val="000000"/>
              </a:buClr>
              <a:buSzPct val="45000"/>
              <a:buFont typeface="Wingdings" charset="2"/>
              <a:buChar char=""/>
            </a:pPr>
            <a:r>
              <a:rPr b="0" lang="en-US" sz="2000" spc="-1" strike="noStrike">
                <a:solidFill>
                  <a:schemeClr val="dk1">
                    <a:lumMod val="75000"/>
                    <a:lumOff val="25000"/>
                  </a:schemeClr>
                </a:solidFill>
                <a:latin typeface="Century Gothic"/>
              </a:rPr>
              <a:t>Seventh Outline Level</a:t>
            </a:r>
            <a:endParaRPr b="0" lang="en-US" sz="2000" spc="-1" strike="noStrike">
              <a:solidFill>
                <a:schemeClr val="dk1">
                  <a:lumMod val="75000"/>
                  <a:lumOff val="25000"/>
                </a:schemeClr>
              </a:solidFill>
              <a:latin typeface="Century Gothic"/>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35" name="Group 22"/>
          <p:cNvGrpSpPr/>
          <p:nvPr/>
        </p:nvGrpSpPr>
        <p:grpSpPr>
          <a:xfrm>
            <a:off x="0" y="228600"/>
            <a:ext cx="2851200" cy="6638400"/>
            <a:chOff x="0" y="228600"/>
            <a:chExt cx="2851200" cy="6638400"/>
          </a:xfrm>
        </p:grpSpPr>
        <p:sp>
          <p:nvSpPr>
            <p:cNvPr id="36"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7"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9"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0"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1"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2"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3"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4"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5"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6"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7"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48" name="Group 9"/>
          <p:cNvGrpSpPr/>
          <p:nvPr/>
        </p:nvGrpSpPr>
        <p:grpSpPr>
          <a:xfrm>
            <a:off x="27360" y="-720"/>
            <a:ext cx="2356200" cy="6853680"/>
            <a:chOff x="27360" y="-720"/>
            <a:chExt cx="2356200" cy="6853680"/>
          </a:xfrm>
        </p:grpSpPr>
        <p:sp>
          <p:nvSpPr>
            <p:cNvPr id="49"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0"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1"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2"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3"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4"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5"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6"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7"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8"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9"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0"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61"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62" name="PlaceHolder 1"/>
          <p:cNvSpPr>
            <a:spLocks noGrp="1"/>
          </p:cNvSpPr>
          <p:nvPr>
            <p:ph type="title"/>
          </p:nvPr>
        </p:nvSpPr>
        <p:spPr>
          <a:xfrm>
            <a:off x="2589120" y="609480"/>
            <a:ext cx="8915040" cy="3116520"/>
          </a:xfrm>
          <a:prstGeom prst="rect">
            <a:avLst/>
          </a:prstGeom>
          <a:noFill/>
          <a:ln w="0">
            <a:noFill/>
          </a:ln>
        </p:spPr>
        <p:txBody>
          <a:bodyPr lIns="91440" rIns="91440" tIns="45720" bIns="45720" anchor="ctr">
            <a:normAutofit/>
          </a:bodyPr>
          <a:p>
            <a:pPr indent="0" defTabSz="457200">
              <a:lnSpc>
                <a:spcPct val="100000"/>
              </a:lnSpc>
              <a:buNone/>
            </a:pPr>
            <a:r>
              <a:rPr b="0" lang="en-US" sz="4800" spc="-1" strike="noStrike">
                <a:solidFill>
                  <a:schemeClr val="dk1">
                    <a:lumMod val="85000"/>
                    <a:lumOff val="15000"/>
                  </a:schemeClr>
                </a:solidFill>
                <a:latin typeface="Century Gothic"/>
              </a:rPr>
              <a:t>Click to edit Master title style</a:t>
            </a:r>
            <a:endParaRPr b="0" lang="en-US" sz="4800" spc="-1" strike="noStrike">
              <a:solidFill>
                <a:schemeClr val="dk1"/>
              </a:solidFill>
              <a:latin typeface="Century Gothic"/>
            </a:endParaRPr>
          </a:p>
        </p:txBody>
      </p:sp>
      <p:sp>
        <p:nvSpPr>
          <p:cNvPr id="63" name="PlaceHolder 2"/>
          <p:cNvSpPr>
            <a:spLocks noGrp="1"/>
          </p:cNvSpPr>
          <p:nvPr>
            <p:ph type="body"/>
          </p:nvPr>
        </p:nvSpPr>
        <p:spPr>
          <a:xfrm>
            <a:off x="2589120" y="4354200"/>
            <a:ext cx="8915040" cy="1555560"/>
          </a:xfrm>
          <a:prstGeom prst="rect">
            <a:avLst/>
          </a:prstGeom>
          <a:noFill/>
          <a:ln w="0">
            <a:noFill/>
          </a:ln>
        </p:spPr>
        <p:txBody>
          <a:bodyPr lIns="91440" rIns="91440" tIns="45720" bIns="45720" anchor="ctr">
            <a:normAutofit/>
          </a:bodyPr>
          <a:p>
            <a:pPr indent="0" defTabSz="457200">
              <a:lnSpc>
                <a:spcPct val="100000"/>
              </a:lnSpc>
              <a:spcBef>
                <a:spcPts val="1001"/>
              </a:spcBef>
              <a:buNone/>
              <a:tabLst>
                <a:tab algn="l" pos="0"/>
              </a:tabLst>
            </a:pPr>
            <a:r>
              <a:rPr b="0" lang="en-US" sz="1800" spc="-1" strike="noStrike">
                <a:solidFill>
                  <a:schemeClr val="dk1">
                    <a:lumMod val="65000"/>
                    <a:lumOff val="35000"/>
                  </a:schemeClr>
                </a:solidFill>
                <a:latin typeface="Century Gothic"/>
              </a:rPr>
              <a:t>Edit Master text styles</a:t>
            </a:r>
            <a:endParaRPr b="0" lang="en-US" sz="1800" spc="-1" strike="noStrike">
              <a:solidFill>
                <a:schemeClr val="dk1">
                  <a:lumMod val="75000"/>
                  <a:lumOff val="25000"/>
                </a:schemeClr>
              </a:solidFill>
              <a:latin typeface="Century Gothic"/>
            </a:endParaRPr>
          </a:p>
        </p:txBody>
      </p:sp>
      <p:sp>
        <p:nvSpPr>
          <p:cNvPr id="64" name="PlaceHolder 3"/>
          <p:cNvSpPr>
            <a:spLocks noGrp="1"/>
          </p:cNvSpPr>
          <p:nvPr>
            <p:ph type="dt" idx="4"/>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5" name="PlaceHolder 4"/>
          <p:cNvSpPr>
            <a:spLocks noGrp="1"/>
          </p:cNvSpPr>
          <p:nvPr>
            <p:ph type="ftr" idx="5"/>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6" name="Freeform 11"/>
          <p:cNvSpPr/>
          <p:nvPr/>
        </p:nvSpPr>
        <p:spPr>
          <a:xfrm flipV="1">
            <a:off x="-3960" y="317808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7" name="PlaceHolder 5"/>
          <p:cNvSpPr>
            <a:spLocks noGrp="1"/>
          </p:cNvSpPr>
          <p:nvPr>
            <p:ph type="sldNum" idx="6"/>
          </p:nvPr>
        </p:nvSpPr>
        <p:spPr>
          <a:xfrm>
            <a:off x="531720" y="324396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68" name="Group 22"/>
          <p:cNvGrpSpPr/>
          <p:nvPr/>
        </p:nvGrpSpPr>
        <p:grpSpPr>
          <a:xfrm>
            <a:off x="0" y="228600"/>
            <a:ext cx="2851200" cy="6638400"/>
            <a:chOff x="0" y="228600"/>
            <a:chExt cx="2851200" cy="6638400"/>
          </a:xfrm>
        </p:grpSpPr>
        <p:sp>
          <p:nvSpPr>
            <p:cNvPr id="69"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0"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1"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2"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3"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4"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5"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6"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7"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8"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9"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0"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81" name="Group 9"/>
          <p:cNvGrpSpPr/>
          <p:nvPr/>
        </p:nvGrpSpPr>
        <p:grpSpPr>
          <a:xfrm>
            <a:off x="27360" y="-720"/>
            <a:ext cx="2356200" cy="6853680"/>
            <a:chOff x="27360" y="-720"/>
            <a:chExt cx="2356200" cy="6853680"/>
          </a:xfrm>
        </p:grpSpPr>
        <p:sp>
          <p:nvSpPr>
            <p:cNvPr id="82"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3"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4"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5"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6"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7"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8"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89"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0"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1"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2"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93"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94"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95" name="PlaceHolder 1"/>
          <p:cNvSpPr>
            <a:spLocks noGrp="1"/>
          </p:cNvSpPr>
          <p:nvPr>
            <p:ph type="title"/>
          </p:nvPr>
        </p:nvSpPr>
        <p:spPr>
          <a:xfrm>
            <a:off x="2850120" y="609480"/>
            <a:ext cx="8393400" cy="2895120"/>
          </a:xfrm>
          <a:prstGeom prst="rect">
            <a:avLst/>
          </a:prstGeom>
          <a:noFill/>
          <a:ln w="0">
            <a:noFill/>
          </a:ln>
        </p:spPr>
        <p:txBody>
          <a:bodyPr lIns="91440" rIns="91440" tIns="45720" bIns="45720" anchor="ctr">
            <a:normAutofit/>
          </a:bodyPr>
          <a:p>
            <a:pPr indent="0" defTabSz="457200">
              <a:lnSpc>
                <a:spcPct val="100000"/>
              </a:lnSpc>
              <a:buNone/>
            </a:pPr>
            <a:r>
              <a:rPr b="0" lang="en-US" sz="4800" spc="-1" strike="noStrike">
                <a:solidFill>
                  <a:schemeClr val="dk1">
                    <a:lumMod val="85000"/>
                    <a:lumOff val="15000"/>
                  </a:schemeClr>
                </a:solidFill>
                <a:latin typeface="Century Gothic"/>
              </a:rPr>
              <a:t>Click to edit Master title style</a:t>
            </a:r>
            <a:endParaRPr b="0" lang="en-US" sz="4800" spc="-1" strike="noStrike">
              <a:solidFill>
                <a:schemeClr val="dk1"/>
              </a:solidFill>
              <a:latin typeface="Century Gothic"/>
            </a:endParaRPr>
          </a:p>
        </p:txBody>
      </p:sp>
      <p:sp>
        <p:nvSpPr>
          <p:cNvPr id="96" name="PlaceHolder 2"/>
          <p:cNvSpPr>
            <a:spLocks noGrp="1"/>
          </p:cNvSpPr>
          <p:nvPr>
            <p:ph type="body"/>
          </p:nvPr>
        </p:nvSpPr>
        <p:spPr>
          <a:xfrm>
            <a:off x="3274920" y="3505320"/>
            <a:ext cx="7536240" cy="380520"/>
          </a:xfrm>
          <a:prstGeom prst="rect">
            <a:avLst/>
          </a:prstGeom>
          <a:noFill/>
          <a:ln w="0">
            <a:noFill/>
          </a:ln>
        </p:spPr>
        <p:txBody>
          <a:bodyPr lIns="91440" rIns="91440" tIns="45720" bIns="45720" anchor="ctr">
            <a:noAutofit/>
          </a:bodyPr>
          <a:p>
            <a:pPr indent="0" defTabSz="457200">
              <a:lnSpc>
                <a:spcPct val="100000"/>
              </a:lnSpc>
              <a:spcBef>
                <a:spcPts val="1001"/>
              </a:spcBef>
              <a:buNone/>
              <a:tabLst>
                <a:tab algn="l" pos="0"/>
              </a:tabLst>
            </a:pPr>
            <a:r>
              <a:rPr b="0" lang="en-US" sz="1600" spc="-1" strike="noStrike">
                <a:solidFill>
                  <a:schemeClr val="dk1">
                    <a:lumMod val="50000"/>
                    <a:lumOff val="50000"/>
                  </a:schemeClr>
                </a:solidFill>
                <a:latin typeface="Century Gothic"/>
              </a:rPr>
              <a:t>Edit Master text styles</a:t>
            </a:r>
            <a:endParaRPr b="0" lang="en-US" sz="1600" spc="-1" strike="noStrike">
              <a:solidFill>
                <a:schemeClr val="dk1">
                  <a:lumMod val="75000"/>
                  <a:lumOff val="25000"/>
                </a:schemeClr>
              </a:solidFill>
              <a:latin typeface="Century Gothic"/>
            </a:endParaRPr>
          </a:p>
        </p:txBody>
      </p:sp>
      <p:sp>
        <p:nvSpPr>
          <p:cNvPr id="97" name="PlaceHolder 3"/>
          <p:cNvSpPr>
            <a:spLocks noGrp="1"/>
          </p:cNvSpPr>
          <p:nvPr>
            <p:ph type="body"/>
          </p:nvPr>
        </p:nvSpPr>
        <p:spPr>
          <a:xfrm>
            <a:off x="2589120" y="4354200"/>
            <a:ext cx="8915040" cy="1555560"/>
          </a:xfrm>
          <a:prstGeom prst="rect">
            <a:avLst/>
          </a:prstGeom>
          <a:noFill/>
          <a:ln w="0">
            <a:noFill/>
          </a:ln>
        </p:spPr>
        <p:txBody>
          <a:bodyPr lIns="91440" rIns="91440" tIns="45720" bIns="45720" anchor="ctr">
            <a:normAutofit/>
          </a:bodyPr>
          <a:p>
            <a:pPr indent="0" defTabSz="457200">
              <a:lnSpc>
                <a:spcPct val="100000"/>
              </a:lnSpc>
              <a:spcBef>
                <a:spcPts val="1001"/>
              </a:spcBef>
              <a:buNone/>
              <a:tabLst>
                <a:tab algn="l" pos="0"/>
              </a:tabLst>
            </a:pPr>
            <a:r>
              <a:rPr b="0" lang="en-US" sz="1800" spc="-1" strike="noStrike">
                <a:solidFill>
                  <a:schemeClr val="dk1">
                    <a:lumMod val="65000"/>
                    <a:lumOff val="35000"/>
                  </a:schemeClr>
                </a:solidFill>
                <a:latin typeface="Century Gothic"/>
              </a:rPr>
              <a:t>Edit Master text styles</a:t>
            </a:r>
            <a:endParaRPr b="0" lang="en-US" sz="1800" spc="-1" strike="noStrike">
              <a:solidFill>
                <a:schemeClr val="dk1">
                  <a:lumMod val="75000"/>
                  <a:lumOff val="25000"/>
                </a:schemeClr>
              </a:solidFill>
              <a:latin typeface="Century Gothic"/>
            </a:endParaRPr>
          </a:p>
        </p:txBody>
      </p:sp>
      <p:sp>
        <p:nvSpPr>
          <p:cNvPr id="98" name="PlaceHolder 4"/>
          <p:cNvSpPr>
            <a:spLocks noGrp="1"/>
          </p:cNvSpPr>
          <p:nvPr>
            <p:ph type="dt" idx="7"/>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99" name="PlaceHolder 5"/>
          <p:cNvSpPr>
            <a:spLocks noGrp="1"/>
          </p:cNvSpPr>
          <p:nvPr>
            <p:ph type="ftr" idx="8"/>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00" name="Freeform 11"/>
          <p:cNvSpPr/>
          <p:nvPr/>
        </p:nvSpPr>
        <p:spPr>
          <a:xfrm flipV="1">
            <a:off x="-3960" y="317808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1" name="PlaceHolder 6"/>
          <p:cNvSpPr>
            <a:spLocks noGrp="1"/>
          </p:cNvSpPr>
          <p:nvPr>
            <p:ph type="sldNum" idx="9"/>
          </p:nvPr>
        </p:nvSpPr>
        <p:spPr>
          <a:xfrm>
            <a:off x="531720" y="324396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
        <p:nvSpPr>
          <p:cNvPr id="102" name="TextBox 13"/>
          <p:cNvSpPr/>
          <p:nvPr/>
        </p:nvSpPr>
        <p:spPr>
          <a:xfrm>
            <a:off x="2467800" y="648000"/>
            <a:ext cx="609120" cy="584280"/>
          </a:xfrm>
          <a:prstGeom prst="rect">
            <a:avLst/>
          </a:prstGeom>
          <a:noFill/>
          <a:ln w="0">
            <a:noFill/>
          </a:ln>
        </p:spPr>
        <p:style>
          <a:lnRef idx="0"/>
          <a:fillRef idx="0"/>
          <a:effectRef idx="0"/>
          <a:fontRef idx="minor"/>
        </p:style>
        <p:txBody>
          <a:bodyPr anchor="ctr">
            <a:noAutofit/>
          </a:bodyPr>
          <a:p>
            <a:pPr defTabSz="914400">
              <a:lnSpc>
                <a:spcPct val="100000"/>
              </a:lnSpc>
            </a:pPr>
            <a:r>
              <a:rPr b="0" lang="en-US" sz="8000" spc="-1" strike="noStrike">
                <a:solidFill>
                  <a:schemeClr val="accent1"/>
                </a:solidFill>
                <a:latin typeface="Arial"/>
              </a:rPr>
              <a:t>“</a:t>
            </a:r>
            <a:endParaRPr b="0" lang="en-US" sz="8000" spc="-1" strike="noStrike">
              <a:solidFill>
                <a:srgbClr val="000000"/>
              </a:solidFill>
              <a:latin typeface="Arial"/>
            </a:endParaRPr>
          </a:p>
        </p:txBody>
      </p:sp>
      <p:sp>
        <p:nvSpPr>
          <p:cNvPr id="103" name="TextBox 14"/>
          <p:cNvSpPr/>
          <p:nvPr/>
        </p:nvSpPr>
        <p:spPr>
          <a:xfrm>
            <a:off x="11115000" y="2905200"/>
            <a:ext cx="609120" cy="584280"/>
          </a:xfrm>
          <a:prstGeom prst="rect">
            <a:avLst/>
          </a:prstGeom>
          <a:noFill/>
          <a:ln w="0">
            <a:noFill/>
          </a:ln>
        </p:spPr>
        <p:style>
          <a:lnRef idx="0"/>
          <a:fillRef idx="0"/>
          <a:effectRef idx="0"/>
          <a:fontRef idx="minor"/>
        </p:style>
        <p:txBody>
          <a:bodyPr anchor="ctr">
            <a:noAutofit/>
          </a:bodyPr>
          <a:p>
            <a:pPr defTabSz="914400">
              <a:lnSpc>
                <a:spcPct val="100000"/>
              </a:lnSpc>
            </a:pPr>
            <a:r>
              <a:rPr b="0" lang="en-US" sz="8000" spc="-1" strike="noStrike">
                <a:solidFill>
                  <a:schemeClr val="accent1"/>
                </a:solidFill>
                <a:latin typeface="Arial"/>
              </a:rPr>
              <a:t>”</a:t>
            </a:r>
            <a:endParaRPr b="0" lang="en-US" sz="8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104" name="Group 22"/>
          <p:cNvGrpSpPr/>
          <p:nvPr/>
        </p:nvGrpSpPr>
        <p:grpSpPr>
          <a:xfrm>
            <a:off x="0" y="228600"/>
            <a:ext cx="2851200" cy="6638400"/>
            <a:chOff x="0" y="228600"/>
            <a:chExt cx="2851200" cy="6638400"/>
          </a:xfrm>
        </p:grpSpPr>
        <p:sp>
          <p:nvSpPr>
            <p:cNvPr id="105"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6"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7"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8"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9"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0"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1"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2"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3"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4"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5"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6"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117" name="Group 9"/>
          <p:cNvGrpSpPr/>
          <p:nvPr/>
        </p:nvGrpSpPr>
        <p:grpSpPr>
          <a:xfrm>
            <a:off x="27360" y="-720"/>
            <a:ext cx="2356200" cy="6853680"/>
            <a:chOff x="27360" y="-720"/>
            <a:chExt cx="2356200" cy="6853680"/>
          </a:xfrm>
        </p:grpSpPr>
        <p:sp>
          <p:nvSpPr>
            <p:cNvPr id="118"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9"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0"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1"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2"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3"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4"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5"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6"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7"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8"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9"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130"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131" name="PlaceHolder 1"/>
          <p:cNvSpPr>
            <a:spLocks noGrp="1"/>
          </p:cNvSpPr>
          <p:nvPr>
            <p:ph type="title"/>
          </p:nvPr>
        </p:nvSpPr>
        <p:spPr>
          <a:xfrm>
            <a:off x="2589120" y="2438280"/>
            <a:ext cx="8915040" cy="2724480"/>
          </a:xfrm>
          <a:prstGeom prst="rect">
            <a:avLst/>
          </a:prstGeom>
          <a:noFill/>
          <a:ln w="0">
            <a:noFill/>
          </a:ln>
        </p:spPr>
        <p:txBody>
          <a:bodyPr lIns="91440" rIns="91440" tIns="45720" bIns="45720" anchor="b">
            <a:normAutofit/>
          </a:bodyPr>
          <a:p>
            <a:pPr indent="0" defTabSz="457200">
              <a:lnSpc>
                <a:spcPct val="100000"/>
              </a:lnSpc>
              <a:buNone/>
            </a:pPr>
            <a:r>
              <a:rPr b="0" lang="en-US" sz="4800" spc="-1" strike="noStrike">
                <a:solidFill>
                  <a:schemeClr val="dk1">
                    <a:lumMod val="85000"/>
                    <a:lumOff val="15000"/>
                  </a:schemeClr>
                </a:solidFill>
                <a:latin typeface="Century Gothic"/>
              </a:rPr>
              <a:t>Click to edit Master title style</a:t>
            </a:r>
            <a:endParaRPr b="0" lang="en-US" sz="4800" spc="-1" strike="noStrike">
              <a:solidFill>
                <a:schemeClr val="dk1"/>
              </a:solidFill>
              <a:latin typeface="Century Gothic"/>
            </a:endParaRPr>
          </a:p>
        </p:txBody>
      </p:sp>
      <p:sp>
        <p:nvSpPr>
          <p:cNvPr id="132" name="PlaceHolder 2"/>
          <p:cNvSpPr>
            <a:spLocks noGrp="1"/>
          </p:cNvSpPr>
          <p:nvPr>
            <p:ph type="body"/>
          </p:nvPr>
        </p:nvSpPr>
        <p:spPr>
          <a:xfrm>
            <a:off x="2589120" y="5181480"/>
            <a:ext cx="8915040" cy="72936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b="0" lang="en-US" sz="1800" spc="-1" strike="noStrike">
                <a:solidFill>
                  <a:schemeClr val="dk1">
                    <a:lumMod val="65000"/>
                    <a:lumOff val="35000"/>
                  </a:schemeClr>
                </a:solidFill>
                <a:latin typeface="Century Gothic"/>
              </a:rPr>
              <a:t>Edit Master text styles</a:t>
            </a:r>
            <a:endParaRPr b="0" lang="en-US" sz="1800" spc="-1" strike="noStrike">
              <a:solidFill>
                <a:schemeClr val="dk1">
                  <a:lumMod val="75000"/>
                  <a:lumOff val="25000"/>
                </a:schemeClr>
              </a:solidFill>
              <a:latin typeface="Century Gothic"/>
            </a:endParaRPr>
          </a:p>
        </p:txBody>
      </p:sp>
      <p:sp>
        <p:nvSpPr>
          <p:cNvPr id="133" name="PlaceHolder 3"/>
          <p:cNvSpPr>
            <a:spLocks noGrp="1"/>
          </p:cNvSpPr>
          <p:nvPr>
            <p:ph type="dt" idx="10"/>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34" name="PlaceHolder 4"/>
          <p:cNvSpPr>
            <a:spLocks noGrp="1"/>
          </p:cNvSpPr>
          <p:nvPr>
            <p:ph type="ftr" idx="11"/>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35" name="Freeform 11"/>
          <p:cNvSpPr/>
          <p:nvPr/>
        </p:nvSpPr>
        <p:spPr>
          <a:xfrm flipV="1">
            <a:off x="-3960" y="491184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6" name="PlaceHolder 5"/>
          <p:cNvSpPr>
            <a:spLocks noGrp="1"/>
          </p:cNvSpPr>
          <p:nvPr>
            <p:ph type="sldNum" idx="12"/>
          </p:nvPr>
        </p:nvSpPr>
        <p:spPr>
          <a:xfrm>
            <a:off x="531720" y="498312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137" name="Group 22"/>
          <p:cNvGrpSpPr/>
          <p:nvPr/>
        </p:nvGrpSpPr>
        <p:grpSpPr>
          <a:xfrm>
            <a:off x="0" y="228600"/>
            <a:ext cx="2851200" cy="6638400"/>
            <a:chOff x="0" y="228600"/>
            <a:chExt cx="2851200" cy="6638400"/>
          </a:xfrm>
        </p:grpSpPr>
        <p:sp>
          <p:nvSpPr>
            <p:cNvPr id="138"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9"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0"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1"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2"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3"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4"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5"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6"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7"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8"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9"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150" name="Group 9"/>
          <p:cNvGrpSpPr/>
          <p:nvPr/>
        </p:nvGrpSpPr>
        <p:grpSpPr>
          <a:xfrm>
            <a:off x="27360" y="-720"/>
            <a:ext cx="2356200" cy="6853680"/>
            <a:chOff x="27360" y="-720"/>
            <a:chExt cx="2356200" cy="6853680"/>
          </a:xfrm>
        </p:grpSpPr>
        <p:sp>
          <p:nvSpPr>
            <p:cNvPr id="151"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2"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3"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4"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5"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6"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7"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8"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9"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60"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61"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62"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163"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164" name="PlaceHolder 1"/>
          <p:cNvSpPr>
            <a:spLocks noGrp="1"/>
          </p:cNvSpPr>
          <p:nvPr>
            <p:ph type="title"/>
          </p:nvPr>
        </p:nvSpPr>
        <p:spPr>
          <a:xfrm>
            <a:off x="2850120" y="609480"/>
            <a:ext cx="8393400" cy="2895120"/>
          </a:xfrm>
          <a:prstGeom prst="rect">
            <a:avLst/>
          </a:prstGeom>
          <a:noFill/>
          <a:ln w="0">
            <a:noFill/>
          </a:ln>
        </p:spPr>
        <p:txBody>
          <a:bodyPr lIns="91440" rIns="91440" tIns="45720" bIns="45720" anchor="ctr">
            <a:normAutofit/>
          </a:bodyPr>
          <a:p>
            <a:pPr indent="0" defTabSz="457200">
              <a:lnSpc>
                <a:spcPct val="100000"/>
              </a:lnSpc>
              <a:buNone/>
            </a:pPr>
            <a:r>
              <a:rPr b="0" lang="en-US" sz="4800" spc="-1" strike="noStrike">
                <a:solidFill>
                  <a:schemeClr val="dk1">
                    <a:lumMod val="85000"/>
                    <a:lumOff val="15000"/>
                  </a:schemeClr>
                </a:solidFill>
                <a:latin typeface="Century Gothic"/>
              </a:rPr>
              <a:t>Click to edit Master title style</a:t>
            </a:r>
            <a:endParaRPr b="0" lang="en-US" sz="4800" spc="-1" strike="noStrike">
              <a:solidFill>
                <a:schemeClr val="dk1"/>
              </a:solidFill>
              <a:latin typeface="Century Gothic"/>
            </a:endParaRPr>
          </a:p>
        </p:txBody>
      </p:sp>
      <p:sp>
        <p:nvSpPr>
          <p:cNvPr id="165" name="PlaceHolder 2"/>
          <p:cNvSpPr>
            <a:spLocks noGrp="1"/>
          </p:cNvSpPr>
          <p:nvPr>
            <p:ph type="body"/>
          </p:nvPr>
        </p:nvSpPr>
        <p:spPr>
          <a:xfrm>
            <a:off x="2589120" y="4343400"/>
            <a:ext cx="8915040" cy="83772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b="0" lang="en-US" sz="2400" spc="-1" strike="noStrike">
                <a:solidFill>
                  <a:schemeClr val="accent1"/>
                </a:solidFill>
                <a:latin typeface="Century Gothic"/>
              </a:rPr>
              <a:t>Edit Master text styles</a:t>
            </a:r>
            <a:endParaRPr b="0" lang="en-US" sz="2400" spc="-1" strike="noStrike">
              <a:solidFill>
                <a:schemeClr val="dk1">
                  <a:lumMod val="75000"/>
                  <a:lumOff val="25000"/>
                </a:schemeClr>
              </a:solidFill>
              <a:latin typeface="Century Gothic"/>
            </a:endParaRPr>
          </a:p>
        </p:txBody>
      </p:sp>
      <p:sp>
        <p:nvSpPr>
          <p:cNvPr id="166" name="PlaceHolder 3"/>
          <p:cNvSpPr>
            <a:spLocks noGrp="1"/>
          </p:cNvSpPr>
          <p:nvPr>
            <p:ph type="body"/>
          </p:nvPr>
        </p:nvSpPr>
        <p:spPr>
          <a:xfrm>
            <a:off x="2589120" y="5181480"/>
            <a:ext cx="8915040" cy="72936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b="0" lang="en-US" sz="1800" spc="-1" strike="noStrike">
                <a:solidFill>
                  <a:schemeClr val="dk1">
                    <a:lumMod val="65000"/>
                    <a:lumOff val="35000"/>
                  </a:schemeClr>
                </a:solidFill>
                <a:latin typeface="Century Gothic"/>
              </a:rPr>
              <a:t>Edit Master text styles</a:t>
            </a:r>
            <a:endParaRPr b="0" lang="en-US" sz="1800" spc="-1" strike="noStrike">
              <a:solidFill>
                <a:schemeClr val="dk1">
                  <a:lumMod val="75000"/>
                  <a:lumOff val="25000"/>
                </a:schemeClr>
              </a:solidFill>
              <a:latin typeface="Century Gothic"/>
            </a:endParaRPr>
          </a:p>
        </p:txBody>
      </p:sp>
      <p:sp>
        <p:nvSpPr>
          <p:cNvPr id="167" name="PlaceHolder 4"/>
          <p:cNvSpPr>
            <a:spLocks noGrp="1"/>
          </p:cNvSpPr>
          <p:nvPr>
            <p:ph type="dt" idx="13"/>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68" name="PlaceHolder 5"/>
          <p:cNvSpPr>
            <a:spLocks noGrp="1"/>
          </p:cNvSpPr>
          <p:nvPr>
            <p:ph type="ftr" idx="14"/>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69" name="Freeform 11"/>
          <p:cNvSpPr/>
          <p:nvPr/>
        </p:nvSpPr>
        <p:spPr>
          <a:xfrm flipV="1">
            <a:off x="-3960" y="491184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70" name="PlaceHolder 6"/>
          <p:cNvSpPr>
            <a:spLocks noGrp="1"/>
          </p:cNvSpPr>
          <p:nvPr>
            <p:ph type="sldNum" idx="15"/>
          </p:nvPr>
        </p:nvSpPr>
        <p:spPr>
          <a:xfrm>
            <a:off x="531720" y="498312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
        <p:nvSpPr>
          <p:cNvPr id="171" name="TextBox 16"/>
          <p:cNvSpPr/>
          <p:nvPr/>
        </p:nvSpPr>
        <p:spPr>
          <a:xfrm>
            <a:off x="2467800" y="648000"/>
            <a:ext cx="609120" cy="584280"/>
          </a:xfrm>
          <a:prstGeom prst="rect">
            <a:avLst/>
          </a:prstGeom>
          <a:noFill/>
          <a:ln w="0">
            <a:noFill/>
          </a:ln>
        </p:spPr>
        <p:style>
          <a:lnRef idx="0"/>
          <a:fillRef idx="0"/>
          <a:effectRef idx="0"/>
          <a:fontRef idx="minor"/>
        </p:style>
        <p:txBody>
          <a:bodyPr anchor="ctr">
            <a:noAutofit/>
          </a:bodyPr>
          <a:p>
            <a:pPr defTabSz="914400">
              <a:lnSpc>
                <a:spcPct val="100000"/>
              </a:lnSpc>
            </a:pPr>
            <a:r>
              <a:rPr b="0" lang="en-US" sz="8000" spc="-1" strike="noStrike">
                <a:solidFill>
                  <a:schemeClr val="accent1"/>
                </a:solidFill>
                <a:latin typeface="Arial"/>
              </a:rPr>
              <a:t>“</a:t>
            </a:r>
            <a:endParaRPr b="0" lang="en-US" sz="8000" spc="-1" strike="noStrike">
              <a:solidFill>
                <a:srgbClr val="000000"/>
              </a:solidFill>
              <a:latin typeface="Arial"/>
            </a:endParaRPr>
          </a:p>
        </p:txBody>
      </p:sp>
      <p:sp>
        <p:nvSpPr>
          <p:cNvPr id="172" name="TextBox 17"/>
          <p:cNvSpPr/>
          <p:nvPr/>
        </p:nvSpPr>
        <p:spPr>
          <a:xfrm>
            <a:off x="11115000" y="2905200"/>
            <a:ext cx="609120" cy="584280"/>
          </a:xfrm>
          <a:prstGeom prst="rect">
            <a:avLst/>
          </a:prstGeom>
          <a:noFill/>
          <a:ln w="0">
            <a:noFill/>
          </a:ln>
        </p:spPr>
        <p:style>
          <a:lnRef idx="0"/>
          <a:fillRef idx="0"/>
          <a:effectRef idx="0"/>
          <a:fontRef idx="minor"/>
        </p:style>
        <p:txBody>
          <a:bodyPr anchor="ctr">
            <a:noAutofit/>
          </a:bodyPr>
          <a:p>
            <a:pPr defTabSz="914400">
              <a:lnSpc>
                <a:spcPct val="100000"/>
              </a:lnSpc>
            </a:pPr>
            <a:r>
              <a:rPr b="0" lang="en-US" sz="8000" spc="-1" strike="noStrike">
                <a:solidFill>
                  <a:schemeClr val="accent1"/>
                </a:solidFill>
                <a:latin typeface="Arial"/>
              </a:rPr>
              <a:t>”</a:t>
            </a:r>
            <a:endParaRPr b="0" lang="en-US" sz="8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173" name="Group 22"/>
          <p:cNvGrpSpPr/>
          <p:nvPr/>
        </p:nvGrpSpPr>
        <p:grpSpPr>
          <a:xfrm>
            <a:off x="0" y="228600"/>
            <a:ext cx="2851200" cy="6638400"/>
            <a:chOff x="0" y="228600"/>
            <a:chExt cx="2851200" cy="6638400"/>
          </a:xfrm>
        </p:grpSpPr>
        <p:sp>
          <p:nvSpPr>
            <p:cNvPr id="174"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75"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76"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77"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78"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79"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0"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1"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2"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3"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4"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5"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186" name="Group 9"/>
          <p:cNvGrpSpPr/>
          <p:nvPr/>
        </p:nvGrpSpPr>
        <p:grpSpPr>
          <a:xfrm>
            <a:off x="27360" y="-720"/>
            <a:ext cx="2356200" cy="6853680"/>
            <a:chOff x="27360" y="-720"/>
            <a:chExt cx="2356200" cy="6853680"/>
          </a:xfrm>
        </p:grpSpPr>
        <p:sp>
          <p:nvSpPr>
            <p:cNvPr id="187"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8"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89"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0"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1"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2"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3"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4"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5"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6"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7"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98"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199"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200" name="PlaceHolder 1"/>
          <p:cNvSpPr>
            <a:spLocks noGrp="1"/>
          </p:cNvSpPr>
          <p:nvPr>
            <p:ph type="title"/>
          </p:nvPr>
        </p:nvSpPr>
        <p:spPr>
          <a:xfrm>
            <a:off x="2589120" y="627480"/>
            <a:ext cx="8915040" cy="2879640"/>
          </a:xfrm>
          <a:prstGeom prst="rect">
            <a:avLst/>
          </a:prstGeom>
          <a:noFill/>
          <a:ln w="0">
            <a:noFill/>
          </a:ln>
        </p:spPr>
        <p:txBody>
          <a:bodyPr lIns="91440" rIns="91440" tIns="45720" bIns="45720" anchor="ctr">
            <a:normAutofit/>
          </a:bodyPr>
          <a:p>
            <a:pPr indent="0" defTabSz="457200">
              <a:lnSpc>
                <a:spcPct val="100000"/>
              </a:lnSpc>
              <a:buNone/>
            </a:pPr>
            <a:r>
              <a:rPr b="0" lang="en-US" sz="4800" spc="-1" strike="noStrike">
                <a:solidFill>
                  <a:schemeClr val="dk1">
                    <a:lumMod val="85000"/>
                    <a:lumOff val="15000"/>
                  </a:schemeClr>
                </a:solidFill>
                <a:latin typeface="Century Gothic"/>
              </a:rPr>
              <a:t>Click to edit Master title style</a:t>
            </a:r>
            <a:endParaRPr b="0" lang="en-US" sz="4800" spc="-1" strike="noStrike">
              <a:solidFill>
                <a:schemeClr val="dk1"/>
              </a:solidFill>
              <a:latin typeface="Century Gothic"/>
            </a:endParaRPr>
          </a:p>
        </p:txBody>
      </p:sp>
      <p:sp>
        <p:nvSpPr>
          <p:cNvPr id="201" name="PlaceHolder 2"/>
          <p:cNvSpPr>
            <a:spLocks noGrp="1"/>
          </p:cNvSpPr>
          <p:nvPr>
            <p:ph type="body"/>
          </p:nvPr>
        </p:nvSpPr>
        <p:spPr>
          <a:xfrm>
            <a:off x="2589120" y="4343400"/>
            <a:ext cx="8915040" cy="83772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b="0" lang="en-US" sz="2400" spc="-1" strike="noStrike">
                <a:solidFill>
                  <a:schemeClr val="accent1"/>
                </a:solidFill>
                <a:latin typeface="Century Gothic"/>
              </a:rPr>
              <a:t>Edit Master text styles</a:t>
            </a:r>
            <a:endParaRPr b="0" lang="en-US" sz="2400" spc="-1" strike="noStrike">
              <a:solidFill>
                <a:schemeClr val="dk1">
                  <a:lumMod val="75000"/>
                  <a:lumOff val="25000"/>
                </a:schemeClr>
              </a:solidFill>
              <a:latin typeface="Century Gothic"/>
            </a:endParaRPr>
          </a:p>
        </p:txBody>
      </p:sp>
      <p:sp>
        <p:nvSpPr>
          <p:cNvPr id="202" name="PlaceHolder 3"/>
          <p:cNvSpPr>
            <a:spLocks noGrp="1"/>
          </p:cNvSpPr>
          <p:nvPr>
            <p:ph type="body"/>
          </p:nvPr>
        </p:nvSpPr>
        <p:spPr>
          <a:xfrm>
            <a:off x="2589120" y="5181480"/>
            <a:ext cx="8915040" cy="72936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b="0" lang="en-US" sz="1800" spc="-1" strike="noStrike">
                <a:solidFill>
                  <a:schemeClr val="dk1">
                    <a:lumMod val="65000"/>
                    <a:lumOff val="35000"/>
                  </a:schemeClr>
                </a:solidFill>
                <a:latin typeface="Century Gothic"/>
              </a:rPr>
              <a:t>Edit Master text styles</a:t>
            </a:r>
            <a:endParaRPr b="0" lang="en-US" sz="1800" spc="-1" strike="noStrike">
              <a:solidFill>
                <a:schemeClr val="dk1">
                  <a:lumMod val="75000"/>
                  <a:lumOff val="25000"/>
                </a:schemeClr>
              </a:solidFill>
              <a:latin typeface="Century Gothic"/>
            </a:endParaRPr>
          </a:p>
        </p:txBody>
      </p:sp>
      <p:sp>
        <p:nvSpPr>
          <p:cNvPr id="203" name="PlaceHolder 4"/>
          <p:cNvSpPr>
            <a:spLocks noGrp="1"/>
          </p:cNvSpPr>
          <p:nvPr>
            <p:ph type="dt" idx="16"/>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204" name="PlaceHolder 5"/>
          <p:cNvSpPr>
            <a:spLocks noGrp="1"/>
          </p:cNvSpPr>
          <p:nvPr>
            <p:ph type="ftr" idx="17"/>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05" name="Freeform 11"/>
          <p:cNvSpPr/>
          <p:nvPr/>
        </p:nvSpPr>
        <p:spPr>
          <a:xfrm flipV="1">
            <a:off x="-3960" y="491184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06" name="PlaceHolder 6"/>
          <p:cNvSpPr>
            <a:spLocks noGrp="1"/>
          </p:cNvSpPr>
          <p:nvPr>
            <p:ph type="sldNum" idx="18"/>
          </p:nvPr>
        </p:nvSpPr>
        <p:spPr>
          <a:xfrm>
            <a:off x="531720" y="498312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207" name="Group 22"/>
          <p:cNvGrpSpPr/>
          <p:nvPr/>
        </p:nvGrpSpPr>
        <p:grpSpPr>
          <a:xfrm>
            <a:off x="0" y="228600"/>
            <a:ext cx="2851200" cy="6638400"/>
            <a:chOff x="0" y="228600"/>
            <a:chExt cx="2851200" cy="6638400"/>
          </a:xfrm>
        </p:grpSpPr>
        <p:sp>
          <p:nvSpPr>
            <p:cNvPr id="208"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09"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0"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1"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2"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3"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4"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5"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6"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7"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8"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9"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220" name="Group 9"/>
          <p:cNvGrpSpPr/>
          <p:nvPr/>
        </p:nvGrpSpPr>
        <p:grpSpPr>
          <a:xfrm>
            <a:off x="27360" y="-720"/>
            <a:ext cx="2356200" cy="6853680"/>
            <a:chOff x="27360" y="-720"/>
            <a:chExt cx="2356200" cy="6853680"/>
          </a:xfrm>
        </p:grpSpPr>
        <p:sp>
          <p:nvSpPr>
            <p:cNvPr id="221"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2"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3"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4"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5"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6"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7"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8"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9"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30"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31"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32"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233"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234" name="PlaceHolder 1"/>
          <p:cNvSpPr>
            <a:spLocks noGrp="1"/>
          </p:cNvSpPr>
          <p:nvPr>
            <p:ph type="title"/>
          </p:nvPr>
        </p:nvSpPr>
        <p:spPr>
          <a:xfrm>
            <a:off x="2593080" y="624240"/>
            <a:ext cx="8911440" cy="1280520"/>
          </a:xfrm>
          <a:prstGeom prst="rect">
            <a:avLst/>
          </a:prstGeom>
          <a:noFill/>
          <a:ln w="0">
            <a:noFill/>
          </a:ln>
        </p:spPr>
        <p:txBody>
          <a:bodyPr lIns="91440" rIns="91440" tIns="45720" bIns="45720" anchor="t">
            <a:noAutofit/>
          </a:bodyPr>
          <a:p>
            <a:pPr indent="0" defTabSz="457200">
              <a:lnSpc>
                <a:spcPct val="100000"/>
              </a:lnSpc>
              <a:buNone/>
            </a:pPr>
            <a:r>
              <a:rPr b="0" lang="en-US" sz="3600" spc="-1" strike="noStrike">
                <a:solidFill>
                  <a:schemeClr val="dk1">
                    <a:lumMod val="85000"/>
                    <a:lumOff val="15000"/>
                  </a:schemeClr>
                </a:solidFill>
                <a:latin typeface="Century Gothic"/>
              </a:rPr>
              <a:t>Click to edit Master title style</a:t>
            </a:r>
            <a:endParaRPr b="0" lang="en-US" sz="3600" spc="-1" strike="noStrike">
              <a:solidFill>
                <a:schemeClr val="dk1"/>
              </a:solidFill>
              <a:latin typeface="Century Gothic"/>
            </a:endParaRPr>
          </a:p>
        </p:txBody>
      </p:sp>
      <p:sp>
        <p:nvSpPr>
          <p:cNvPr id="235" name="PlaceHolder 2"/>
          <p:cNvSpPr>
            <a:spLocks noGrp="1"/>
          </p:cNvSpPr>
          <p:nvPr>
            <p:ph type="body"/>
          </p:nvPr>
        </p:nvSpPr>
        <p:spPr>
          <a:xfrm>
            <a:off x="2589120" y="2133720"/>
            <a:ext cx="8915040" cy="3885840"/>
          </a:xfrm>
          <a:prstGeom prst="rect">
            <a:avLst/>
          </a:prstGeom>
          <a:noFill/>
          <a:ln w="0">
            <a:noFill/>
          </a:ln>
        </p:spPr>
        <p:txBody>
          <a:bodyPr lIns="91440" rIns="91440" tIns="45720" bIns="45720" anchor="t" vert="eaVert">
            <a:noAutofit/>
          </a:bodyPr>
          <a:p>
            <a:pPr marL="343080" indent="-343080" defTabSz="457200">
              <a:lnSpc>
                <a:spcPct val="100000"/>
              </a:lnSpc>
              <a:spcBef>
                <a:spcPts val="1001"/>
              </a:spcBef>
              <a:buClr>
                <a:srgbClr val="a53010"/>
              </a:buClr>
              <a:buFont typeface="Wingdings 3" charset="2"/>
              <a:buChar char=""/>
            </a:pPr>
            <a:r>
              <a:rPr b="0" lang="en-US" sz="1800" spc="-1" strike="noStrike">
                <a:solidFill>
                  <a:schemeClr val="dk1">
                    <a:lumMod val="75000"/>
                    <a:lumOff val="25000"/>
                  </a:schemeClr>
                </a:solidFill>
                <a:latin typeface="Century Gothic"/>
              </a:rPr>
              <a:t>Edit Master text styles</a:t>
            </a:r>
            <a:endParaRPr b="0" lang="en-US" sz="18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Wingdings 3" charset="2"/>
              <a:buChar char=""/>
            </a:pPr>
            <a:r>
              <a:rPr b="0" lang="en-US" sz="1600" spc="-1" strike="noStrike">
                <a:solidFill>
                  <a:schemeClr val="dk1">
                    <a:lumMod val="75000"/>
                    <a:lumOff val="25000"/>
                  </a:schemeClr>
                </a:solidFill>
                <a:latin typeface="Century Gothic"/>
              </a:rPr>
              <a:t>Second level</a:t>
            </a:r>
            <a:endParaRPr b="0" lang="en-US" sz="1600" spc="-1" strike="noStrike">
              <a:solidFill>
                <a:schemeClr val="dk1">
                  <a:lumMod val="75000"/>
                  <a:lumOff val="25000"/>
                </a:schemeClr>
              </a:solidFill>
              <a:latin typeface="Century Gothic"/>
            </a:endParaRPr>
          </a:p>
          <a:p>
            <a:pPr lvl="2" marL="1143000" indent="-228600" defTabSz="457200">
              <a:lnSpc>
                <a:spcPct val="100000"/>
              </a:lnSpc>
              <a:spcBef>
                <a:spcPts val="1001"/>
              </a:spcBef>
              <a:buClr>
                <a:srgbClr val="a53010"/>
              </a:buClr>
              <a:buFont typeface="Wingdings 3" charset="2"/>
              <a:buChar char=""/>
            </a:pPr>
            <a:r>
              <a:rPr b="0" lang="en-US" sz="1400" spc="-1" strike="noStrike">
                <a:solidFill>
                  <a:schemeClr val="dk1">
                    <a:lumMod val="75000"/>
                    <a:lumOff val="25000"/>
                  </a:schemeClr>
                </a:solidFill>
                <a:latin typeface="Century Gothic"/>
              </a:rPr>
              <a:t>Third level</a:t>
            </a:r>
            <a:endParaRPr b="0" lang="en-US" sz="1400" spc="-1" strike="noStrike">
              <a:solidFill>
                <a:schemeClr val="dk1">
                  <a:lumMod val="75000"/>
                  <a:lumOff val="25000"/>
                </a:schemeClr>
              </a:solidFill>
              <a:latin typeface="Century Gothic"/>
            </a:endParaRPr>
          </a:p>
          <a:p>
            <a:pPr lvl="3" marL="16002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Fourth level</a:t>
            </a:r>
            <a:endParaRPr b="0" lang="en-US" sz="1200" spc="-1" strike="noStrike">
              <a:solidFill>
                <a:schemeClr val="dk1">
                  <a:lumMod val="75000"/>
                  <a:lumOff val="25000"/>
                </a:schemeClr>
              </a:solidFill>
              <a:latin typeface="Century Gothic"/>
            </a:endParaRPr>
          </a:p>
          <a:p>
            <a:pPr lvl="4" marL="20574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Fifth level</a:t>
            </a:r>
            <a:endParaRPr b="0" lang="en-US" sz="1200" spc="-1" strike="noStrike">
              <a:solidFill>
                <a:schemeClr val="dk1">
                  <a:lumMod val="75000"/>
                  <a:lumOff val="25000"/>
                </a:schemeClr>
              </a:solidFill>
              <a:latin typeface="Century Gothic"/>
            </a:endParaRPr>
          </a:p>
        </p:txBody>
      </p:sp>
      <p:sp>
        <p:nvSpPr>
          <p:cNvPr id="236" name="PlaceHolder 3"/>
          <p:cNvSpPr>
            <a:spLocks noGrp="1"/>
          </p:cNvSpPr>
          <p:nvPr>
            <p:ph type="dt" idx="19"/>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237" name="PlaceHolder 4"/>
          <p:cNvSpPr>
            <a:spLocks noGrp="1"/>
          </p:cNvSpPr>
          <p:nvPr>
            <p:ph type="ftr" idx="20"/>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38" name="Freeform 11"/>
          <p:cNvSpPr/>
          <p:nvPr/>
        </p:nvSpPr>
        <p:spPr>
          <a:xfrm flipV="1">
            <a:off x="-3960" y="71388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39" name="PlaceHolder 5"/>
          <p:cNvSpPr>
            <a:spLocks noGrp="1"/>
          </p:cNvSpPr>
          <p:nvPr>
            <p:ph type="sldNum" idx="21"/>
          </p:nvPr>
        </p:nvSpPr>
        <p:spPr>
          <a:xfrm>
            <a:off x="531720" y="78768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240" name="Group 22"/>
          <p:cNvGrpSpPr/>
          <p:nvPr/>
        </p:nvGrpSpPr>
        <p:grpSpPr>
          <a:xfrm>
            <a:off x="0" y="228600"/>
            <a:ext cx="2851200" cy="6638400"/>
            <a:chOff x="0" y="228600"/>
            <a:chExt cx="2851200" cy="6638400"/>
          </a:xfrm>
        </p:grpSpPr>
        <p:sp>
          <p:nvSpPr>
            <p:cNvPr id="241"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2"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3"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4"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5"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6"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7"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8"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9"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0"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1"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2"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253" name="Group 9"/>
          <p:cNvGrpSpPr/>
          <p:nvPr/>
        </p:nvGrpSpPr>
        <p:grpSpPr>
          <a:xfrm>
            <a:off x="27360" y="-720"/>
            <a:ext cx="2356200" cy="6853680"/>
            <a:chOff x="27360" y="-720"/>
            <a:chExt cx="2356200" cy="6853680"/>
          </a:xfrm>
        </p:grpSpPr>
        <p:sp>
          <p:nvSpPr>
            <p:cNvPr id="254"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5"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6"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7"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8"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59"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60"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61"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62"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63"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64"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65"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266"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267" name="PlaceHolder 1"/>
          <p:cNvSpPr>
            <a:spLocks noGrp="1"/>
          </p:cNvSpPr>
          <p:nvPr>
            <p:ph type="title"/>
          </p:nvPr>
        </p:nvSpPr>
        <p:spPr>
          <a:xfrm>
            <a:off x="9294840" y="627480"/>
            <a:ext cx="2207160" cy="5283360"/>
          </a:xfrm>
          <a:prstGeom prst="rect">
            <a:avLst/>
          </a:prstGeom>
          <a:noFill/>
          <a:ln w="0">
            <a:noFill/>
          </a:ln>
        </p:spPr>
        <p:txBody>
          <a:bodyPr lIns="91440" rIns="91440" tIns="45720" bIns="45720" anchor="ctr" vert="eaVert">
            <a:noAutofit/>
          </a:bodyPr>
          <a:p>
            <a:pPr indent="0" defTabSz="457200">
              <a:lnSpc>
                <a:spcPct val="100000"/>
              </a:lnSpc>
              <a:buNone/>
            </a:pPr>
            <a:r>
              <a:rPr b="0" lang="en-US" sz="3600" spc="-1" strike="noStrike">
                <a:solidFill>
                  <a:schemeClr val="dk1">
                    <a:lumMod val="85000"/>
                    <a:lumOff val="15000"/>
                  </a:schemeClr>
                </a:solidFill>
                <a:latin typeface="Century Gothic"/>
              </a:rPr>
              <a:t>Click to edit Master title style</a:t>
            </a:r>
            <a:endParaRPr b="0" lang="en-US" sz="3600" spc="-1" strike="noStrike">
              <a:solidFill>
                <a:schemeClr val="dk1"/>
              </a:solidFill>
              <a:latin typeface="Century Gothic"/>
            </a:endParaRPr>
          </a:p>
        </p:txBody>
      </p:sp>
      <p:sp>
        <p:nvSpPr>
          <p:cNvPr id="268" name="PlaceHolder 2"/>
          <p:cNvSpPr>
            <a:spLocks noGrp="1"/>
          </p:cNvSpPr>
          <p:nvPr>
            <p:ph type="body"/>
          </p:nvPr>
        </p:nvSpPr>
        <p:spPr>
          <a:xfrm>
            <a:off x="2589120" y="627480"/>
            <a:ext cx="6476760" cy="5283360"/>
          </a:xfrm>
          <a:prstGeom prst="rect">
            <a:avLst/>
          </a:prstGeom>
          <a:noFill/>
          <a:ln w="0">
            <a:noFill/>
          </a:ln>
        </p:spPr>
        <p:txBody>
          <a:bodyPr lIns="91440" rIns="91440" tIns="45720" bIns="45720" anchor="t" vert="eaVert">
            <a:noAutofit/>
          </a:bodyPr>
          <a:p>
            <a:pPr marL="343080" indent="-343080" defTabSz="457200">
              <a:lnSpc>
                <a:spcPct val="100000"/>
              </a:lnSpc>
              <a:spcBef>
                <a:spcPts val="1001"/>
              </a:spcBef>
              <a:buClr>
                <a:srgbClr val="a53010"/>
              </a:buClr>
              <a:buFont typeface="Wingdings 3" charset="2"/>
              <a:buChar char=""/>
            </a:pPr>
            <a:r>
              <a:rPr b="0" lang="en-US" sz="1800" spc="-1" strike="noStrike">
                <a:solidFill>
                  <a:schemeClr val="dk1">
                    <a:lumMod val="75000"/>
                    <a:lumOff val="25000"/>
                  </a:schemeClr>
                </a:solidFill>
                <a:latin typeface="Century Gothic"/>
              </a:rPr>
              <a:t>Edit Master text styles</a:t>
            </a:r>
            <a:endParaRPr b="0" lang="en-US" sz="18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Wingdings 3" charset="2"/>
              <a:buChar char=""/>
            </a:pPr>
            <a:r>
              <a:rPr b="0" lang="en-US" sz="1600" spc="-1" strike="noStrike">
                <a:solidFill>
                  <a:schemeClr val="dk1">
                    <a:lumMod val="75000"/>
                    <a:lumOff val="25000"/>
                  </a:schemeClr>
                </a:solidFill>
                <a:latin typeface="Century Gothic"/>
              </a:rPr>
              <a:t>Second level</a:t>
            </a:r>
            <a:endParaRPr b="0" lang="en-US" sz="1600" spc="-1" strike="noStrike">
              <a:solidFill>
                <a:schemeClr val="dk1">
                  <a:lumMod val="75000"/>
                  <a:lumOff val="25000"/>
                </a:schemeClr>
              </a:solidFill>
              <a:latin typeface="Century Gothic"/>
            </a:endParaRPr>
          </a:p>
          <a:p>
            <a:pPr lvl="2" marL="1143000" indent="-228600" defTabSz="457200">
              <a:lnSpc>
                <a:spcPct val="100000"/>
              </a:lnSpc>
              <a:spcBef>
                <a:spcPts val="1001"/>
              </a:spcBef>
              <a:buClr>
                <a:srgbClr val="a53010"/>
              </a:buClr>
              <a:buFont typeface="Wingdings 3" charset="2"/>
              <a:buChar char=""/>
            </a:pPr>
            <a:r>
              <a:rPr b="0" lang="en-US" sz="1400" spc="-1" strike="noStrike">
                <a:solidFill>
                  <a:schemeClr val="dk1">
                    <a:lumMod val="75000"/>
                    <a:lumOff val="25000"/>
                  </a:schemeClr>
                </a:solidFill>
                <a:latin typeface="Century Gothic"/>
              </a:rPr>
              <a:t>Third level</a:t>
            </a:r>
            <a:endParaRPr b="0" lang="en-US" sz="1400" spc="-1" strike="noStrike">
              <a:solidFill>
                <a:schemeClr val="dk1">
                  <a:lumMod val="75000"/>
                  <a:lumOff val="25000"/>
                </a:schemeClr>
              </a:solidFill>
              <a:latin typeface="Century Gothic"/>
            </a:endParaRPr>
          </a:p>
          <a:p>
            <a:pPr lvl="3" marL="16002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Fourth level</a:t>
            </a:r>
            <a:endParaRPr b="0" lang="en-US" sz="1200" spc="-1" strike="noStrike">
              <a:solidFill>
                <a:schemeClr val="dk1">
                  <a:lumMod val="75000"/>
                  <a:lumOff val="25000"/>
                </a:schemeClr>
              </a:solidFill>
              <a:latin typeface="Century Gothic"/>
            </a:endParaRPr>
          </a:p>
          <a:p>
            <a:pPr lvl="4" marL="20574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Fifth level</a:t>
            </a:r>
            <a:endParaRPr b="0" lang="en-US" sz="1200" spc="-1" strike="noStrike">
              <a:solidFill>
                <a:schemeClr val="dk1">
                  <a:lumMod val="75000"/>
                  <a:lumOff val="25000"/>
                </a:schemeClr>
              </a:solidFill>
              <a:latin typeface="Century Gothic"/>
            </a:endParaRPr>
          </a:p>
        </p:txBody>
      </p:sp>
      <p:sp>
        <p:nvSpPr>
          <p:cNvPr id="269" name="PlaceHolder 3"/>
          <p:cNvSpPr>
            <a:spLocks noGrp="1"/>
          </p:cNvSpPr>
          <p:nvPr>
            <p:ph type="dt" idx="22"/>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270" name="PlaceHolder 4"/>
          <p:cNvSpPr>
            <a:spLocks noGrp="1"/>
          </p:cNvSpPr>
          <p:nvPr>
            <p:ph type="ftr" idx="23"/>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71" name="Freeform 11"/>
          <p:cNvSpPr/>
          <p:nvPr/>
        </p:nvSpPr>
        <p:spPr>
          <a:xfrm flipV="1">
            <a:off x="-3960" y="71388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72" name="PlaceHolder 5"/>
          <p:cNvSpPr>
            <a:spLocks noGrp="1"/>
          </p:cNvSpPr>
          <p:nvPr>
            <p:ph type="sldNum" idx="24"/>
          </p:nvPr>
        </p:nvSpPr>
        <p:spPr>
          <a:xfrm>
            <a:off x="531720" y="78768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273" name="Group 22"/>
          <p:cNvGrpSpPr/>
          <p:nvPr/>
        </p:nvGrpSpPr>
        <p:grpSpPr>
          <a:xfrm>
            <a:off x="0" y="228600"/>
            <a:ext cx="2851200" cy="6638400"/>
            <a:chOff x="0" y="228600"/>
            <a:chExt cx="2851200" cy="6638400"/>
          </a:xfrm>
        </p:grpSpPr>
        <p:sp>
          <p:nvSpPr>
            <p:cNvPr id="274"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75"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76"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77"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78"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79"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80"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81"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82"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83"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84"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85"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286" name="Group 9"/>
          <p:cNvGrpSpPr/>
          <p:nvPr/>
        </p:nvGrpSpPr>
        <p:grpSpPr>
          <a:xfrm>
            <a:off x="27360" y="-720"/>
            <a:ext cx="2356200" cy="6853680"/>
            <a:chOff x="27360" y="-720"/>
            <a:chExt cx="2356200" cy="6853680"/>
          </a:xfrm>
        </p:grpSpPr>
        <p:sp>
          <p:nvSpPr>
            <p:cNvPr id="287"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88"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89"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0"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1"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2"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3"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4"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5"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6"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7"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8"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299"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300" name="PlaceHolder 1"/>
          <p:cNvSpPr>
            <a:spLocks noGrp="1"/>
          </p:cNvSpPr>
          <p:nvPr>
            <p:ph type="title"/>
          </p:nvPr>
        </p:nvSpPr>
        <p:spPr>
          <a:xfrm>
            <a:off x="609480" y="228600"/>
            <a:ext cx="10972440" cy="533160"/>
          </a:xfrm>
          <a:prstGeom prst="rect">
            <a:avLst/>
          </a:prstGeom>
          <a:noFill/>
          <a:ln w="0">
            <a:noFill/>
          </a:ln>
        </p:spPr>
        <p:txBody>
          <a:bodyPr lIns="91440" rIns="91440" tIns="45720" bIns="45720" anchor="t">
            <a:noAutofit/>
          </a:bodyPr>
          <a:p>
            <a:pPr indent="0" defTabSz="457200">
              <a:lnSpc>
                <a:spcPct val="100000"/>
              </a:lnSpc>
              <a:buNone/>
            </a:pPr>
            <a:r>
              <a:rPr b="1" lang="en-US" sz="1600" spc="-1" strike="noStrike">
                <a:solidFill>
                  <a:srgbClr val="d95900"/>
                </a:solidFill>
                <a:latin typeface="Arial"/>
              </a:rPr>
              <a:t>Click to edit Master title style</a:t>
            </a:r>
            <a:endParaRPr b="0" lang="en-US" sz="1600" spc="-1" strike="noStrike">
              <a:solidFill>
                <a:schemeClr val="dk1"/>
              </a:solidFill>
              <a:latin typeface="Century Gothic"/>
            </a:endParaRPr>
          </a:p>
        </p:txBody>
      </p:sp>
      <p:sp>
        <p:nvSpPr>
          <p:cNvPr id="301" name="PlaceHolder 2"/>
          <p:cNvSpPr>
            <a:spLocks noGrp="1"/>
          </p:cNvSpPr>
          <p:nvPr>
            <p:ph type="body"/>
          </p:nvPr>
        </p:nvSpPr>
        <p:spPr>
          <a:xfrm>
            <a:off x="609480" y="1189080"/>
            <a:ext cx="10972440" cy="4079520"/>
          </a:xfrm>
          <a:prstGeom prst="rect">
            <a:avLst/>
          </a:prstGeom>
          <a:noFill/>
          <a:ln w="0">
            <a:noFill/>
          </a:ln>
        </p:spPr>
        <p:txBody>
          <a:bodyPr lIns="91440" rIns="91440" tIns="45720" bIns="45720" anchor="t">
            <a:noAutofit/>
          </a:bodyPr>
          <a:p>
            <a:pPr marL="343080" indent="-343080" defTabSz="457200">
              <a:lnSpc>
                <a:spcPct val="100000"/>
              </a:lnSpc>
              <a:spcBef>
                <a:spcPts val="1001"/>
              </a:spcBef>
              <a:buNone/>
              <a:tabLst>
                <a:tab algn="l" pos="0"/>
              </a:tabLst>
            </a:pPr>
            <a:r>
              <a:rPr b="0" lang="en-US" sz="1800" spc="-1" strike="noStrike">
                <a:solidFill>
                  <a:schemeClr val="dk1">
                    <a:lumMod val="75000"/>
                    <a:lumOff val="25000"/>
                  </a:schemeClr>
                </a:solidFill>
                <a:latin typeface="Century Gothic"/>
              </a:rPr>
              <a:t>Click to edit Master text styles</a:t>
            </a:r>
            <a:endParaRPr b="0" lang="en-US" sz="1800" spc="-1" strike="noStrike">
              <a:solidFill>
                <a:schemeClr val="dk1">
                  <a:lumMod val="75000"/>
                  <a:lumOff val="25000"/>
                </a:schemeClr>
              </a:solidFill>
              <a:latin typeface="Century Gothic"/>
            </a:endParaRPr>
          </a:p>
        </p:txBody>
      </p:sp>
      <p:sp>
        <p:nvSpPr>
          <p:cNvPr id="302" name="PlaceHolder 3"/>
          <p:cNvSpPr>
            <a:spLocks noGrp="1"/>
          </p:cNvSpPr>
          <p:nvPr>
            <p:ph type="ftr" idx="25"/>
          </p:nvPr>
        </p:nvSpPr>
        <p:spPr>
          <a:xfrm>
            <a:off x="609480" y="6248520"/>
            <a:ext cx="7111800" cy="22824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303" name="Group 22"/>
          <p:cNvGrpSpPr/>
          <p:nvPr/>
        </p:nvGrpSpPr>
        <p:grpSpPr>
          <a:xfrm>
            <a:off x="0" y="228600"/>
            <a:ext cx="2851200" cy="6638400"/>
            <a:chOff x="0" y="228600"/>
            <a:chExt cx="2851200" cy="6638400"/>
          </a:xfrm>
        </p:grpSpPr>
        <p:sp>
          <p:nvSpPr>
            <p:cNvPr id="304"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05"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06"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07"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08"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09"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10"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11"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12"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13"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14"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15"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316" name="Group 9"/>
          <p:cNvGrpSpPr/>
          <p:nvPr/>
        </p:nvGrpSpPr>
        <p:grpSpPr>
          <a:xfrm>
            <a:off x="27360" y="-720"/>
            <a:ext cx="2356200" cy="6853680"/>
            <a:chOff x="27360" y="-720"/>
            <a:chExt cx="2356200" cy="6853680"/>
          </a:xfrm>
        </p:grpSpPr>
        <p:sp>
          <p:nvSpPr>
            <p:cNvPr id="317"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18"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19"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0"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1"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2"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3"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4"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5"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6"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7"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8"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329"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330" name="PlaceHolder 1"/>
          <p:cNvSpPr>
            <a:spLocks noGrp="1"/>
          </p:cNvSpPr>
          <p:nvPr>
            <p:ph type="title"/>
          </p:nvPr>
        </p:nvSpPr>
        <p:spPr>
          <a:xfrm>
            <a:off x="609480" y="277920"/>
            <a:ext cx="10972440" cy="1139400"/>
          </a:xfrm>
          <a:prstGeom prst="rect">
            <a:avLst/>
          </a:prstGeom>
          <a:noFill/>
          <a:ln w="0">
            <a:noFill/>
          </a:ln>
        </p:spPr>
        <p:txBody>
          <a:bodyPr lIns="91440" rIns="91440" tIns="45720" bIns="45720" anchor="t">
            <a:noAutofit/>
          </a:bodyPr>
          <a:p>
            <a:pPr indent="0" defTabSz="457200">
              <a:lnSpc>
                <a:spcPct val="100000"/>
              </a:lnSpc>
              <a:buNone/>
            </a:pPr>
            <a:r>
              <a:rPr b="0" lang="en-US" sz="3600" spc="-1" strike="noStrike">
                <a:solidFill>
                  <a:schemeClr val="dk1">
                    <a:lumMod val="85000"/>
                    <a:lumOff val="15000"/>
                  </a:schemeClr>
                </a:solidFill>
                <a:latin typeface="Century Gothic"/>
              </a:rPr>
              <a:t>Click to edit Master title style</a:t>
            </a:r>
            <a:endParaRPr b="0" lang="en-US" sz="3600" spc="-1" strike="noStrike">
              <a:solidFill>
                <a:schemeClr val="dk1"/>
              </a:solidFill>
              <a:latin typeface="Century Gothic"/>
            </a:endParaRPr>
          </a:p>
        </p:txBody>
      </p:sp>
      <p:sp>
        <p:nvSpPr>
          <p:cNvPr id="331" name="PlaceHolder 2"/>
          <p:cNvSpPr>
            <a:spLocks noGrp="1"/>
          </p:cNvSpPr>
          <p:nvPr>
            <p:ph type="body"/>
          </p:nvPr>
        </p:nvSpPr>
        <p:spPr>
          <a:xfrm>
            <a:off x="609480" y="1600200"/>
            <a:ext cx="10972440" cy="453024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b="0" lang="en-US" sz="1800" spc="-1" strike="noStrike">
                <a:solidFill>
                  <a:schemeClr val="dk1">
                    <a:lumMod val="75000"/>
                    <a:lumOff val="25000"/>
                  </a:schemeClr>
                </a:solidFill>
                <a:latin typeface="Century Gothic"/>
              </a:rPr>
              <a:t>Click to edit the outline text format</a:t>
            </a:r>
            <a:endParaRPr b="0" lang="en-US" sz="1800" spc="-1" strike="noStrike">
              <a:solidFill>
                <a:schemeClr val="dk1">
                  <a:lumMod val="75000"/>
                  <a:lumOff val="25000"/>
                </a:schemeClr>
              </a:solidFill>
              <a:latin typeface="Century Gothic"/>
            </a:endParaRPr>
          </a:p>
          <a:p>
            <a:pPr lvl="1" marL="864000" indent="-324000">
              <a:spcBef>
                <a:spcPts val="1134"/>
              </a:spcBef>
              <a:buClr>
                <a:srgbClr val="000000"/>
              </a:buClr>
              <a:buSzPct val="75000"/>
              <a:buFont typeface="Symbol" charset="2"/>
              <a:buChar char=""/>
            </a:pPr>
            <a:r>
              <a:rPr b="0" lang="en-US" sz="1800" spc="-1" strike="noStrike">
                <a:solidFill>
                  <a:schemeClr val="dk1">
                    <a:lumMod val="75000"/>
                    <a:lumOff val="25000"/>
                  </a:schemeClr>
                </a:solidFill>
                <a:latin typeface="Century Gothic"/>
              </a:rPr>
              <a:t>Second Outline Level</a:t>
            </a:r>
            <a:endParaRPr b="0" lang="en-US" sz="1800" spc="-1" strike="noStrike">
              <a:solidFill>
                <a:schemeClr val="dk1">
                  <a:lumMod val="75000"/>
                  <a:lumOff val="25000"/>
                </a:schemeClr>
              </a:solidFill>
              <a:latin typeface="Century Gothic"/>
            </a:endParaRPr>
          </a:p>
          <a:p>
            <a:pPr lvl="2" marL="1296000" indent="-288000">
              <a:spcBef>
                <a:spcPts val="850"/>
              </a:spcBef>
              <a:buClr>
                <a:srgbClr val="000000"/>
              </a:buClr>
              <a:buSzPct val="45000"/>
              <a:buFont typeface="Wingdings" charset="2"/>
              <a:buChar char=""/>
            </a:pPr>
            <a:r>
              <a:rPr b="0" lang="en-US" sz="1800" spc="-1" strike="noStrike">
                <a:solidFill>
                  <a:schemeClr val="dk1">
                    <a:lumMod val="75000"/>
                    <a:lumOff val="25000"/>
                  </a:schemeClr>
                </a:solidFill>
                <a:latin typeface="Century Gothic"/>
              </a:rPr>
              <a:t>Third Outline Level</a:t>
            </a:r>
            <a:endParaRPr b="0" lang="en-US" sz="1800" spc="-1" strike="noStrike">
              <a:solidFill>
                <a:schemeClr val="dk1">
                  <a:lumMod val="75000"/>
                  <a:lumOff val="25000"/>
                </a:schemeClr>
              </a:solidFill>
              <a:latin typeface="Century Gothic"/>
            </a:endParaRPr>
          </a:p>
          <a:p>
            <a:pPr lvl="3" marL="1728000" indent="-216000">
              <a:spcBef>
                <a:spcPts val="567"/>
              </a:spcBef>
              <a:buClr>
                <a:srgbClr val="000000"/>
              </a:buClr>
              <a:buSzPct val="75000"/>
              <a:buFont typeface="Symbol" charset="2"/>
              <a:buChar char=""/>
            </a:pPr>
            <a:r>
              <a:rPr b="0" lang="en-US" sz="1800" spc="-1" strike="noStrike">
                <a:solidFill>
                  <a:schemeClr val="dk1">
                    <a:lumMod val="75000"/>
                    <a:lumOff val="25000"/>
                  </a:schemeClr>
                </a:solidFill>
                <a:latin typeface="Century Gothic"/>
              </a:rPr>
              <a:t>Fourth Outline Level</a:t>
            </a:r>
            <a:endParaRPr b="0" lang="en-US" sz="1800" spc="-1" strike="noStrike">
              <a:solidFill>
                <a:schemeClr val="dk1">
                  <a:lumMod val="75000"/>
                  <a:lumOff val="25000"/>
                </a:schemeClr>
              </a:solidFill>
              <a:latin typeface="Century Gothic"/>
            </a:endParaRPr>
          </a:p>
          <a:p>
            <a:pPr lvl="4" marL="2160000" indent="-216000">
              <a:spcBef>
                <a:spcPts val="283"/>
              </a:spcBef>
              <a:buClr>
                <a:srgbClr val="000000"/>
              </a:buClr>
              <a:buSzPct val="45000"/>
              <a:buFont typeface="Wingdings" charset="2"/>
              <a:buChar char=""/>
            </a:pPr>
            <a:r>
              <a:rPr b="0" lang="en-US" sz="1800" spc="-1" strike="noStrike">
                <a:solidFill>
                  <a:schemeClr val="dk1">
                    <a:lumMod val="75000"/>
                    <a:lumOff val="25000"/>
                  </a:schemeClr>
                </a:solidFill>
                <a:latin typeface="Century Gothic"/>
              </a:rPr>
              <a:t>Fifth Outline Level</a:t>
            </a:r>
            <a:endParaRPr b="0" lang="en-US" sz="1800" spc="-1" strike="noStrike">
              <a:solidFill>
                <a:schemeClr val="dk1">
                  <a:lumMod val="75000"/>
                  <a:lumOff val="25000"/>
                </a:schemeClr>
              </a:solidFill>
              <a:latin typeface="Century Gothic"/>
            </a:endParaRPr>
          </a:p>
          <a:p>
            <a:pPr lvl="5" marL="2592000" indent="-216000">
              <a:spcBef>
                <a:spcPts val="283"/>
              </a:spcBef>
              <a:buClr>
                <a:srgbClr val="000000"/>
              </a:buClr>
              <a:buSzPct val="45000"/>
              <a:buFont typeface="Wingdings" charset="2"/>
              <a:buChar char=""/>
            </a:pPr>
            <a:r>
              <a:rPr b="0" lang="en-US" sz="1800" spc="-1" strike="noStrike">
                <a:solidFill>
                  <a:schemeClr val="dk1">
                    <a:lumMod val="75000"/>
                    <a:lumOff val="25000"/>
                  </a:schemeClr>
                </a:solidFill>
                <a:latin typeface="Century Gothic"/>
              </a:rPr>
              <a:t>Sixth Outline Level</a:t>
            </a:r>
            <a:endParaRPr b="0" lang="en-US" sz="1800" spc="-1" strike="noStrike">
              <a:solidFill>
                <a:schemeClr val="dk1">
                  <a:lumMod val="75000"/>
                  <a:lumOff val="25000"/>
                </a:schemeClr>
              </a:solidFill>
              <a:latin typeface="Century Gothic"/>
            </a:endParaRPr>
          </a:p>
          <a:p>
            <a:pPr lvl="6" marL="3024000" indent="-216000">
              <a:spcBef>
                <a:spcPts val="283"/>
              </a:spcBef>
              <a:buClr>
                <a:srgbClr val="000000"/>
              </a:buClr>
              <a:buSzPct val="45000"/>
              <a:buFont typeface="Wingdings" charset="2"/>
              <a:buChar char=""/>
            </a:pPr>
            <a:r>
              <a:rPr b="0" lang="en-US" sz="1800" spc="-1" strike="noStrike">
                <a:solidFill>
                  <a:schemeClr val="dk1">
                    <a:lumMod val="75000"/>
                    <a:lumOff val="25000"/>
                  </a:schemeClr>
                </a:solidFill>
                <a:latin typeface="Century Gothic"/>
              </a:rPr>
              <a:t>Seventh Outline Level</a:t>
            </a:r>
            <a:endParaRPr b="0" lang="en-US" sz="1800" spc="-1" strike="noStrike">
              <a:solidFill>
                <a:schemeClr val="dk1">
                  <a:lumMod val="75000"/>
                  <a:lumOff val="25000"/>
                </a:schemeClr>
              </a:solidFill>
              <a:latin typeface="Century Gothic"/>
            </a:endParaRPr>
          </a:p>
        </p:txBody>
      </p:sp>
      <p:sp>
        <p:nvSpPr>
          <p:cNvPr id="332" name="PlaceHolder 3"/>
          <p:cNvSpPr>
            <a:spLocks noGrp="1"/>
          </p:cNvSpPr>
          <p:nvPr>
            <p:ph type="dt" idx="26"/>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333" name="PlaceHolder 4"/>
          <p:cNvSpPr>
            <a:spLocks noGrp="1"/>
          </p:cNvSpPr>
          <p:nvPr>
            <p:ph type="ftr" idx="27"/>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34" name="PlaceHolder 5"/>
          <p:cNvSpPr>
            <a:spLocks noGrp="1"/>
          </p:cNvSpPr>
          <p:nvPr>
            <p:ph type="sldNum" idx="28"/>
          </p:nvPr>
        </p:nvSpPr>
        <p:spPr>
          <a:xfrm>
            <a:off x="531720" y="78768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337" name="Group 22"/>
          <p:cNvGrpSpPr/>
          <p:nvPr/>
        </p:nvGrpSpPr>
        <p:grpSpPr>
          <a:xfrm>
            <a:off x="0" y="228600"/>
            <a:ext cx="2851200" cy="6638400"/>
            <a:chOff x="0" y="228600"/>
            <a:chExt cx="2851200" cy="6638400"/>
          </a:xfrm>
        </p:grpSpPr>
        <p:sp>
          <p:nvSpPr>
            <p:cNvPr id="338"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39"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0"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1"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2"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3"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4"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5"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6"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7"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8"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9"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350" name="Group 9"/>
          <p:cNvGrpSpPr/>
          <p:nvPr/>
        </p:nvGrpSpPr>
        <p:grpSpPr>
          <a:xfrm>
            <a:off x="27360" y="-720"/>
            <a:ext cx="2356200" cy="6853680"/>
            <a:chOff x="27360" y="-720"/>
            <a:chExt cx="2356200" cy="6853680"/>
          </a:xfrm>
        </p:grpSpPr>
        <p:sp>
          <p:nvSpPr>
            <p:cNvPr id="351"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52"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53"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54"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55"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56"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57"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58"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59"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60"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61"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62"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363" name="Rectangle 6" hidden="1"/>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364" name="PlaceHolder 1"/>
          <p:cNvSpPr>
            <a:spLocks noGrp="1"/>
          </p:cNvSpPr>
          <p:nvPr>
            <p:ph type="title"/>
          </p:nvPr>
        </p:nvSpPr>
        <p:spPr>
          <a:xfrm>
            <a:off x="609480" y="274680"/>
            <a:ext cx="10972440" cy="1142640"/>
          </a:xfrm>
          <a:prstGeom prst="rect">
            <a:avLst/>
          </a:prstGeom>
          <a:noFill/>
          <a:ln w="0">
            <a:noFill/>
          </a:ln>
        </p:spPr>
        <p:txBody>
          <a:bodyPr lIns="91440" rIns="91440" tIns="45720" bIns="45720" anchor="t">
            <a:noAutofit/>
          </a:bodyPr>
          <a:p>
            <a:pPr indent="0" defTabSz="457200">
              <a:lnSpc>
                <a:spcPct val="100000"/>
              </a:lnSpc>
              <a:buNone/>
            </a:pPr>
            <a:r>
              <a:rPr b="0" lang="en-US" sz="3600" spc="-1" strike="noStrike">
                <a:solidFill>
                  <a:schemeClr val="dk1">
                    <a:lumMod val="85000"/>
                    <a:lumOff val="15000"/>
                  </a:schemeClr>
                </a:solidFill>
                <a:latin typeface="Century Gothic"/>
              </a:rPr>
              <a:t>Click to edit Master title style</a:t>
            </a:r>
            <a:endParaRPr b="0" lang="en-US" sz="3600" spc="-1" strike="noStrike">
              <a:solidFill>
                <a:schemeClr val="dk1"/>
              </a:solidFill>
              <a:latin typeface="Century Gothic"/>
            </a:endParaRPr>
          </a:p>
        </p:txBody>
      </p:sp>
      <p:sp>
        <p:nvSpPr>
          <p:cNvPr id="365" name="PlaceHolder 2"/>
          <p:cNvSpPr>
            <a:spLocks noGrp="1"/>
          </p:cNvSpPr>
          <p:nvPr>
            <p:ph type="body"/>
          </p:nvPr>
        </p:nvSpPr>
        <p:spPr>
          <a:xfrm>
            <a:off x="624240" y="1628640"/>
            <a:ext cx="5384520" cy="452556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a53010"/>
              </a:buClr>
              <a:buFont typeface="Wingdings 3" charset="2"/>
              <a:buChar char=""/>
            </a:pPr>
            <a:r>
              <a:rPr b="0" lang="en-US" sz="1800" spc="-1" strike="noStrike">
                <a:solidFill>
                  <a:schemeClr val="dk1">
                    <a:lumMod val="75000"/>
                    <a:lumOff val="25000"/>
                  </a:schemeClr>
                </a:solidFill>
                <a:latin typeface="Century Gothic"/>
              </a:rPr>
              <a:t>Click to edit Master text styles</a:t>
            </a:r>
            <a:endParaRPr b="0" lang="en-US" sz="18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Wingdings 3" charset="2"/>
              <a:buChar char=""/>
            </a:pPr>
            <a:r>
              <a:rPr b="0" lang="en-US" sz="1600" spc="-1" strike="noStrike">
                <a:solidFill>
                  <a:schemeClr val="dk1">
                    <a:lumMod val="75000"/>
                    <a:lumOff val="25000"/>
                  </a:schemeClr>
                </a:solidFill>
                <a:latin typeface="Century Gothic"/>
              </a:rPr>
              <a:t>Second level</a:t>
            </a:r>
            <a:endParaRPr b="0" lang="en-US" sz="1600" spc="-1" strike="noStrike">
              <a:solidFill>
                <a:schemeClr val="dk1">
                  <a:lumMod val="75000"/>
                  <a:lumOff val="25000"/>
                </a:schemeClr>
              </a:solidFill>
              <a:latin typeface="Century Gothic"/>
            </a:endParaRPr>
          </a:p>
          <a:p>
            <a:pPr lvl="2" marL="1143000" indent="-228600" defTabSz="457200">
              <a:lnSpc>
                <a:spcPct val="100000"/>
              </a:lnSpc>
              <a:spcBef>
                <a:spcPts val="1001"/>
              </a:spcBef>
              <a:buClr>
                <a:srgbClr val="a53010"/>
              </a:buClr>
              <a:buFont typeface="Wingdings 3" charset="2"/>
              <a:buChar char=""/>
            </a:pPr>
            <a:r>
              <a:rPr b="0" lang="en-US" sz="1400" spc="-1" strike="noStrike">
                <a:solidFill>
                  <a:schemeClr val="dk1">
                    <a:lumMod val="75000"/>
                    <a:lumOff val="25000"/>
                  </a:schemeClr>
                </a:solidFill>
                <a:latin typeface="Century Gothic"/>
              </a:rPr>
              <a:t>Third level</a:t>
            </a:r>
            <a:endParaRPr b="0" lang="en-US" sz="1400" spc="-1" strike="noStrike">
              <a:solidFill>
                <a:schemeClr val="dk1">
                  <a:lumMod val="75000"/>
                  <a:lumOff val="25000"/>
                </a:schemeClr>
              </a:solidFill>
              <a:latin typeface="Century Gothic"/>
            </a:endParaRPr>
          </a:p>
          <a:p>
            <a:pPr lvl="3" marL="16002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Fourth level</a:t>
            </a:r>
            <a:endParaRPr b="0" lang="en-US" sz="1200" spc="-1" strike="noStrike">
              <a:solidFill>
                <a:schemeClr val="dk1">
                  <a:lumMod val="75000"/>
                  <a:lumOff val="25000"/>
                </a:schemeClr>
              </a:solidFill>
              <a:latin typeface="Century Gothic"/>
            </a:endParaRPr>
          </a:p>
          <a:p>
            <a:pPr lvl="4" marL="20574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Fifth level</a:t>
            </a:r>
            <a:endParaRPr b="0" lang="en-US" sz="1200" spc="-1" strike="noStrike">
              <a:solidFill>
                <a:schemeClr val="dk1">
                  <a:lumMod val="75000"/>
                  <a:lumOff val="25000"/>
                </a:schemeClr>
              </a:solidFill>
              <a:latin typeface="Century Gothic"/>
            </a:endParaRPr>
          </a:p>
        </p:txBody>
      </p:sp>
      <p:sp>
        <p:nvSpPr>
          <p:cNvPr id="366" name="PlaceHolder 3"/>
          <p:cNvSpPr>
            <a:spLocks noGrp="1"/>
          </p:cNvSpPr>
          <p:nvPr>
            <p:ph type="body"/>
          </p:nvPr>
        </p:nvSpPr>
        <p:spPr>
          <a:xfrm>
            <a:off x="6212520" y="1628640"/>
            <a:ext cx="5384520" cy="452556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a53010"/>
              </a:buClr>
              <a:buFont typeface="Wingdings 3" charset="2"/>
              <a:buChar char=""/>
            </a:pPr>
            <a:r>
              <a:rPr b="0" lang="en-US" sz="1800" spc="-1" strike="noStrike">
                <a:solidFill>
                  <a:schemeClr val="dk1">
                    <a:lumMod val="75000"/>
                    <a:lumOff val="25000"/>
                  </a:schemeClr>
                </a:solidFill>
                <a:latin typeface="Century Gothic"/>
              </a:rPr>
              <a:t>Click to edit Master text styles</a:t>
            </a:r>
            <a:endParaRPr b="0" lang="en-US" sz="18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Wingdings 3" charset="2"/>
              <a:buChar char=""/>
            </a:pPr>
            <a:r>
              <a:rPr b="0" lang="en-US" sz="1600" spc="-1" strike="noStrike">
                <a:solidFill>
                  <a:schemeClr val="dk1">
                    <a:lumMod val="75000"/>
                    <a:lumOff val="25000"/>
                  </a:schemeClr>
                </a:solidFill>
                <a:latin typeface="Century Gothic"/>
              </a:rPr>
              <a:t>Second level</a:t>
            </a:r>
            <a:endParaRPr b="0" lang="en-US" sz="1600" spc="-1" strike="noStrike">
              <a:solidFill>
                <a:schemeClr val="dk1">
                  <a:lumMod val="75000"/>
                  <a:lumOff val="25000"/>
                </a:schemeClr>
              </a:solidFill>
              <a:latin typeface="Century Gothic"/>
            </a:endParaRPr>
          </a:p>
          <a:p>
            <a:pPr lvl="2" marL="1143000" indent="-228600" defTabSz="457200">
              <a:lnSpc>
                <a:spcPct val="100000"/>
              </a:lnSpc>
              <a:spcBef>
                <a:spcPts val="1001"/>
              </a:spcBef>
              <a:buClr>
                <a:srgbClr val="a53010"/>
              </a:buClr>
              <a:buFont typeface="Wingdings 3" charset="2"/>
              <a:buChar char=""/>
            </a:pPr>
            <a:r>
              <a:rPr b="0" lang="en-US" sz="1400" spc="-1" strike="noStrike">
                <a:solidFill>
                  <a:schemeClr val="dk1">
                    <a:lumMod val="75000"/>
                    <a:lumOff val="25000"/>
                  </a:schemeClr>
                </a:solidFill>
                <a:latin typeface="Century Gothic"/>
              </a:rPr>
              <a:t>Third level</a:t>
            </a:r>
            <a:endParaRPr b="0" lang="en-US" sz="1400" spc="-1" strike="noStrike">
              <a:solidFill>
                <a:schemeClr val="dk1">
                  <a:lumMod val="75000"/>
                  <a:lumOff val="25000"/>
                </a:schemeClr>
              </a:solidFill>
              <a:latin typeface="Century Gothic"/>
            </a:endParaRPr>
          </a:p>
          <a:p>
            <a:pPr lvl="3" marL="16002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Fourth level</a:t>
            </a:r>
            <a:endParaRPr b="0" lang="en-US" sz="1200" spc="-1" strike="noStrike">
              <a:solidFill>
                <a:schemeClr val="dk1">
                  <a:lumMod val="75000"/>
                  <a:lumOff val="25000"/>
                </a:schemeClr>
              </a:solidFill>
              <a:latin typeface="Century Gothic"/>
            </a:endParaRPr>
          </a:p>
          <a:p>
            <a:pPr lvl="4" marL="20574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Fifth level</a:t>
            </a:r>
            <a:endParaRPr b="0" lang="en-US" sz="1200" spc="-1" strike="noStrike">
              <a:solidFill>
                <a:schemeClr val="dk1">
                  <a:lumMod val="75000"/>
                  <a:lumOff val="25000"/>
                </a:schemeClr>
              </a:solidFill>
              <a:latin typeface="Century Gothic"/>
            </a:endParaRPr>
          </a:p>
        </p:txBody>
      </p:sp>
      <p:sp>
        <p:nvSpPr>
          <p:cNvPr id="367" name="Freeform 11"/>
          <p:cNvSpPr/>
          <p:nvPr/>
        </p:nvSpPr>
        <p:spPr>
          <a:xfrm flipV="1">
            <a:off x="-3960" y="71388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68" name="PlaceHolder 4"/>
          <p:cNvSpPr>
            <a:spLocks noGrp="1"/>
          </p:cNvSpPr>
          <p:nvPr>
            <p:ph type="sldNum" idx="29"/>
          </p:nvPr>
        </p:nvSpPr>
        <p:spPr>
          <a:xfrm>
            <a:off x="531720" y="78768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372" name="Group 22"/>
          <p:cNvGrpSpPr/>
          <p:nvPr/>
        </p:nvGrpSpPr>
        <p:grpSpPr>
          <a:xfrm>
            <a:off x="0" y="228600"/>
            <a:ext cx="2851200" cy="6638400"/>
            <a:chOff x="0" y="228600"/>
            <a:chExt cx="2851200" cy="6638400"/>
          </a:xfrm>
        </p:grpSpPr>
        <p:sp>
          <p:nvSpPr>
            <p:cNvPr id="373"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74"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75"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76"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77"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78"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79"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0"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1"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2"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3"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4"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385" name="Group 9"/>
          <p:cNvGrpSpPr/>
          <p:nvPr/>
        </p:nvGrpSpPr>
        <p:grpSpPr>
          <a:xfrm>
            <a:off x="27360" y="-720"/>
            <a:ext cx="2356200" cy="6853680"/>
            <a:chOff x="27360" y="-720"/>
            <a:chExt cx="2356200" cy="6853680"/>
          </a:xfrm>
        </p:grpSpPr>
        <p:sp>
          <p:nvSpPr>
            <p:cNvPr id="386"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7"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8"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9"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90"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91"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92"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93"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94"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95"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96"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97"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398"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399" name="PlaceHolder 1"/>
          <p:cNvSpPr>
            <a:spLocks noGrp="1"/>
          </p:cNvSpPr>
          <p:nvPr>
            <p:ph type="title"/>
          </p:nvPr>
        </p:nvSpPr>
        <p:spPr>
          <a:xfrm>
            <a:off x="2593080" y="624240"/>
            <a:ext cx="8911440" cy="1280520"/>
          </a:xfrm>
          <a:prstGeom prst="rect">
            <a:avLst/>
          </a:prstGeom>
          <a:noFill/>
          <a:ln w="0">
            <a:noFill/>
          </a:ln>
        </p:spPr>
        <p:txBody>
          <a:bodyPr lIns="91440" rIns="91440" tIns="45720" bIns="45720" anchor="t">
            <a:noAutofit/>
          </a:bodyPr>
          <a:p>
            <a:pPr indent="0" defTabSz="457200">
              <a:lnSpc>
                <a:spcPct val="100000"/>
              </a:lnSpc>
              <a:buNone/>
            </a:pPr>
            <a:r>
              <a:rPr b="0" lang="en-US" sz="3600" spc="-1" strike="noStrike">
                <a:solidFill>
                  <a:schemeClr val="dk1">
                    <a:lumMod val="85000"/>
                    <a:lumOff val="15000"/>
                  </a:schemeClr>
                </a:solidFill>
                <a:latin typeface="Century Gothic"/>
              </a:rPr>
              <a:t>Click to edit Master title style</a:t>
            </a:r>
            <a:endParaRPr b="0" lang="en-US" sz="3600" spc="-1" strike="noStrike">
              <a:solidFill>
                <a:schemeClr val="dk1"/>
              </a:solidFill>
              <a:latin typeface="Century Gothic"/>
            </a:endParaRPr>
          </a:p>
        </p:txBody>
      </p:sp>
      <p:sp>
        <p:nvSpPr>
          <p:cNvPr id="400" name="PlaceHolder 2"/>
          <p:cNvSpPr>
            <a:spLocks noGrp="1"/>
          </p:cNvSpPr>
          <p:nvPr>
            <p:ph type="body"/>
          </p:nvPr>
        </p:nvSpPr>
        <p:spPr>
          <a:xfrm>
            <a:off x="2589120" y="2133720"/>
            <a:ext cx="8915040" cy="377712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a53010"/>
              </a:buClr>
              <a:buFont typeface="Wingdings 3" charset="2"/>
              <a:buChar char=""/>
            </a:pPr>
            <a:r>
              <a:rPr b="0" lang="en-US" sz="1800" spc="-1" strike="noStrike">
                <a:solidFill>
                  <a:schemeClr val="dk1">
                    <a:lumMod val="75000"/>
                    <a:lumOff val="25000"/>
                  </a:schemeClr>
                </a:solidFill>
                <a:latin typeface="Century Gothic"/>
              </a:rPr>
              <a:t>Edit Master text styles</a:t>
            </a:r>
            <a:endParaRPr b="0" lang="en-US" sz="18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Wingdings 3" charset="2"/>
              <a:buChar char=""/>
            </a:pPr>
            <a:r>
              <a:rPr b="0" lang="en-US" sz="1600" spc="-1" strike="noStrike">
                <a:solidFill>
                  <a:schemeClr val="dk1">
                    <a:lumMod val="75000"/>
                    <a:lumOff val="25000"/>
                  </a:schemeClr>
                </a:solidFill>
                <a:latin typeface="Century Gothic"/>
              </a:rPr>
              <a:t>Second level</a:t>
            </a:r>
            <a:endParaRPr b="0" lang="en-US" sz="1600" spc="-1" strike="noStrike">
              <a:solidFill>
                <a:schemeClr val="dk1">
                  <a:lumMod val="75000"/>
                  <a:lumOff val="25000"/>
                </a:schemeClr>
              </a:solidFill>
              <a:latin typeface="Century Gothic"/>
            </a:endParaRPr>
          </a:p>
          <a:p>
            <a:pPr lvl="2" marL="1143000" indent="-228600" defTabSz="457200">
              <a:lnSpc>
                <a:spcPct val="100000"/>
              </a:lnSpc>
              <a:spcBef>
                <a:spcPts val="1001"/>
              </a:spcBef>
              <a:buClr>
                <a:srgbClr val="a53010"/>
              </a:buClr>
              <a:buFont typeface="Wingdings 3" charset="2"/>
              <a:buChar char=""/>
            </a:pPr>
            <a:r>
              <a:rPr b="0" lang="en-US" sz="1400" spc="-1" strike="noStrike">
                <a:solidFill>
                  <a:schemeClr val="dk1">
                    <a:lumMod val="75000"/>
                    <a:lumOff val="25000"/>
                  </a:schemeClr>
                </a:solidFill>
                <a:latin typeface="Century Gothic"/>
              </a:rPr>
              <a:t>Third level</a:t>
            </a:r>
            <a:endParaRPr b="0" lang="en-US" sz="1400" spc="-1" strike="noStrike">
              <a:solidFill>
                <a:schemeClr val="dk1">
                  <a:lumMod val="75000"/>
                  <a:lumOff val="25000"/>
                </a:schemeClr>
              </a:solidFill>
              <a:latin typeface="Century Gothic"/>
            </a:endParaRPr>
          </a:p>
          <a:p>
            <a:pPr lvl="3" marL="16002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Fourth level</a:t>
            </a:r>
            <a:endParaRPr b="0" lang="en-US" sz="1200" spc="-1" strike="noStrike">
              <a:solidFill>
                <a:schemeClr val="dk1">
                  <a:lumMod val="75000"/>
                  <a:lumOff val="25000"/>
                </a:schemeClr>
              </a:solidFill>
              <a:latin typeface="Century Gothic"/>
            </a:endParaRPr>
          </a:p>
          <a:p>
            <a:pPr lvl="4" marL="20574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Fifth level</a:t>
            </a:r>
            <a:endParaRPr b="0" lang="en-US" sz="1200" spc="-1" strike="noStrike">
              <a:solidFill>
                <a:schemeClr val="dk1">
                  <a:lumMod val="75000"/>
                  <a:lumOff val="25000"/>
                </a:schemeClr>
              </a:solidFill>
              <a:latin typeface="Century Gothic"/>
            </a:endParaRPr>
          </a:p>
        </p:txBody>
      </p:sp>
      <p:sp>
        <p:nvSpPr>
          <p:cNvPr id="401" name="PlaceHolder 3"/>
          <p:cNvSpPr>
            <a:spLocks noGrp="1"/>
          </p:cNvSpPr>
          <p:nvPr>
            <p:ph type="dt" idx="30"/>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02" name="PlaceHolder 4"/>
          <p:cNvSpPr>
            <a:spLocks noGrp="1"/>
          </p:cNvSpPr>
          <p:nvPr>
            <p:ph type="ftr" idx="31"/>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03" name="Freeform 11"/>
          <p:cNvSpPr/>
          <p:nvPr/>
        </p:nvSpPr>
        <p:spPr>
          <a:xfrm flipV="1">
            <a:off x="-3960" y="71388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04" name="PlaceHolder 5"/>
          <p:cNvSpPr>
            <a:spLocks noGrp="1"/>
          </p:cNvSpPr>
          <p:nvPr>
            <p:ph type="sldNum" idx="32"/>
          </p:nvPr>
        </p:nvSpPr>
        <p:spPr>
          <a:xfrm>
            <a:off x="531720" y="78768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407" name="Group 22"/>
          <p:cNvGrpSpPr/>
          <p:nvPr/>
        </p:nvGrpSpPr>
        <p:grpSpPr>
          <a:xfrm>
            <a:off x="0" y="228600"/>
            <a:ext cx="2851200" cy="6638400"/>
            <a:chOff x="0" y="228600"/>
            <a:chExt cx="2851200" cy="6638400"/>
          </a:xfrm>
        </p:grpSpPr>
        <p:sp>
          <p:nvSpPr>
            <p:cNvPr id="408"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09"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10"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11"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12"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13"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14"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15"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16"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17"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18"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19"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420" name="Group 9"/>
          <p:cNvGrpSpPr/>
          <p:nvPr/>
        </p:nvGrpSpPr>
        <p:grpSpPr>
          <a:xfrm>
            <a:off x="27360" y="-720"/>
            <a:ext cx="2356200" cy="6853680"/>
            <a:chOff x="27360" y="-720"/>
            <a:chExt cx="2356200" cy="6853680"/>
          </a:xfrm>
        </p:grpSpPr>
        <p:sp>
          <p:nvSpPr>
            <p:cNvPr id="421"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22"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23"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24"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25"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26"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27"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28"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29"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30"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31"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32"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433"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434" name="PlaceHolder 1"/>
          <p:cNvSpPr>
            <a:spLocks noGrp="1"/>
          </p:cNvSpPr>
          <p:nvPr>
            <p:ph type="title"/>
          </p:nvPr>
        </p:nvSpPr>
        <p:spPr>
          <a:xfrm>
            <a:off x="609480" y="228600"/>
            <a:ext cx="10972440" cy="533160"/>
          </a:xfrm>
          <a:prstGeom prst="rect">
            <a:avLst/>
          </a:prstGeom>
          <a:noFill/>
          <a:ln w="0">
            <a:noFill/>
          </a:ln>
        </p:spPr>
        <p:txBody>
          <a:bodyPr lIns="91440" rIns="91440" tIns="45720" bIns="45720" anchor="t">
            <a:noAutofit/>
          </a:bodyPr>
          <a:p>
            <a:pPr indent="0" defTabSz="457200">
              <a:lnSpc>
                <a:spcPct val="100000"/>
              </a:lnSpc>
              <a:buNone/>
            </a:pPr>
            <a:r>
              <a:rPr b="1" lang="en-US" sz="1600" spc="-1" strike="noStrike">
                <a:solidFill>
                  <a:srgbClr val="d95900"/>
                </a:solidFill>
                <a:latin typeface="Arial"/>
              </a:rPr>
              <a:t>Click to edit Master title style</a:t>
            </a:r>
            <a:endParaRPr b="0" lang="en-US" sz="1600" spc="-1" strike="noStrike">
              <a:solidFill>
                <a:schemeClr val="dk1"/>
              </a:solidFill>
              <a:latin typeface="Century Gothic"/>
            </a:endParaRPr>
          </a:p>
        </p:txBody>
      </p:sp>
      <p:sp>
        <p:nvSpPr>
          <p:cNvPr id="435" name="PlaceHolder 2"/>
          <p:cNvSpPr>
            <a:spLocks noGrp="1"/>
          </p:cNvSpPr>
          <p:nvPr>
            <p:ph type="body"/>
          </p:nvPr>
        </p:nvSpPr>
        <p:spPr>
          <a:xfrm>
            <a:off x="609480" y="1189080"/>
            <a:ext cx="10972440" cy="4079520"/>
          </a:xfrm>
          <a:prstGeom prst="rect">
            <a:avLst/>
          </a:prstGeom>
          <a:noFill/>
          <a:ln w="0">
            <a:noFill/>
          </a:ln>
        </p:spPr>
        <p:txBody>
          <a:bodyPr lIns="91440" rIns="91440" tIns="45720" bIns="45720" anchor="t">
            <a:noAutofit/>
          </a:bodyPr>
          <a:p>
            <a:pPr marL="343080" indent="-343080" defTabSz="457200">
              <a:lnSpc>
                <a:spcPct val="100000"/>
              </a:lnSpc>
              <a:spcBef>
                <a:spcPts val="1001"/>
              </a:spcBef>
              <a:buNone/>
              <a:tabLst>
                <a:tab algn="l" pos="0"/>
              </a:tabLst>
            </a:pPr>
            <a:r>
              <a:rPr b="0" lang="en-US" sz="1800" spc="-1" strike="noStrike">
                <a:solidFill>
                  <a:schemeClr val="dk1">
                    <a:lumMod val="75000"/>
                    <a:lumOff val="25000"/>
                  </a:schemeClr>
                </a:solidFill>
                <a:latin typeface="Century Gothic"/>
              </a:rPr>
              <a:t>Click to edit Master text styles</a:t>
            </a:r>
            <a:endParaRPr b="0" lang="en-US" sz="1800" spc="-1" strike="noStrike">
              <a:solidFill>
                <a:schemeClr val="dk1">
                  <a:lumMod val="75000"/>
                  <a:lumOff val="25000"/>
                </a:schemeClr>
              </a:solidFill>
              <a:latin typeface="Century Gothic"/>
            </a:endParaRPr>
          </a:p>
        </p:txBody>
      </p:sp>
      <p:sp>
        <p:nvSpPr>
          <p:cNvPr id="436" name="PlaceHolder 3"/>
          <p:cNvSpPr>
            <a:spLocks noGrp="1"/>
          </p:cNvSpPr>
          <p:nvPr>
            <p:ph type="ftr" idx="33"/>
          </p:nvPr>
        </p:nvSpPr>
        <p:spPr>
          <a:xfrm>
            <a:off x="609480" y="6248520"/>
            <a:ext cx="7111800" cy="22824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37" name="Freeform 11"/>
          <p:cNvSpPr/>
          <p:nvPr/>
        </p:nvSpPr>
        <p:spPr>
          <a:xfrm flipV="1">
            <a:off x="-3960" y="71388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38" name="PlaceHolder 4"/>
          <p:cNvSpPr>
            <a:spLocks noGrp="1"/>
          </p:cNvSpPr>
          <p:nvPr>
            <p:ph type="sldNum" idx="34"/>
          </p:nvPr>
        </p:nvSpPr>
        <p:spPr>
          <a:xfrm>
            <a:off x="531720" y="78768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3" r:id="rId2"/>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439" name="Group 22"/>
          <p:cNvGrpSpPr/>
          <p:nvPr/>
        </p:nvGrpSpPr>
        <p:grpSpPr>
          <a:xfrm>
            <a:off x="0" y="228600"/>
            <a:ext cx="2851200" cy="6638400"/>
            <a:chOff x="0" y="228600"/>
            <a:chExt cx="2851200" cy="6638400"/>
          </a:xfrm>
        </p:grpSpPr>
        <p:sp>
          <p:nvSpPr>
            <p:cNvPr id="440"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41"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42"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43"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44"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45"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46"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47"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48"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49"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50"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51"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452" name="Group 9"/>
          <p:cNvGrpSpPr/>
          <p:nvPr/>
        </p:nvGrpSpPr>
        <p:grpSpPr>
          <a:xfrm>
            <a:off x="27360" y="-720"/>
            <a:ext cx="2356200" cy="6853680"/>
            <a:chOff x="27360" y="-720"/>
            <a:chExt cx="2356200" cy="6853680"/>
          </a:xfrm>
        </p:grpSpPr>
        <p:sp>
          <p:nvSpPr>
            <p:cNvPr id="453"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54"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55"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56"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57"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58"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59"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60"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61"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62"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63"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64"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465"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466" name="PlaceHolder 1"/>
          <p:cNvSpPr>
            <a:spLocks noGrp="1"/>
          </p:cNvSpPr>
          <p:nvPr>
            <p:ph type="title"/>
          </p:nvPr>
        </p:nvSpPr>
        <p:spPr>
          <a:xfrm>
            <a:off x="2589120" y="2058840"/>
            <a:ext cx="8915040" cy="1468440"/>
          </a:xfrm>
          <a:prstGeom prst="rect">
            <a:avLst/>
          </a:prstGeom>
          <a:noFill/>
          <a:ln w="0">
            <a:noFill/>
          </a:ln>
        </p:spPr>
        <p:txBody>
          <a:bodyPr lIns="91440" rIns="91440" tIns="45720" bIns="45720" anchor="b">
            <a:noAutofit/>
          </a:bodyPr>
          <a:p>
            <a:pPr indent="0" defTabSz="457200">
              <a:lnSpc>
                <a:spcPct val="100000"/>
              </a:lnSpc>
              <a:buNone/>
            </a:pPr>
            <a:r>
              <a:rPr b="0" lang="en-US" sz="4000" spc="-1" strike="noStrike">
                <a:solidFill>
                  <a:schemeClr val="dk1">
                    <a:lumMod val="85000"/>
                    <a:lumOff val="15000"/>
                  </a:schemeClr>
                </a:solidFill>
                <a:latin typeface="Century Gothic"/>
              </a:rPr>
              <a:t>Click to edit Master title style</a:t>
            </a:r>
            <a:endParaRPr b="0" lang="en-US" sz="4000" spc="-1" strike="noStrike">
              <a:solidFill>
                <a:schemeClr val="dk1"/>
              </a:solidFill>
              <a:latin typeface="Century Gothic"/>
            </a:endParaRPr>
          </a:p>
        </p:txBody>
      </p:sp>
      <p:sp>
        <p:nvSpPr>
          <p:cNvPr id="467" name="PlaceHolder 2"/>
          <p:cNvSpPr>
            <a:spLocks noGrp="1"/>
          </p:cNvSpPr>
          <p:nvPr>
            <p:ph type="body"/>
          </p:nvPr>
        </p:nvSpPr>
        <p:spPr>
          <a:xfrm>
            <a:off x="2589120" y="3530160"/>
            <a:ext cx="8915040" cy="860040"/>
          </a:xfrm>
          <a:prstGeom prst="rect">
            <a:avLst/>
          </a:prstGeom>
          <a:noFill/>
          <a:ln w="0">
            <a:noFill/>
          </a:ln>
        </p:spPr>
        <p:txBody>
          <a:bodyPr lIns="91440" rIns="91440" tIns="45720" bIns="45720" anchor="t">
            <a:noAutofit/>
          </a:bodyPr>
          <a:p>
            <a:pPr indent="0" defTabSz="457200">
              <a:lnSpc>
                <a:spcPct val="100000"/>
              </a:lnSpc>
              <a:spcBef>
                <a:spcPts val="1001"/>
              </a:spcBef>
              <a:buNone/>
              <a:tabLst>
                <a:tab algn="l" pos="0"/>
              </a:tabLst>
            </a:pPr>
            <a:r>
              <a:rPr b="0" lang="en-US" sz="2000" spc="-1" strike="noStrike">
                <a:solidFill>
                  <a:schemeClr val="dk1">
                    <a:lumMod val="65000"/>
                    <a:lumOff val="35000"/>
                  </a:schemeClr>
                </a:solidFill>
                <a:latin typeface="Century Gothic"/>
              </a:rPr>
              <a:t>Edit Master text styles</a:t>
            </a:r>
            <a:endParaRPr b="0" lang="en-US" sz="2000" spc="-1" strike="noStrike">
              <a:solidFill>
                <a:schemeClr val="dk1">
                  <a:lumMod val="75000"/>
                  <a:lumOff val="25000"/>
                </a:schemeClr>
              </a:solidFill>
              <a:latin typeface="Century Gothic"/>
            </a:endParaRPr>
          </a:p>
        </p:txBody>
      </p:sp>
      <p:sp>
        <p:nvSpPr>
          <p:cNvPr id="468" name="PlaceHolder 3"/>
          <p:cNvSpPr>
            <a:spLocks noGrp="1"/>
          </p:cNvSpPr>
          <p:nvPr>
            <p:ph type="dt" idx="35"/>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69" name="PlaceHolder 4"/>
          <p:cNvSpPr>
            <a:spLocks noGrp="1"/>
          </p:cNvSpPr>
          <p:nvPr>
            <p:ph type="ftr" idx="36"/>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70" name="Freeform 11"/>
          <p:cNvSpPr/>
          <p:nvPr/>
        </p:nvSpPr>
        <p:spPr>
          <a:xfrm flipV="1">
            <a:off x="-3960" y="317808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71" name="PlaceHolder 5"/>
          <p:cNvSpPr>
            <a:spLocks noGrp="1"/>
          </p:cNvSpPr>
          <p:nvPr>
            <p:ph type="sldNum" idx="37"/>
          </p:nvPr>
        </p:nvSpPr>
        <p:spPr>
          <a:xfrm>
            <a:off x="531720" y="324396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5" r:id="rId2"/>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472" name="Group 22"/>
          <p:cNvGrpSpPr/>
          <p:nvPr/>
        </p:nvGrpSpPr>
        <p:grpSpPr>
          <a:xfrm>
            <a:off x="0" y="228600"/>
            <a:ext cx="2851200" cy="6638400"/>
            <a:chOff x="0" y="228600"/>
            <a:chExt cx="2851200" cy="6638400"/>
          </a:xfrm>
        </p:grpSpPr>
        <p:sp>
          <p:nvSpPr>
            <p:cNvPr id="473"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74"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75"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76"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77"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78"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79"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80"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81"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82"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83"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84"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485" name="Group 9"/>
          <p:cNvGrpSpPr/>
          <p:nvPr/>
        </p:nvGrpSpPr>
        <p:grpSpPr>
          <a:xfrm>
            <a:off x="27360" y="-720"/>
            <a:ext cx="2356200" cy="6853680"/>
            <a:chOff x="27360" y="-720"/>
            <a:chExt cx="2356200" cy="6853680"/>
          </a:xfrm>
        </p:grpSpPr>
        <p:sp>
          <p:nvSpPr>
            <p:cNvPr id="486"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87"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88"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89"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90"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91"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92"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93"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94"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95"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96"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97"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498"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499" name="PlaceHolder 1"/>
          <p:cNvSpPr>
            <a:spLocks noGrp="1"/>
          </p:cNvSpPr>
          <p:nvPr>
            <p:ph type="title"/>
          </p:nvPr>
        </p:nvSpPr>
        <p:spPr>
          <a:xfrm>
            <a:off x="2593080" y="624240"/>
            <a:ext cx="8911440" cy="1280520"/>
          </a:xfrm>
          <a:prstGeom prst="rect">
            <a:avLst/>
          </a:prstGeom>
          <a:noFill/>
          <a:ln w="0">
            <a:noFill/>
          </a:ln>
        </p:spPr>
        <p:txBody>
          <a:bodyPr lIns="91440" rIns="91440" tIns="45720" bIns="45720" anchor="t">
            <a:noAutofit/>
          </a:bodyPr>
          <a:p>
            <a:pPr indent="0" defTabSz="457200">
              <a:lnSpc>
                <a:spcPct val="100000"/>
              </a:lnSpc>
              <a:buNone/>
            </a:pPr>
            <a:r>
              <a:rPr b="0" lang="en-US" sz="3600" spc="-1" strike="noStrike">
                <a:solidFill>
                  <a:schemeClr val="dk1">
                    <a:lumMod val="85000"/>
                    <a:lumOff val="15000"/>
                  </a:schemeClr>
                </a:solidFill>
                <a:latin typeface="Century Gothic"/>
              </a:rPr>
              <a:t>Click to edit Master title style</a:t>
            </a:r>
            <a:endParaRPr b="0" lang="en-US" sz="3600" spc="-1" strike="noStrike">
              <a:solidFill>
                <a:schemeClr val="dk1"/>
              </a:solidFill>
              <a:latin typeface="Century Gothic"/>
            </a:endParaRPr>
          </a:p>
        </p:txBody>
      </p:sp>
      <p:sp>
        <p:nvSpPr>
          <p:cNvPr id="500" name="PlaceHolder 2"/>
          <p:cNvSpPr>
            <a:spLocks noGrp="1"/>
          </p:cNvSpPr>
          <p:nvPr>
            <p:ph type="body"/>
          </p:nvPr>
        </p:nvSpPr>
        <p:spPr>
          <a:xfrm>
            <a:off x="2589120" y="2133720"/>
            <a:ext cx="4313520" cy="377712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a53010"/>
              </a:buClr>
              <a:buFont typeface="Wingdings 3" charset="2"/>
              <a:buChar char=""/>
            </a:pPr>
            <a:r>
              <a:rPr b="0" lang="en-US" sz="1800" spc="-1" strike="noStrike">
                <a:solidFill>
                  <a:schemeClr val="dk1">
                    <a:lumMod val="75000"/>
                    <a:lumOff val="25000"/>
                  </a:schemeClr>
                </a:solidFill>
                <a:latin typeface="Century Gothic"/>
              </a:rPr>
              <a:t>Edit Master text styles</a:t>
            </a:r>
            <a:endParaRPr b="0" lang="en-US" sz="18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Wingdings 3" charset="2"/>
              <a:buChar char=""/>
            </a:pPr>
            <a:r>
              <a:rPr b="0" lang="en-US" sz="1600" spc="-1" strike="noStrike">
                <a:solidFill>
                  <a:schemeClr val="dk1">
                    <a:lumMod val="75000"/>
                    <a:lumOff val="25000"/>
                  </a:schemeClr>
                </a:solidFill>
                <a:latin typeface="Century Gothic"/>
              </a:rPr>
              <a:t>Second level</a:t>
            </a:r>
            <a:endParaRPr b="0" lang="en-US" sz="1600" spc="-1" strike="noStrike">
              <a:solidFill>
                <a:schemeClr val="dk1">
                  <a:lumMod val="75000"/>
                  <a:lumOff val="25000"/>
                </a:schemeClr>
              </a:solidFill>
              <a:latin typeface="Century Gothic"/>
            </a:endParaRPr>
          </a:p>
          <a:p>
            <a:pPr lvl="2" marL="1143000" indent="-228600" defTabSz="457200">
              <a:lnSpc>
                <a:spcPct val="100000"/>
              </a:lnSpc>
              <a:spcBef>
                <a:spcPts val="1001"/>
              </a:spcBef>
              <a:buClr>
                <a:srgbClr val="a53010"/>
              </a:buClr>
              <a:buFont typeface="Wingdings 3" charset="2"/>
              <a:buChar char=""/>
            </a:pPr>
            <a:r>
              <a:rPr b="0" lang="en-US" sz="1400" spc="-1" strike="noStrike">
                <a:solidFill>
                  <a:schemeClr val="dk1">
                    <a:lumMod val="75000"/>
                    <a:lumOff val="25000"/>
                  </a:schemeClr>
                </a:solidFill>
                <a:latin typeface="Century Gothic"/>
              </a:rPr>
              <a:t>Third level</a:t>
            </a:r>
            <a:endParaRPr b="0" lang="en-US" sz="1400" spc="-1" strike="noStrike">
              <a:solidFill>
                <a:schemeClr val="dk1">
                  <a:lumMod val="75000"/>
                  <a:lumOff val="25000"/>
                </a:schemeClr>
              </a:solidFill>
              <a:latin typeface="Century Gothic"/>
            </a:endParaRPr>
          </a:p>
          <a:p>
            <a:pPr lvl="3" marL="16002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Fourth level</a:t>
            </a:r>
            <a:endParaRPr b="0" lang="en-US" sz="1200" spc="-1" strike="noStrike">
              <a:solidFill>
                <a:schemeClr val="dk1">
                  <a:lumMod val="75000"/>
                  <a:lumOff val="25000"/>
                </a:schemeClr>
              </a:solidFill>
              <a:latin typeface="Century Gothic"/>
            </a:endParaRPr>
          </a:p>
          <a:p>
            <a:pPr lvl="4" marL="20574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Fifth level</a:t>
            </a:r>
            <a:endParaRPr b="0" lang="en-US" sz="1200" spc="-1" strike="noStrike">
              <a:solidFill>
                <a:schemeClr val="dk1">
                  <a:lumMod val="75000"/>
                  <a:lumOff val="25000"/>
                </a:schemeClr>
              </a:solidFill>
              <a:latin typeface="Century Gothic"/>
            </a:endParaRPr>
          </a:p>
        </p:txBody>
      </p:sp>
      <p:sp>
        <p:nvSpPr>
          <p:cNvPr id="501" name="PlaceHolder 3"/>
          <p:cNvSpPr>
            <a:spLocks noGrp="1"/>
          </p:cNvSpPr>
          <p:nvPr>
            <p:ph type="body"/>
          </p:nvPr>
        </p:nvSpPr>
        <p:spPr>
          <a:xfrm>
            <a:off x="7190640" y="2126160"/>
            <a:ext cx="4313520" cy="377712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a53010"/>
              </a:buClr>
              <a:buFont typeface="Wingdings 3" charset="2"/>
              <a:buChar char=""/>
            </a:pPr>
            <a:r>
              <a:rPr b="0" lang="en-US" sz="1800" spc="-1" strike="noStrike">
                <a:solidFill>
                  <a:schemeClr val="dk1">
                    <a:lumMod val="75000"/>
                    <a:lumOff val="25000"/>
                  </a:schemeClr>
                </a:solidFill>
                <a:latin typeface="Century Gothic"/>
              </a:rPr>
              <a:t>Edit Master text styles</a:t>
            </a:r>
            <a:endParaRPr b="0" lang="en-US" sz="18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Wingdings 3" charset="2"/>
              <a:buChar char=""/>
            </a:pPr>
            <a:r>
              <a:rPr b="0" lang="en-US" sz="1600" spc="-1" strike="noStrike">
                <a:solidFill>
                  <a:schemeClr val="dk1">
                    <a:lumMod val="75000"/>
                    <a:lumOff val="25000"/>
                  </a:schemeClr>
                </a:solidFill>
                <a:latin typeface="Century Gothic"/>
              </a:rPr>
              <a:t>Second level</a:t>
            </a:r>
            <a:endParaRPr b="0" lang="en-US" sz="1600" spc="-1" strike="noStrike">
              <a:solidFill>
                <a:schemeClr val="dk1">
                  <a:lumMod val="75000"/>
                  <a:lumOff val="25000"/>
                </a:schemeClr>
              </a:solidFill>
              <a:latin typeface="Century Gothic"/>
            </a:endParaRPr>
          </a:p>
          <a:p>
            <a:pPr lvl="2" marL="1143000" indent="-228600" defTabSz="457200">
              <a:lnSpc>
                <a:spcPct val="100000"/>
              </a:lnSpc>
              <a:spcBef>
                <a:spcPts val="1001"/>
              </a:spcBef>
              <a:buClr>
                <a:srgbClr val="a53010"/>
              </a:buClr>
              <a:buFont typeface="Wingdings 3" charset="2"/>
              <a:buChar char=""/>
            </a:pPr>
            <a:r>
              <a:rPr b="0" lang="en-US" sz="1400" spc="-1" strike="noStrike">
                <a:solidFill>
                  <a:schemeClr val="dk1">
                    <a:lumMod val="75000"/>
                    <a:lumOff val="25000"/>
                  </a:schemeClr>
                </a:solidFill>
                <a:latin typeface="Century Gothic"/>
              </a:rPr>
              <a:t>Third level</a:t>
            </a:r>
            <a:endParaRPr b="0" lang="en-US" sz="1400" spc="-1" strike="noStrike">
              <a:solidFill>
                <a:schemeClr val="dk1">
                  <a:lumMod val="75000"/>
                  <a:lumOff val="25000"/>
                </a:schemeClr>
              </a:solidFill>
              <a:latin typeface="Century Gothic"/>
            </a:endParaRPr>
          </a:p>
          <a:p>
            <a:pPr lvl="3" marL="16002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Fourth level</a:t>
            </a:r>
            <a:endParaRPr b="0" lang="en-US" sz="1200" spc="-1" strike="noStrike">
              <a:solidFill>
                <a:schemeClr val="dk1">
                  <a:lumMod val="75000"/>
                  <a:lumOff val="25000"/>
                </a:schemeClr>
              </a:solidFill>
              <a:latin typeface="Century Gothic"/>
            </a:endParaRPr>
          </a:p>
          <a:p>
            <a:pPr lvl="4" marL="20574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Fifth level</a:t>
            </a:r>
            <a:endParaRPr b="0" lang="en-US" sz="1200" spc="-1" strike="noStrike">
              <a:solidFill>
                <a:schemeClr val="dk1">
                  <a:lumMod val="75000"/>
                  <a:lumOff val="25000"/>
                </a:schemeClr>
              </a:solidFill>
              <a:latin typeface="Century Gothic"/>
            </a:endParaRPr>
          </a:p>
        </p:txBody>
      </p:sp>
      <p:sp>
        <p:nvSpPr>
          <p:cNvPr id="502" name="PlaceHolder 4"/>
          <p:cNvSpPr>
            <a:spLocks noGrp="1"/>
          </p:cNvSpPr>
          <p:nvPr>
            <p:ph type="dt" idx="38"/>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503" name="PlaceHolder 5"/>
          <p:cNvSpPr>
            <a:spLocks noGrp="1"/>
          </p:cNvSpPr>
          <p:nvPr>
            <p:ph type="ftr" idx="39"/>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04" name="Freeform 11"/>
          <p:cNvSpPr/>
          <p:nvPr/>
        </p:nvSpPr>
        <p:spPr>
          <a:xfrm flipV="1">
            <a:off x="-3960" y="71388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05" name="PlaceHolder 6"/>
          <p:cNvSpPr>
            <a:spLocks noGrp="1"/>
          </p:cNvSpPr>
          <p:nvPr>
            <p:ph type="sldNum" idx="40"/>
          </p:nvPr>
        </p:nvSpPr>
        <p:spPr>
          <a:xfrm>
            <a:off x="531720" y="78768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7" r:id="rId2"/>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509" name="Group 22"/>
          <p:cNvGrpSpPr/>
          <p:nvPr/>
        </p:nvGrpSpPr>
        <p:grpSpPr>
          <a:xfrm>
            <a:off x="0" y="228600"/>
            <a:ext cx="2851200" cy="6638400"/>
            <a:chOff x="0" y="228600"/>
            <a:chExt cx="2851200" cy="6638400"/>
          </a:xfrm>
        </p:grpSpPr>
        <p:sp>
          <p:nvSpPr>
            <p:cNvPr id="510"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11"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12"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13"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14"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15"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16"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17"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18"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19"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20"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21"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522" name="Group 9"/>
          <p:cNvGrpSpPr/>
          <p:nvPr/>
        </p:nvGrpSpPr>
        <p:grpSpPr>
          <a:xfrm>
            <a:off x="27360" y="-720"/>
            <a:ext cx="2356200" cy="6853680"/>
            <a:chOff x="27360" y="-720"/>
            <a:chExt cx="2356200" cy="6853680"/>
          </a:xfrm>
        </p:grpSpPr>
        <p:sp>
          <p:nvSpPr>
            <p:cNvPr id="523"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24"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25"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26"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27"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28"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29"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30"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31"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32"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33"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34"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535"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536" name="PlaceHolder 1"/>
          <p:cNvSpPr>
            <a:spLocks noGrp="1"/>
          </p:cNvSpPr>
          <p:nvPr>
            <p:ph type="title"/>
          </p:nvPr>
        </p:nvSpPr>
        <p:spPr>
          <a:xfrm>
            <a:off x="2593080" y="624240"/>
            <a:ext cx="8911440" cy="1280520"/>
          </a:xfrm>
          <a:prstGeom prst="rect">
            <a:avLst/>
          </a:prstGeom>
          <a:noFill/>
          <a:ln w="0">
            <a:noFill/>
          </a:ln>
        </p:spPr>
        <p:txBody>
          <a:bodyPr lIns="91440" rIns="91440" tIns="45720" bIns="45720" anchor="t">
            <a:noAutofit/>
          </a:bodyPr>
          <a:p>
            <a:pPr indent="0" defTabSz="457200">
              <a:lnSpc>
                <a:spcPct val="100000"/>
              </a:lnSpc>
              <a:buNone/>
            </a:pPr>
            <a:r>
              <a:rPr b="0" lang="en-US" sz="3600" spc="-1" strike="noStrike">
                <a:solidFill>
                  <a:schemeClr val="dk1">
                    <a:lumMod val="85000"/>
                    <a:lumOff val="15000"/>
                  </a:schemeClr>
                </a:solidFill>
                <a:latin typeface="Century Gothic"/>
              </a:rPr>
              <a:t>Click to edit Master title style</a:t>
            </a:r>
            <a:endParaRPr b="0" lang="en-US" sz="3600" spc="-1" strike="noStrike">
              <a:solidFill>
                <a:schemeClr val="dk1"/>
              </a:solidFill>
              <a:latin typeface="Century Gothic"/>
            </a:endParaRPr>
          </a:p>
        </p:txBody>
      </p:sp>
      <p:sp>
        <p:nvSpPr>
          <p:cNvPr id="537" name="PlaceHolder 2"/>
          <p:cNvSpPr>
            <a:spLocks noGrp="1"/>
          </p:cNvSpPr>
          <p:nvPr>
            <p:ph type="body"/>
          </p:nvPr>
        </p:nvSpPr>
        <p:spPr>
          <a:xfrm>
            <a:off x="2939400" y="1972800"/>
            <a:ext cx="3992400" cy="57600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b="0" lang="en-US" sz="2400" spc="-1" strike="noStrike">
                <a:solidFill>
                  <a:schemeClr val="dk1">
                    <a:lumMod val="75000"/>
                    <a:lumOff val="25000"/>
                  </a:schemeClr>
                </a:solidFill>
                <a:latin typeface="Century Gothic"/>
              </a:rPr>
              <a:t>Edit Master text styles</a:t>
            </a:r>
            <a:endParaRPr b="0" lang="en-US" sz="2400" spc="-1" strike="noStrike">
              <a:solidFill>
                <a:schemeClr val="dk1">
                  <a:lumMod val="75000"/>
                  <a:lumOff val="25000"/>
                </a:schemeClr>
              </a:solidFill>
              <a:latin typeface="Century Gothic"/>
            </a:endParaRPr>
          </a:p>
        </p:txBody>
      </p:sp>
      <p:sp>
        <p:nvSpPr>
          <p:cNvPr id="538" name="PlaceHolder 3"/>
          <p:cNvSpPr>
            <a:spLocks noGrp="1"/>
          </p:cNvSpPr>
          <p:nvPr>
            <p:ph type="body"/>
          </p:nvPr>
        </p:nvSpPr>
        <p:spPr>
          <a:xfrm>
            <a:off x="2589120" y="2548800"/>
            <a:ext cx="4342680" cy="335376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a53010"/>
              </a:buClr>
              <a:buFont typeface="Wingdings 3" charset="2"/>
              <a:buChar char=""/>
            </a:pPr>
            <a:r>
              <a:rPr b="0" lang="en-US" sz="1800" spc="-1" strike="noStrike">
                <a:solidFill>
                  <a:schemeClr val="dk1">
                    <a:lumMod val="75000"/>
                    <a:lumOff val="25000"/>
                  </a:schemeClr>
                </a:solidFill>
                <a:latin typeface="Century Gothic"/>
              </a:rPr>
              <a:t>Edit Master text styles</a:t>
            </a:r>
            <a:endParaRPr b="0" lang="en-US" sz="18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Wingdings 3" charset="2"/>
              <a:buChar char=""/>
            </a:pPr>
            <a:r>
              <a:rPr b="0" lang="en-US" sz="1600" spc="-1" strike="noStrike">
                <a:solidFill>
                  <a:schemeClr val="dk1">
                    <a:lumMod val="75000"/>
                    <a:lumOff val="25000"/>
                  </a:schemeClr>
                </a:solidFill>
                <a:latin typeface="Century Gothic"/>
              </a:rPr>
              <a:t>Second level</a:t>
            </a:r>
            <a:endParaRPr b="0" lang="en-US" sz="1600" spc="-1" strike="noStrike">
              <a:solidFill>
                <a:schemeClr val="dk1">
                  <a:lumMod val="75000"/>
                  <a:lumOff val="25000"/>
                </a:schemeClr>
              </a:solidFill>
              <a:latin typeface="Century Gothic"/>
            </a:endParaRPr>
          </a:p>
          <a:p>
            <a:pPr lvl="2" marL="1143000" indent="-228600" defTabSz="457200">
              <a:lnSpc>
                <a:spcPct val="100000"/>
              </a:lnSpc>
              <a:spcBef>
                <a:spcPts val="1001"/>
              </a:spcBef>
              <a:buClr>
                <a:srgbClr val="a53010"/>
              </a:buClr>
              <a:buFont typeface="Wingdings 3" charset="2"/>
              <a:buChar char=""/>
            </a:pPr>
            <a:r>
              <a:rPr b="0" lang="en-US" sz="1400" spc="-1" strike="noStrike">
                <a:solidFill>
                  <a:schemeClr val="dk1">
                    <a:lumMod val="75000"/>
                    <a:lumOff val="25000"/>
                  </a:schemeClr>
                </a:solidFill>
                <a:latin typeface="Century Gothic"/>
              </a:rPr>
              <a:t>Third level</a:t>
            </a:r>
            <a:endParaRPr b="0" lang="en-US" sz="1400" spc="-1" strike="noStrike">
              <a:solidFill>
                <a:schemeClr val="dk1">
                  <a:lumMod val="75000"/>
                  <a:lumOff val="25000"/>
                </a:schemeClr>
              </a:solidFill>
              <a:latin typeface="Century Gothic"/>
            </a:endParaRPr>
          </a:p>
          <a:p>
            <a:pPr lvl="3" marL="16002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Fourth level</a:t>
            </a:r>
            <a:endParaRPr b="0" lang="en-US" sz="1200" spc="-1" strike="noStrike">
              <a:solidFill>
                <a:schemeClr val="dk1">
                  <a:lumMod val="75000"/>
                  <a:lumOff val="25000"/>
                </a:schemeClr>
              </a:solidFill>
              <a:latin typeface="Century Gothic"/>
            </a:endParaRPr>
          </a:p>
          <a:p>
            <a:pPr lvl="4" marL="20574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Fifth level</a:t>
            </a:r>
            <a:endParaRPr b="0" lang="en-US" sz="1200" spc="-1" strike="noStrike">
              <a:solidFill>
                <a:schemeClr val="dk1">
                  <a:lumMod val="75000"/>
                  <a:lumOff val="25000"/>
                </a:schemeClr>
              </a:solidFill>
              <a:latin typeface="Century Gothic"/>
            </a:endParaRPr>
          </a:p>
        </p:txBody>
      </p:sp>
      <p:sp>
        <p:nvSpPr>
          <p:cNvPr id="539" name="PlaceHolder 4"/>
          <p:cNvSpPr>
            <a:spLocks noGrp="1"/>
          </p:cNvSpPr>
          <p:nvPr>
            <p:ph type="body"/>
          </p:nvPr>
        </p:nvSpPr>
        <p:spPr>
          <a:xfrm>
            <a:off x="7506720" y="1969560"/>
            <a:ext cx="3998520" cy="57600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b="0" lang="en-US" sz="2400" spc="-1" strike="noStrike">
                <a:solidFill>
                  <a:schemeClr val="dk1">
                    <a:lumMod val="75000"/>
                    <a:lumOff val="25000"/>
                  </a:schemeClr>
                </a:solidFill>
                <a:latin typeface="Century Gothic"/>
              </a:rPr>
              <a:t>Edit Master text styles</a:t>
            </a:r>
            <a:endParaRPr b="0" lang="en-US" sz="2400" spc="-1" strike="noStrike">
              <a:solidFill>
                <a:schemeClr val="dk1">
                  <a:lumMod val="75000"/>
                  <a:lumOff val="25000"/>
                </a:schemeClr>
              </a:solidFill>
              <a:latin typeface="Century Gothic"/>
            </a:endParaRPr>
          </a:p>
        </p:txBody>
      </p:sp>
      <p:sp>
        <p:nvSpPr>
          <p:cNvPr id="540" name="PlaceHolder 5"/>
          <p:cNvSpPr>
            <a:spLocks noGrp="1"/>
          </p:cNvSpPr>
          <p:nvPr>
            <p:ph type="body"/>
          </p:nvPr>
        </p:nvSpPr>
        <p:spPr>
          <a:xfrm>
            <a:off x="7166880" y="2545560"/>
            <a:ext cx="4338360" cy="335376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a53010"/>
              </a:buClr>
              <a:buFont typeface="Wingdings 3" charset="2"/>
              <a:buChar char=""/>
            </a:pPr>
            <a:r>
              <a:rPr b="0" lang="en-US" sz="1800" spc="-1" strike="noStrike">
                <a:solidFill>
                  <a:schemeClr val="dk1">
                    <a:lumMod val="75000"/>
                    <a:lumOff val="25000"/>
                  </a:schemeClr>
                </a:solidFill>
                <a:latin typeface="Century Gothic"/>
              </a:rPr>
              <a:t>Edit Master text styles</a:t>
            </a:r>
            <a:endParaRPr b="0" lang="en-US" sz="18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Wingdings 3" charset="2"/>
              <a:buChar char=""/>
            </a:pPr>
            <a:r>
              <a:rPr b="0" lang="en-US" sz="1600" spc="-1" strike="noStrike">
                <a:solidFill>
                  <a:schemeClr val="dk1">
                    <a:lumMod val="75000"/>
                    <a:lumOff val="25000"/>
                  </a:schemeClr>
                </a:solidFill>
                <a:latin typeface="Century Gothic"/>
              </a:rPr>
              <a:t>Second level</a:t>
            </a:r>
            <a:endParaRPr b="0" lang="en-US" sz="1600" spc="-1" strike="noStrike">
              <a:solidFill>
                <a:schemeClr val="dk1">
                  <a:lumMod val="75000"/>
                  <a:lumOff val="25000"/>
                </a:schemeClr>
              </a:solidFill>
              <a:latin typeface="Century Gothic"/>
            </a:endParaRPr>
          </a:p>
          <a:p>
            <a:pPr lvl="2" marL="1143000" indent="-228600" defTabSz="457200">
              <a:lnSpc>
                <a:spcPct val="100000"/>
              </a:lnSpc>
              <a:spcBef>
                <a:spcPts val="1001"/>
              </a:spcBef>
              <a:buClr>
                <a:srgbClr val="a53010"/>
              </a:buClr>
              <a:buFont typeface="Wingdings 3" charset="2"/>
              <a:buChar char=""/>
            </a:pPr>
            <a:r>
              <a:rPr b="0" lang="en-US" sz="1400" spc="-1" strike="noStrike">
                <a:solidFill>
                  <a:schemeClr val="dk1">
                    <a:lumMod val="75000"/>
                    <a:lumOff val="25000"/>
                  </a:schemeClr>
                </a:solidFill>
                <a:latin typeface="Century Gothic"/>
              </a:rPr>
              <a:t>Third level</a:t>
            </a:r>
            <a:endParaRPr b="0" lang="en-US" sz="1400" spc="-1" strike="noStrike">
              <a:solidFill>
                <a:schemeClr val="dk1">
                  <a:lumMod val="75000"/>
                  <a:lumOff val="25000"/>
                </a:schemeClr>
              </a:solidFill>
              <a:latin typeface="Century Gothic"/>
            </a:endParaRPr>
          </a:p>
          <a:p>
            <a:pPr lvl="3" marL="16002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Fourth level</a:t>
            </a:r>
            <a:endParaRPr b="0" lang="en-US" sz="1200" spc="-1" strike="noStrike">
              <a:solidFill>
                <a:schemeClr val="dk1">
                  <a:lumMod val="75000"/>
                  <a:lumOff val="25000"/>
                </a:schemeClr>
              </a:solidFill>
              <a:latin typeface="Century Gothic"/>
            </a:endParaRPr>
          </a:p>
          <a:p>
            <a:pPr lvl="4" marL="20574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Fifth level</a:t>
            </a:r>
            <a:endParaRPr b="0" lang="en-US" sz="1200" spc="-1" strike="noStrike">
              <a:solidFill>
                <a:schemeClr val="dk1">
                  <a:lumMod val="75000"/>
                  <a:lumOff val="25000"/>
                </a:schemeClr>
              </a:solidFill>
              <a:latin typeface="Century Gothic"/>
            </a:endParaRPr>
          </a:p>
        </p:txBody>
      </p:sp>
      <p:sp>
        <p:nvSpPr>
          <p:cNvPr id="541" name="PlaceHolder 6"/>
          <p:cNvSpPr>
            <a:spLocks noGrp="1"/>
          </p:cNvSpPr>
          <p:nvPr>
            <p:ph type="dt" idx="41"/>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542" name="PlaceHolder 7"/>
          <p:cNvSpPr>
            <a:spLocks noGrp="1"/>
          </p:cNvSpPr>
          <p:nvPr>
            <p:ph type="ftr" idx="42"/>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43" name="Freeform 11"/>
          <p:cNvSpPr/>
          <p:nvPr/>
        </p:nvSpPr>
        <p:spPr>
          <a:xfrm flipV="1">
            <a:off x="-3960" y="71388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44" name="PlaceHolder 8"/>
          <p:cNvSpPr>
            <a:spLocks noGrp="1"/>
          </p:cNvSpPr>
          <p:nvPr>
            <p:ph type="sldNum" idx="43"/>
          </p:nvPr>
        </p:nvSpPr>
        <p:spPr>
          <a:xfrm>
            <a:off x="531720" y="78768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9" r:id="rId2"/>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545" name="Group 22"/>
          <p:cNvGrpSpPr/>
          <p:nvPr/>
        </p:nvGrpSpPr>
        <p:grpSpPr>
          <a:xfrm>
            <a:off x="0" y="228600"/>
            <a:ext cx="2851200" cy="6638400"/>
            <a:chOff x="0" y="228600"/>
            <a:chExt cx="2851200" cy="6638400"/>
          </a:xfrm>
        </p:grpSpPr>
        <p:sp>
          <p:nvSpPr>
            <p:cNvPr id="546"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47"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48"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49"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50"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51"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52"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53"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54"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55"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56"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57"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558" name="Group 9"/>
          <p:cNvGrpSpPr/>
          <p:nvPr/>
        </p:nvGrpSpPr>
        <p:grpSpPr>
          <a:xfrm>
            <a:off x="27360" y="-720"/>
            <a:ext cx="2356200" cy="6853680"/>
            <a:chOff x="27360" y="-720"/>
            <a:chExt cx="2356200" cy="6853680"/>
          </a:xfrm>
        </p:grpSpPr>
        <p:sp>
          <p:nvSpPr>
            <p:cNvPr id="559"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60"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61"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62"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63"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64"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65"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66"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67"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68"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69"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70"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571"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572" name="PlaceHolder 1"/>
          <p:cNvSpPr>
            <a:spLocks noGrp="1"/>
          </p:cNvSpPr>
          <p:nvPr>
            <p:ph type="title"/>
          </p:nvPr>
        </p:nvSpPr>
        <p:spPr>
          <a:xfrm>
            <a:off x="2593080" y="624240"/>
            <a:ext cx="8911440" cy="1280520"/>
          </a:xfrm>
          <a:prstGeom prst="rect">
            <a:avLst/>
          </a:prstGeom>
          <a:noFill/>
          <a:ln w="0">
            <a:noFill/>
          </a:ln>
        </p:spPr>
        <p:txBody>
          <a:bodyPr lIns="91440" rIns="91440" tIns="45720" bIns="45720" anchor="t">
            <a:noAutofit/>
          </a:bodyPr>
          <a:p>
            <a:pPr indent="0" defTabSz="457200">
              <a:lnSpc>
                <a:spcPct val="100000"/>
              </a:lnSpc>
              <a:buNone/>
            </a:pPr>
            <a:r>
              <a:rPr b="0" lang="en-US" sz="3600" spc="-1" strike="noStrike">
                <a:solidFill>
                  <a:schemeClr val="dk1">
                    <a:lumMod val="85000"/>
                    <a:lumOff val="15000"/>
                  </a:schemeClr>
                </a:solidFill>
                <a:latin typeface="Century Gothic"/>
              </a:rPr>
              <a:t>Click to edit Master title style</a:t>
            </a:r>
            <a:endParaRPr b="0" lang="en-US" sz="3600" spc="-1" strike="noStrike">
              <a:solidFill>
                <a:schemeClr val="dk1"/>
              </a:solidFill>
              <a:latin typeface="Century Gothic"/>
            </a:endParaRPr>
          </a:p>
        </p:txBody>
      </p:sp>
      <p:sp>
        <p:nvSpPr>
          <p:cNvPr id="573" name="PlaceHolder 2"/>
          <p:cNvSpPr>
            <a:spLocks noGrp="1"/>
          </p:cNvSpPr>
          <p:nvPr>
            <p:ph type="dt" idx="44"/>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574" name="PlaceHolder 3"/>
          <p:cNvSpPr>
            <a:spLocks noGrp="1"/>
          </p:cNvSpPr>
          <p:nvPr>
            <p:ph type="ftr" idx="45"/>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75" name="Freeform 11"/>
          <p:cNvSpPr/>
          <p:nvPr/>
        </p:nvSpPr>
        <p:spPr>
          <a:xfrm flipV="1">
            <a:off x="-3960" y="71388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76" name="PlaceHolder 4"/>
          <p:cNvSpPr>
            <a:spLocks noGrp="1"/>
          </p:cNvSpPr>
          <p:nvPr>
            <p:ph type="sldNum" idx="46"/>
          </p:nvPr>
        </p:nvSpPr>
        <p:spPr>
          <a:xfrm>
            <a:off x="531720" y="78768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
        <p:nvSpPr>
          <p:cNvPr id="577"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chemeClr val="dk1">
                    <a:lumMod val="75000"/>
                    <a:lumOff val="25000"/>
                  </a:schemeClr>
                </a:solidFill>
                <a:latin typeface="Century Gothic"/>
              </a:rPr>
              <a:t>Click to edit the outline text format</a:t>
            </a:r>
            <a:endParaRPr b="0" lang="en-US" sz="1800" spc="-1" strike="noStrike">
              <a:solidFill>
                <a:schemeClr val="dk1">
                  <a:lumMod val="75000"/>
                  <a:lumOff val="25000"/>
                </a:schemeClr>
              </a:solidFill>
              <a:latin typeface="Century Gothic"/>
            </a:endParaRPr>
          </a:p>
          <a:p>
            <a:pPr lvl="1" marL="864000" indent="-324000">
              <a:spcBef>
                <a:spcPts val="1134"/>
              </a:spcBef>
              <a:buClr>
                <a:srgbClr val="000000"/>
              </a:buClr>
              <a:buSzPct val="75000"/>
              <a:buFont typeface="Symbol" charset="2"/>
              <a:buChar char=""/>
            </a:pPr>
            <a:r>
              <a:rPr b="0" lang="en-US" sz="1400" spc="-1" strike="noStrike">
                <a:solidFill>
                  <a:schemeClr val="dk1">
                    <a:lumMod val="75000"/>
                    <a:lumOff val="25000"/>
                  </a:schemeClr>
                </a:solidFill>
                <a:latin typeface="Century Gothic"/>
              </a:rPr>
              <a:t>Second Outline Level</a:t>
            </a:r>
            <a:endParaRPr b="0" lang="en-US" sz="1400" spc="-1" strike="noStrike">
              <a:solidFill>
                <a:schemeClr val="dk1">
                  <a:lumMod val="75000"/>
                  <a:lumOff val="25000"/>
                </a:schemeClr>
              </a:solidFill>
              <a:latin typeface="Century Gothic"/>
            </a:endParaRPr>
          </a:p>
          <a:p>
            <a:pPr lvl="2" marL="1296000" indent="-288000">
              <a:spcBef>
                <a:spcPts val="850"/>
              </a:spcBef>
              <a:buClr>
                <a:srgbClr val="000000"/>
              </a:buClr>
              <a:buSzPct val="45000"/>
              <a:buFont typeface="Wingdings" charset="2"/>
              <a:buChar char=""/>
            </a:pPr>
            <a:r>
              <a:rPr b="0" lang="en-US" sz="1200" spc="-1" strike="noStrike">
                <a:solidFill>
                  <a:schemeClr val="dk1">
                    <a:lumMod val="75000"/>
                    <a:lumOff val="25000"/>
                  </a:schemeClr>
                </a:solidFill>
                <a:latin typeface="Century Gothic"/>
              </a:rPr>
              <a:t>Third Outline Level</a:t>
            </a:r>
            <a:endParaRPr b="0" lang="en-US" sz="1200" spc="-1" strike="noStrike">
              <a:solidFill>
                <a:schemeClr val="dk1">
                  <a:lumMod val="75000"/>
                  <a:lumOff val="25000"/>
                </a:schemeClr>
              </a:solidFill>
              <a:latin typeface="Century Gothic"/>
            </a:endParaRPr>
          </a:p>
          <a:p>
            <a:pPr lvl="3" marL="1728000" indent="-216000">
              <a:spcBef>
                <a:spcPts val="567"/>
              </a:spcBef>
              <a:buClr>
                <a:srgbClr val="000000"/>
              </a:buClr>
              <a:buSzPct val="75000"/>
              <a:buFont typeface="Symbol" charset="2"/>
              <a:buChar char=""/>
            </a:pPr>
            <a:r>
              <a:rPr b="0" lang="en-US" sz="1200" spc="-1" strike="noStrike">
                <a:solidFill>
                  <a:schemeClr val="dk1">
                    <a:lumMod val="75000"/>
                    <a:lumOff val="25000"/>
                  </a:schemeClr>
                </a:solidFill>
                <a:latin typeface="Century Gothic"/>
              </a:rPr>
              <a:t>Fourth Outline Level</a:t>
            </a:r>
            <a:endParaRPr b="0" lang="en-US" sz="1200" spc="-1" strike="noStrike">
              <a:solidFill>
                <a:schemeClr val="dk1">
                  <a:lumMod val="75000"/>
                  <a:lumOff val="25000"/>
                </a:schemeClr>
              </a:solidFill>
              <a:latin typeface="Century Gothic"/>
            </a:endParaRPr>
          </a:p>
          <a:p>
            <a:pPr lvl="4" marL="2160000" indent="-216000">
              <a:spcBef>
                <a:spcPts val="283"/>
              </a:spcBef>
              <a:buClr>
                <a:srgbClr val="000000"/>
              </a:buClr>
              <a:buSzPct val="45000"/>
              <a:buFont typeface="Wingdings" charset="2"/>
              <a:buChar char=""/>
            </a:pPr>
            <a:r>
              <a:rPr b="0" lang="en-US" sz="2000" spc="-1" strike="noStrike">
                <a:solidFill>
                  <a:schemeClr val="dk1">
                    <a:lumMod val="75000"/>
                    <a:lumOff val="25000"/>
                  </a:schemeClr>
                </a:solidFill>
                <a:latin typeface="Century Gothic"/>
              </a:rPr>
              <a:t>Fifth Outline Level</a:t>
            </a:r>
            <a:endParaRPr b="0" lang="en-US" sz="2000" spc="-1" strike="noStrike">
              <a:solidFill>
                <a:schemeClr val="dk1">
                  <a:lumMod val="75000"/>
                  <a:lumOff val="25000"/>
                </a:schemeClr>
              </a:solidFill>
              <a:latin typeface="Century Gothic"/>
            </a:endParaRPr>
          </a:p>
          <a:p>
            <a:pPr lvl="5" marL="2592000" indent="-216000">
              <a:spcBef>
                <a:spcPts val="283"/>
              </a:spcBef>
              <a:buClr>
                <a:srgbClr val="000000"/>
              </a:buClr>
              <a:buSzPct val="45000"/>
              <a:buFont typeface="Wingdings" charset="2"/>
              <a:buChar char=""/>
            </a:pPr>
            <a:r>
              <a:rPr b="0" lang="en-US" sz="2000" spc="-1" strike="noStrike">
                <a:solidFill>
                  <a:schemeClr val="dk1">
                    <a:lumMod val="75000"/>
                    <a:lumOff val="25000"/>
                  </a:schemeClr>
                </a:solidFill>
                <a:latin typeface="Century Gothic"/>
              </a:rPr>
              <a:t>Sixth Outline Level</a:t>
            </a:r>
            <a:endParaRPr b="0" lang="en-US" sz="2000" spc="-1" strike="noStrike">
              <a:solidFill>
                <a:schemeClr val="dk1">
                  <a:lumMod val="75000"/>
                  <a:lumOff val="25000"/>
                </a:schemeClr>
              </a:solidFill>
              <a:latin typeface="Century Gothic"/>
            </a:endParaRPr>
          </a:p>
          <a:p>
            <a:pPr lvl="6" marL="3024000" indent="-216000">
              <a:spcBef>
                <a:spcPts val="283"/>
              </a:spcBef>
              <a:buClr>
                <a:srgbClr val="000000"/>
              </a:buClr>
              <a:buSzPct val="45000"/>
              <a:buFont typeface="Wingdings" charset="2"/>
              <a:buChar char=""/>
            </a:pPr>
            <a:r>
              <a:rPr b="0" lang="en-US" sz="2000" spc="-1" strike="noStrike">
                <a:solidFill>
                  <a:schemeClr val="dk1">
                    <a:lumMod val="75000"/>
                    <a:lumOff val="25000"/>
                  </a:schemeClr>
                </a:solidFill>
                <a:latin typeface="Century Gothic"/>
              </a:rPr>
              <a:t>Seventh Outline Level</a:t>
            </a:r>
            <a:endParaRPr b="0" lang="en-US" sz="2000" spc="-1" strike="noStrike">
              <a:solidFill>
                <a:schemeClr val="dk1">
                  <a:lumMod val="75000"/>
                  <a:lumOff val="25000"/>
                </a:schemeClr>
              </a:solidFill>
              <a:latin typeface="Century Gothic"/>
            </a:endParaRPr>
          </a:p>
        </p:txBody>
      </p:sp>
    </p:spTree>
  </p:cSld>
  <p:clrMap bg1="lt1" bg2="lt2" tx1="dk1" tx2="dk2" accent1="accent1" accent2="accent2" accent3="accent3" accent4="accent4" accent5="accent5" accent6="accent6" hlink="hlink" folHlink="folHlink"/>
  <p:sldLayoutIdLst>
    <p:sldLayoutId id="2147483681" r:id="rId2"/>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579" name="Group 22"/>
          <p:cNvGrpSpPr/>
          <p:nvPr/>
        </p:nvGrpSpPr>
        <p:grpSpPr>
          <a:xfrm>
            <a:off x="0" y="228600"/>
            <a:ext cx="2851200" cy="6638400"/>
            <a:chOff x="0" y="228600"/>
            <a:chExt cx="2851200" cy="6638400"/>
          </a:xfrm>
        </p:grpSpPr>
        <p:sp>
          <p:nvSpPr>
            <p:cNvPr id="580"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81"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82"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83"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84"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85"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86"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87"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88"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89"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90"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91"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592" name="Group 9"/>
          <p:cNvGrpSpPr/>
          <p:nvPr/>
        </p:nvGrpSpPr>
        <p:grpSpPr>
          <a:xfrm>
            <a:off x="27360" y="-720"/>
            <a:ext cx="2356200" cy="6853680"/>
            <a:chOff x="27360" y="-720"/>
            <a:chExt cx="2356200" cy="6853680"/>
          </a:xfrm>
        </p:grpSpPr>
        <p:sp>
          <p:nvSpPr>
            <p:cNvPr id="593"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94"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95"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96"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97"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98"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99"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00"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01"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02"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03"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04"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605"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606" name="PlaceHolder 1"/>
          <p:cNvSpPr>
            <a:spLocks noGrp="1"/>
          </p:cNvSpPr>
          <p:nvPr>
            <p:ph type="dt" idx="47"/>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07" name="PlaceHolder 2"/>
          <p:cNvSpPr>
            <a:spLocks noGrp="1"/>
          </p:cNvSpPr>
          <p:nvPr>
            <p:ph type="ftr" idx="48"/>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08" name="Freeform 11"/>
          <p:cNvSpPr/>
          <p:nvPr/>
        </p:nvSpPr>
        <p:spPr>
          <a:xfrm flipV="1">
            <a:off x="-3960" y="71388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09" name="PlaceHolder 3"/>
          <p:cNvSpPr>
            <a:spLocks noGrp="1"/>
          </p:cNvSpPr>
          <p:nvPr>
            <p:ph type="sldNum" idx="49"/>
          </p:nvPr>
        </p:nvSpPr>
        <p:spPr>
          <a:xfrm>
            <a:off x="531720" y="78768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
        <p:nvSpPr>
          <p:cNvPr id="610"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Century Gothic"/>
              </a:rPr>
              <a:t>Click to edit the title text format</a:t>
            </a:r>
            <a:endParaRPr b="0" lang="en-US" sz="1800" spc="-1" strike="noStrike">
              <a:solidFill>
                <a:schemeClr val="dk1"/>
              </a:solidFill>
              <a:latin typeface="Century Gothic"/>
            </a:endParaRPr>
          </a:p>
        </p:txBody>
      </p:sp>
      <p:sp>
        <p:nvSpPr>
          <p:cNvPr id="611"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chemeClr val="dk1">
                    <a:lumMod val="75000"/>
                    <a:lumOff val="25000"/>
                  </a:schemeClr>
                </a:solidFill>
                <a:latin typeface="Century Gothic"/>
              </a:rPr>
              <a:t>Click to edit the outline text format</a:t>
            </a:r>
            <a:endParaRPr b="0" lang="en-US" sz="1800" spc="-1" strike="noStrike">
              <a:solidFill>
                <a:schemeClr val="dk1">
                  <a:lumMod val="75000"/>
                  <a:lumOff val="25000"/>
                </a:schemeClr>
              </a:solidFill>
              <a:latin typeface="Century Gothic"/>
            </a:endParaRPr>
          </a:p>
          <a:p>
            <a:pPr lvl="1" marL="864000" indent="-324000">
              <a:spcBef>
                <a:spcPts val="1134"/>
              </a:spcBef>
              <a:buClr>
                <a:srgbClr val="000000"/>
              </a:buClr>
              <a:buSzPct val="75000"/>
              <a:buFont typeface="Symbol" charset="2"/>
              <a:buChar char=""/>
            </a:pPr>
            <a:r>
              <a:rPr b="0" lang="en-US" sz="1400" spc="-1" strike="noStrike">
                <a:solidFill>
                  <a:schemeClr val="dk1">
                    <a:lumMod val="75000"/>
                    <a:lumOff val="25000"/>
                  </a:schemeClr>
                </a:solidFill>
                <a:latin typeface="Century Gothic"/>
              </a:rPr>
              <a:t>Second Outline Level</a:t>
            </a:r>
            <a:endParaRPr b="0" lang="en-US" sz="1400" spc="-1" strike="noStrike">
              <a:solidFill>
                <a:schemeClr val="dk1">
                  <a:lumMod val="75000"/>
                  <a:lumOff val="25000"/>
                </a:schemeClr>
              </a:solidFill>
              <a:latin typeface="Century Gothic"/>
            </a:endParaRPr>
          </a:p>
          <a:p>
            <a:pPr lvl="2" marL="1296000" indent="-288000">
              <a:spcBef>
                <a:spcPts val="850"/>
              </a:spcBef>
              <a:buClr>
                <a:srgbClr val="000000"/>
              </a:buClr>
              <a:buSzPct val="45000"/>
              <a:buFont typeface="Wingdings" charset="2"/>
              <a:buChar char=""/>
            </a:pPr>
            <a:r>
              <a:rPr b="0" lang="en-US" sz="1200" spc="-1" strike="noStrike">
                <a:solidFill>
                  <a:schemeClr val="dk1">
                    <a:lumMod val="75000"/>
                    <a:lumOff val="25000"/>
                  </a:schemeClr>
                </a:solidFill>
                <a:latin typeface="Century Gothic"/>
              </a:rPr>
              <a:t>Third Outline Level</a:t>
            </a:r>
            <a:endParaRPr b="0" lang="en-US" sz="1200" spc="-1" strike="noStrike">
              <a:solidFill>
                <a:schemeClr val="dk1">
                  <a:lumMod val="75000"/>
                  <a:lumOff val="25000"/>
                </a:schemeClr>
              </a:solidFill>
              <a:latin typeface="Century Gothic"/>
            </a:endParaRPr>
          </a:p>
          <a:p>
            <a:pPr lvl="3" marL="1728000" indent="-216000">
              <a:spcBef>
                <a:spcPts val="567"/>
              </a:spcBef>
              <a:buClr>
                <a:srgbClr val="000000"/>
              </a:buClr>
              <a:buSzPct val="75000"/>
              <a:buFont typeface="Symbol" charset="2"/>
              <a:buChar char=""/>
            </a:pPr>
            <a:r>
              <a:rPr b="0" lang="en-US" sz="1200" spc="-1" strike="noStrike">
                <a:solidFill>
                  <a:schemeClr val="dk1">
                    <a:lumMod val="75000"/>
                    <a:lumOff val="25000"/>
                  </a:schemeClr>
                </a:solidFill>
                <a:latin typeface="Century Gothic"/>
              </a:rPr>
              <a:t>Fourth Outline Level</a:t>
            </a:r>
            <a:endParaRPr b="0" lang="en-US" sz="1200" spc="-1" strike="noStrike">
              <a:solidFill>
                <a:schemeClr val="dk1">
                  <a:lumMod val="75000"/>
                  <a:lumOff val="25000"/>
                </a:schemeClr>
              </a:solidFill>
              <a:latin typeface="Century Gothic"/>
            </a:endParaRPr>
          </a:p>
          <a:p>
            <a:pPr lvl="4" marL="2160000" indent="-216000">
              <a:spcBef>
                <a:spcPts val="283"/>
              </a:spcBef>
              <a:buClr>
                <a:srgbClr val="000000"/>
              </a:buClr>
              <a:buSzPct val="45000"/>
              <a:buFont typeface="Wingdings" charset="2"/>
              <a:buChar char=""/>
            </a:pPr>
            <a:r>
              <a:rPr b="0" lang="en-US" sz="2000" spc="-1" strike="noStrike">
                <a:solidFill>
                  <a:schemeClr val="dk1">
                    <a:lumMod val="75000"/>
                    <a:lumOff val="25000"/>
                  </a:schemeClr>
                </a:solidFill>
                <a:latin typeface="Century Gothic"/>
              </a:rPr>
              <a:t>Fifth Outline Level</a:t>
            </a:r>
            <a:endParaRPr b="0" lang="en-US" sz="2000" spc="-1" strike="noStrike">
              <a:solidFill>
                <a:schemeClr val="dk1">
                  <a:lumMod val="75000"/>
                  <a:lumOff val="25000"/>
                </a:schemeClr>
              </a:solidFill>
              <a:latin typeface="Century Gothic"/>
            </a:endParaRPr>
          </a:p>
          <a:p>
            <a:pPr lvl="5" marL="2592000" indent="-216000">
              <a:spcBef>
                <a:spcPts val="283"/>
              </a:spcBef>
              <a:buClr>
                <a:srgbClr val="000000"/>
              </a:buClr>
              <a:buSzPct val="45000"/>
              <a:buFont typeface="Wingdings" charset="2"/>
              <a:buChar char=""/>
            </a:pPr>
            <a:r>
              <a:rPr b="0" lang="en-US" sz="2000" spc="-1" strike="noStrike">
                <a:solidFill>
                  <a:schemeClr val="dk1">
                    <a:lumMod val="75000"/>
                    <a:lumOff val="25000"/>
                  </a:schemeClr>
                </a:solidFill>
                <a:latin typeface="Century Gothic"/>
              </a:rPr>
              <a:t>Sixth Outline Level</a:t>
            </a:r>
            <a:endParaRPr b="0" lang="en-US" sz="2000" spc="-1" strike="noStrike">
              <a:solidFill>
                <a:schemeClr val="dk1">
                  <a:lumMod val="75000"/>
                  <a:lumOff val="25000"/>
                </a:schemeClr>
              </a:solidFill>
              <a:latin typeface="Century Gothic"/>
            </a:endParaRPr>
          </a:p>
          <a:p>
            <a:pPr lvl="6" marL="3024000" indent="-216000">
              <a:spcBef>
                <a:spcPts val="283"/>
              </a:spcBef>
              <a:buClr>
                <a:srgbClr val="000000"/>
              </a:buClr>
              <a:buSzPct val="45000"/>
              <a:buFont typeface="Wingdings" charset="2"/>
              <a:buChar char=""/>
            </a:pPr>
            <a:r>
              <a:rPr b="0" lang="en-US" sz="2000" spc="-1" strike="noStrike">
                <a:solidFill>
                  <a:schemeClr val="dk1">
                    <a:lumMod val="75000"/>
                    <a:lumOff val="25000"/>
                  </a:schemeClr>
                </a:solidFill>
                <a:latin typeface="Century Gothic"/>
              </a:rPr>
              <a:t>Seventh Outline Level</a:t>
            </a:r>
            <a:endParaRPr b="0" lang="en-US" sz="2000" spc="-1" strike="noStrike">
              <a:solidFill>
                <a:schemeClr val="dk1">
                  <a:lumMod val="75000"/>
                  <a:lumOff val="25000"/>
                </a:schemeClr>
              </a:solidFill>
              <a:latin typeface="Century Gothic"/>
            </a:endParaRPr>
          </a:p>
        </p:txBody>
      </p:sp>
    </p:spTree>
  </p:cSld>
  <p:clrMap bg1="lt1" bg2="lt2" tx1="dk1" tx2="dk2" accent1="accent1" accent2="accent2" accent3="accent3" accent4="accent4" accent5="accent5" accent6="accent6" hlink="hlink" folHlink="folHlink"/>
  <p:sldLayoutIdLst>
    <p:sldLayoutId id="2147483683" r:id="rId2"/>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612" name="Group 22"/>
          <p:cNvGrpSpPr/>
          <p:nvPr/>
        </p:nvGrpSpPr>
        <p:grpSpPr>
          <a:xfrm>
            <a:off x="0" y="228600"/>
            <a:ext cx="2851200" cy="6638400"/>
            <a:chOff x="0" y="228600"/>
            <a:chExt cx="2851200" cy="6638400"/>
          </a:xfrm>
        </p:grpSpPr>
        <p:sp>
          <p:nvSpPr>
            <p:cNvPr id="613"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14"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15"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16"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17"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18"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19"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20"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21"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22"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23"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24"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625" name="Group 9"/>
          <p:cNvGrpSpPr/>
          <p:nvPr/>
        </p:nvGrpSpPr>
        <p:grpSpPr>
          <a:xfrm>
            <a:off x="27360" y="-720"/>
            <a:ext cx="2356200" cy="6853680"/>
            <a:chOff x="27360" y="-720"/>
            <a:chExt cx="2356200" cy="6853680"/>
          </a:xfrm>
        </p:grpSpPr>
        <p:sp>
          <p:nvSpPr>
            <p:cNvPr id="626"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27"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28"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29"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30"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31"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32"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33"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34"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35"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36"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37"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638"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639" name="PlaceHolder 1"/>
          <p:cNvSpPr>
            <a:spLocks noGrp="1"/>
          </p:cNvSpPr>
          <p:nvPr>
            <p:ph type="title"/>
          </p:nvPr>
        </p:nvSpPr>
        <p:spPr>
          <a:xfrm>
            <a:off x="2589120" y="446040"/>
            <a:ext cx="3504960" cy="975960"/>
          </a:xfrm>
          <a:prstGeom prst="rect">
            <a:avLst/>
          </a:prstGeom>
          <a:noFill/>
          <a:ln w="0">
            <a:noFill/>
          </a:ln>
        </p:spPr>
        <p:txBody>
          <a:bodyPr lIns="91440" rIns="91440" tIns="45720" bIns="45720" anchor="b">
            <a:noAutofit/>
          </a:bodyPr>
          <a:p>
            <a:pPr indent="0" defTabSz="457200">
              <a:lnSpc>
                <a:spcPct val="100000"/>
              </a:lnSpc>
              <a:buNone/>
            </a:pPr>
            <a:r>
              <a:rPr b="0" lang="en-US" sz="2000" spc="-1" strike="noStrike">
                <a:solidFill>
                  <a:schemeClr val="dk1">
                    <a:lumMod val="85000"/>
                    <a:lumOff val="15000"/>
                  </a:schemeClr>
                </a:solidFill>
                <a:latin typeface="Century Gothic"/>
              </a:rPr>
              <a:t>Click to edit Master title style</a:t>
            </a:r>
            <a:endParaRPr b="0" lang="en-US" sz="2000" spc="-1" strike="noStrike">
              <a:solidFill>
                <a:schemeClr val="dk1"/>
              </a:solidFill>
              <a:latin typeface="Century Gothic"/>
            </a:endParaRPr>
          </a:p>
        </p:txBody>
      </p:sp>
      <p:sp>
        <p:nvSpPr>
          <p:cNvPr id="640" name="PlaceHolder 2"/>
          <p:cNvSpPr>
            <a:spLocks noGrp="1"/>
          </p:cNvSpPr>
          <p:nvPr>
            <p:ph type="body"/>
          </p:nvPr>
        </p:nvSpPr>
        <p:spPr>
          <a:xfrm>
            <a:off x="6323040" y="446040"/>
            <a:ext cx="5181120" cy="5414760"/>
          </a:xfrm>
          <a:prstGeom prst="rect">
            <a:avLst/>
          </a:prstGeom>
          <a:noFill/>
          <a:ln w="0">
            <a:noFill/>
          </a:ln>
        </p:spPr>
        <p:txBody>
          <a:bodyPr lIns="91440" rIns="91440" tIns="45720" bIns="45720" anchor="ctr">
            <a:normAutofit/>
          </a:bodyPr>
          <a:p>
            <a:pPr marL="343080" indent="-343080" defTabSz="457200">
              <a:lnSpc>
                <a:spcPct val="100000"/>
              </a:lnSpc>
              <a:spcBef>
                <a:spcPts val="1001"/>
              </a:spcBef>
              <a:buClr>
                <a:srgbClr val="a53010"/>
              </a:buClr>
              <a:buFont typeface="Wingdings 3" charset="2"/>
              <a:buChar char=""/>
            </a:pPr>
            <a:r>
              <a:rPr b="0" lang="en-US" sz="1800" spc="-1" strike="noStrike">
                <a:solidFill>
                  <a:schemeClr val="dk1">
                    <a:lumMod val="75000"/>
                    <a:lumOff val="25000"/>
                  </a:schemeClr>
                </a:solidFill>
                <a:latin typeface="Century Gothic"/>
              </a:rPr>
              <a:t>Edit Master text styles</a:t>
            </a:r>
            <a:endParaRPr b="0" lang="en-US" sz="18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Wingdings 3" charset="2"/>
              <a:buChar char=""/>
            </a:pPr>
            <a:r>
              <a:rPr b="0" lang="en-US" sz="1600" spc="-1" strike="noStrike">
                <a:solidFill>
                  <a:schemeClr val="dk1">
                    <a:lumMod val="75000"/>
                    <a:lumOff val="25000"/>
                  </a:schemeClr>
                </a:solidFill>
                <a:latin typeface="Century Gothic"/>
              </a:rPr>
              <a:t>Second level</a:t>
            </a:r>
            <a:endParaRPr b="0" lang="en-US" sz="1600" spc="-1" strike="noStrike">
              <a:solidFill>
                <a:schemeClr val="dk1">
                  <a:lumMod val="75000"/>
                  <a:lumOff val="25000"/>
                </a:schemeClr>
              </a:solidFill>
              <a:latin typeface="Century Gothic"/>
            </a:endParaRPr>
          </a:p>
          <a:p>
            <a:pPr lvl="2" marL="1143000" indent="-228600" defTabSz="457200">
              <a:lnSpc>
                <a:spcPct val="100000"/>
              </a:lnSpc>
              <a:spcBef>
                <a:spcPts val="1001"/>
              </a:spcBef>
              <a:buClr>
                <a:srgbClr val="a53010"/>
              </a:buClr>
              <a:buFont typeface="Wingdings 3" charset="2"/>
              <a:buChar char=""/>
            </a:pPr>
            <a:r>
              <a:rPr b="0" lang="en-US" sz="1400" spc="-1" strike="noStrike">
                <a:solidFill>
                  <a:schemeClr val="dk1">
                    <a:lumMod val="75000"/>
                    <a:lumOff val="25000"/>
                  </a:schemeClr>
                </a:solidFill>
                <a:latin typeface="Century Gothic"/>
              </a:rPr>
              <a:t>Third level</a:t>
            </a:r>
            <a:endParaRPr b="0" lang="en-US" sz="1400" spc="-1" strike="noStrike">
              <a:solidFill>
                <a:schemeClr val="dk1">
                  <a:lumMod val="75000"/>
                  <a:lumOff val="25000"/>
                </a:schemeClr>
              </a:solidFill>
              <a:latin typeface="Century Gothic"/>
            </a:endParaRPr>
          </a:p>
          <a:p>
            <a:pPr lvl="3" marL="16002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Fourth level</a:t>
            </a:r>
            <a:endParaRPr b="0" lang="en-US" sz="1200" spc="-1" strike="noStrike">
              <a:solidFill>
                <a:schemeClr val="dk1">
                  <a:lumMod val="75000"/>
                  <a:lumOff val="25000"/>
                </a:schemeClr>
              </a:solidFill>
              <a:latin typeface="Century Gothic"/>
            </a:endParaRPr>
          </a:p>
          <a:p>
            <a:pPr lvl="4" marL="2057400" indent="-228600" defTabSz="457200">
              <a:lnSpc>
                <a:spcPct val="100000"/>
              </a:lnSpc>
              <a:spcBef>
                <a:spcPts val="1001"/>
              </a:spcBef>
              <a:buClr>
                <a:srgbClr val="a53010"/>
              </a:buClr>
              <a:buFont typeface="Wingdings 3" charset="2"/>
              <a:buChar char=""/>
            </a:pPr>
            <a:r>
              <a:rPr b="0" lang="en-US" sz="1200" spc="-1" strike="noStrike">
                <a:solidFill>
                  <a:schemeClr val="dk1">
                    <a:lumMod val="75000"/>
                    <a:lumOff val="25000"/>
                  </a:schemeClr>
                </a:solidFill>
                <a:latin typeface="Century Gothic"/>
              </a:rPr>
              <a:t>Fifth level</a:t>
            </a:r>
            <a:endParaRPr b="0" lang="en-US" sz="1200" spc="-1" strike="noStrike">
              <a:solidFill>
                <a:schemeClr val="dk1">
                  <a:lumMod val="75000"/>
                  <a:lumOff val="25000"/>
                </a:schemeClr>
              </a:solidFill>
              <a:latin typeface="Century Gothic"/>
            </a:endParaRPr>
          </a:p>
        </p:txBody>
      </p:sp>
      <p:sp>
        <p:nvSpPr>
          <p:cNvPr id="641" name="PlaceHolder 3"/>
          <p:cNvSpPr>
            <a:spLocks noGrp="1"/>
          </p:cNvSpPr>
          <p:nvPr>
            <p:ph type="body"/>
          </p:nvPr>
        </p:nvSpPr>
        <p:spPr>
          <a:xfrm>
            <a:off x="2589120" y="1598760"/>
            <a:ext cx="3504960" cy="4262040"/>
          </a:xfrm>
          <a:prstGeom prst="rect">
            <a:avLst/>
          </a:prstGeom>
          <a:noFill/>
          <a:ln w="0">
            <a:noFill/>
          </a:ln>
        </p:spPr>
        <p:txBody>
          <a:bodyPr lIns="91440" rIns="91440" tIns="45720" bIns="45720" anchor="t">
            <a:noAutofit/>
          </a:bodyPr>
          <a:p>
            <a:pPr indent="0" defTabSz="457200">
              <a:lnSpc>
                <a:spcPct val="100000"/>
              </a:lnSpc>
              <a:spcBef>
                <a:spcPts val="1001"/>
              </a:spcBef>
              <a:buNone/>
              <a:tabLst>
                <a:tab algn="l" pos="0"/>
              </a:tabLst>
            </a:pPr>
            <a:r>
              <a:rPr b="0" lang="en-US" sz="1400" spc="-1" strike="noStrike">
                <a:solidFill>
                  <a:schemeClr val="dk1">
                    <a:lumMod val="75000"/>
                    <a:lumOff val="25000"/>
                  </a:schemeClr>
                </a:solidFill>
                <a:latin typeface="Century Gothic"/>
              </a:rPr>
              <a:t>Edit Master text styles</a:t>
            </a:r>
            <a:endParaRPr b="0" lang="en-US" sz="1400" spc="-1" strike="noStrike">
              <a:solidFill>
                <a:schemeClr val="dk1">
                  <a:lumMod val="75000"/>
                  <a:lumOff val="25000"/>
                </a:schemeClr>
              </a:solidFill>
              <a:latin typeface="Century Gothic"/>
            </a:endParaRPr>
          </a:p>
        </p:txBody>
      </p:sp>
      <p:sp>
        <p:nvSpPr>
          <p:cNvPr id="642" name="PlaceHolder 4"/>
          <p:cNvSpPr>
            <a:spLocks noGrp="1"/>
          </p:cNvSpPr>
          <p:nvPr>
            <p:ph type="dt" idx="50"/>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43" name="PlaceHolder 5"/>
          <p:cNvSpPr>
            <a:spLocks noGrp="1"/>
          </p:cNvSpPr>
          <p:nvPr>
            <p:ph type="ftr" idx="51"/>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44" name="Freeform 11"/>
          <p:cNvSpPr/>
          <p:nvPr/>
        </p:nvSpPr>
        <p:spPr>
          <a:xfrm flipV="1">
            <a:off x="-3960" y="71388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45" name="PlaceHolder 6"/>
          <p:cNvSpPr>
            <a:spLocks noGrp="1"/>
          </p:cNvSpPr>
          <p:nvPr>
            <p:ph type="sldNum" idx="52"/>
          </p:nvPr>
        </p:nvSpPr>
        <p:spPr>
          <a:xfrm>
            <a:off x="531720" y="78768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5" r:id="rId2"/>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ffffff"/>
            </a:gs>
            <a:gs pos="100000">
              <a:srgbClr val="dfe7c4"/>
            </a:gs>
          </a:gsLst>
          <a:path path="circle">
            <a:fillToRect l="25000" t="25000" r="75000" b="75000"/>
          </a:path>
        </a:gradFill>
      </p:bgPr>
    </p:bg>
    <p:spTree>
      <p:nvGrpSpPr>
        <p:cNvPr id="1" name=""/>
        <p:cNvGrpSpPr/>
        <p:nvPr/>
      </p:nvGrpSpPr>
      <p:grpSpPr>
        <a:xfrm>
          <a:off x="0" y="0"/>
          <a:ext cx="0" cy="0"/>
          <a:chOff x="0" y="0"/>
          <a:chExt cx="0" cy="0"/>
        </a:xfrm>
      </p:grpSpPr>
      <p:grpSp>
        <p:nvGrpSpPr>
          <p:cNvPr id="646" name="Group 22"/>
          <p:cNvGrpSpPr/>
          <p:nvPr/>
        </p:nvGrpSpPr>
        <p:grpSpPr>
          <a:xfrm>
            <a:off x="0" y="228600"/>
            <a:ext cx="2851200" cy="6638400"/>
            <a:chOff x="0" y="228600"/>
            <a:chExt cx="2851200" cy="6638400"/>
          </a:xfrm>
        </p:grpSpPr>
        <p:sp>
          <p:nvSpPr>
            <p:cNvPr id="647" name="Freeform 11"/>
            <p:cNvSpPr/>
            <p:nvPr/>
          </p:nvSpPr>
          <p:spPr>
            <a:xfrm>
              <a:off x="0" y="2575080"/>
              <a:ext cx="100440" cy="625680"/>
            </a:xfrm>
            <a:custGeom>
              <a:avLst/>
              <a:gdLst>
                <a:gd name="textAreaLeft" fmla="*/ 0 w 100440"/>
                <a:gd name="textAreaRight" fmla="*/ 100800 w 100440"/>
                <a:gd name="textAreaTop" fmla="*/ 0 h 625680"/>
                <a:gd name="textAreaBottom" fmla="*/ 626040 h 625680"/>
              </a:gdLst>
              <a:ahLst/>
              <a:rect l="textAreaLeft" t="textAreaTop" r="textAreaRight" b="textAreaBottom"/>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48" name="Freeform 12"/>
            <p:cNvSpPr/>
            <p:nvPr/>
          </p:nvSpPr>
          <p:spPr>
            <a:xfrm>
              <a:off x="128520" y="3156480"/>
              <a:ext cx="646200" cy="2322000"/>
            </a:xfrm>
            <a:custGeom>
              <a:avLst/>
              <a:gdLst>
                <a:gd name="textAreaLeft" fmla="*/ 0 w 646200"/>
                <a:gd name="textAreaRight" fmla="*/ 646560 w 646200"/>
                <a:gd name="textAreaTop" fmla="*/ 0 h 2322000"/>
                <a:gd name="textAreaBottom" fmla="*/ 2322360 h 2322000"/>
              </a:gdLst>
              <a:ahLst/>
              <a:rect l="textAreaLeft" t="textAreaTop" r="textAreaRight" b="textAreaBottom"/>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49" name="Freeform 13"/>
            <p:cNvSpPr/>
            <p:nvPr/>
          </p:nvSpPr>
          <p:spPr>
            <a:xfrm>
              <a:off x="807120" y="5447160"/>
              <a:ext cx="609120" cy="1419840"/>
            </a:xfrm>
            <a:custGeom>
              <a:avLst/>
              <a:gdLst>
                <a:gd name="textAreaLeft" fmla="*/ 0 w 609120"/>
                <a:gd name="textAreaRight" fmla="*/ 609480 w 609120"/>
                <a:gd name="textAreaTop" fmla="*/ 0 h 1419840"/>
                <a:gd name="textAreaBottom" fmla="*/ 1420200 h 1419840"/>
              </a:gdLst>
              <a:ahLst/>
              <a:rect l="textAreaLeft" t="textAreaTop" r="textAreaRight" b="textAreaBottom"/>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50" name="Freeform 14"/>
            <p:cNvSpPr/>
            <p:nvPr/>
          </p:nvSpPr>
          <p:spPr>
            <a:xfrm>
              <a:off x="959760" y="6503760"/>
              <a:ext cx="171000" cy="363240"/>
            </a:xfrm>
            <a:custGeom>
              <a:avLst/>
              <a:gdLst>
                <a:gd name="textAreaLeft" fmla="*/ 0 w 171000"/>
                <a:gd name="textAreaRight" fmla="*/ 171360 w 171000"/>
                <a:gd name="textAreaTop" fmla="*/ 0 h 363240"/>
                <a:gd name="textAreaBottom" fmla="*/ 363600 h 363240"/>
              </a:gdLst>
              <a:ahLst/>
              <a:rect l="textAreaLeft" t="textAreaTop" r="textAreaRight" b="textAreaBottom"/>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51" name="Freeform 15"/>
            <p:cNvSpPr/>
            <p:nvPr/>
          </p:nvSpPr>
          <p:spPr>
            <a:xfrm>
              <a:off x="100800" y="3201120"/>
              <a:ext cx="821520" cy="3328200"/>
            </a:xfrm>
            <a:custGeom>
              <a:avLst/>
              <a:gdLst>
                <a:gd name="textAreaLeft" fmla="*/ 0 w 821520"/>
                <a:gd name="textAreaRight" fmla="*/ 821880 w 821520"/>
                <a:gd name="textAreaTop" fmla="*/ 0 h 3328200"/>
                <a:gd name="textAreaBottom" fmla="*/ 3328560 h 3328200"/>
              </a:gdLst>
              <a:ahLst/>
              <a:rect l="textAreaLeft" t="textAreaTop" r="textAreaRight" b="textAreaBottom"/>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52" name="Freeform 16"/>
            <p:cNvSpPr/>
            <p:nvPr/>
          </p:nvSpPr>
          <p:spPr>
            <a:xfrm>
              <a:off x="22320" y="228600"/>
              <a:ext cx="105840" cy="2927520"/>
            </a:xfrm>
            <a:custGeom>
              <a:avLst/>
              <a:gdLst>
                <a:gd name="textAreaLeft" fmla="*/ 0 w 105840"/>
                <a:gd name="textAreaRight" fmla="*/ 106200 w 105840"/>
                <a:gd name="textAreaTop" fmla="*/ 0 h 2927520"/>
                <a:gd name="textAreaBottom" fmla="*/ 2927880 h 2927520"/>
              </a:gdLst>
              <a:ahLst/>
              <a:rect l="textAreaLeft" t="textAreaTop" r="textAreaRight" b="textAreaBottom"/>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53" name="Freeform 17"/>
            <p:cNvSpPr/>
            <p:nvPr/>
          </p:nvSpPr>
          <p:spPr>
            <a:xfrm>
              <a:off x="78120" y="2944080"/>
              <a:ext cx="77760" cy="493560"/>
            </a:xfrm>
            <a:custGeom>
              <a:avLst/>
              <a:gdLst>
                <a:gd name="textAreaLeft" fmla="*/ 0 w 77760"/>
                <a:gd name="textAreaRight" fmla="*/ 78120 w 77760"/>
                <a:gd name="textAreaTop" fmla="*/ 0 h 493560"/>
                <a:gd name="textAreaBottom" fmla="*/ 493920 h 493560"/>
              </a:gdLst>
              <a:ahLst/>
              <a:rect l="textAreaLeft" t="textAreaTop" r="textAreaRight" b="textAreaBottom"/>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54" name="Freeform 18"/>
            <p:cNvSpPr/>
            <p:nvPr/>
          </p:nvSpPr>
          <p:spPr>
            <a:xfrm>
              <a:off x="769680" y="5478840"/>
              <a:ext cx="189720" cy="1024560"/>
            </a:xfrm>
            <a:custGeom>
              <a:avLst/>
              <a:gdLst>
                <a:gd name="textAreaLeft" fmla="*/ 0 w 189720"/>
                <a:gd name="textAreaRight" fmla="*/ 190080 w 189720"/>
                <a:gd name="textAreaTop" fmla="*/ 0 h 1024560"/>
                <a:gd name="textAreaBottom" fmla="*/ 1024920 h 1024560"/>
              </a:gdLst>
              <a:ahLst/>
              <a:rect l="textAreaLeft" t="textAreaTop" r="textAreaRight" b="textAreaBottom"/>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55" name="Freeform 19"/>
            <p:cNvSpPr/>
            <p:nvPr/>
          </p:nvSpPr>
          <p:spPr>
            <a:xfrm>
              <a:off x="775440" y="1398960"/>
              <a:ext cx="2075760" cy="4047840"/>
            </a:xfrm>
            <a:custGeom>
              <a:avLst/>
              <a:gdLst>
                <a:gd name="textAreaLeft" fmla="*/ 0 w 2075760"/>
                <a:gd name="textAreaRight" fmla="*/ 2076120 w 2075760"/>
                <a:gd name="textAreaTop" fmla="*/ 0 h 4047840"/>
                <a:gd name="textAreaBottom" fmla="*/ 4048200 h 4047840"/>
              </a:gdLst>
              <a:ahLst/>
              <a:rect l="textAreaLeft" t="textAreaTop" r="textAreaRight" b="textAreaBottom"/>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56" name="Freeform 20"/>
            <p:cNvSpPr/>
            <p:nvPr/>
          </p:nvSpPr>
          <p:spPr>
            <a:xfrm>
              <a:off x="922680" y="6530040"/>
              <a:ext cx="161640" cy="336960"/>
            </a:xfrm>
            <a:custGeom>
              <a:avLst/>
              <a:gdLst>
                <a:gd name="textAreaLeft" fmla="*/ 0 w 161640"/>
                <a:gd name="textAreaRight" fmla="*/ 162000 w 161640"/>
                <a:gd name="textAreaTop" fmla="*/ 0 h 336960"/>
                <a:gd name="textAreaBottom" fmla="*/ 337320 h 336960"/>
              </a:gdLst>
              <a:ahLst/>
              <a:rect l="textAreaLeft" t="textAreaTop" r="textAreaRight" b="textAreaBottom"/>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57" name="Freeform 21"/>
            <p:cNvSpPr/>
            <p:nvPr/>
          </p:nvSpPr>
          <p:spPr>
            <a:xfrm>
              <a:off x="769680" y="5359320"/>
              <a:ext cx="37080" cy="221400"/>
            </a:xfrm>
            <a:custGeom>
              <a:avLst/>
              <a:gdLst>
                <a:gd name="textAreaLeft" fmla="*/ 0 w 37080"/>
                <a:gd name="textAreaRight" fmla="*/ 37440 w 37080"/>
                <a:gd name="textAreaTop" fmla="*/ 0 h 221400"/>
                <a:gd name="textAreaBottom" fmla="*/ 221760 h 221400"/>
              </a:gdLst>
              <a:ahLst/>
              <a:rect l="textAreaLeft" t="textAreaTop" r="textAreaRight" b="textAreaBottom"/>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58" name="Freeform 22"/>
            <p:cNvSpPr/>
            <p:nvPr/>
          </p:nvSpPr>
          <p:spPr>
            <a:xfrm>
              <a:off x="849960" y="6244560"/>
              <a:ext cx="238320" cy="622080"/>
            </a:xfrm>
            <a:custGeom>
              <a:avLst/>
              <a:gdLst>
                <a:gd name="textAreaLeft" fmla="*/ 0 w 238320"/>
                <a:gd name="textAreaRight" fmla="*/ 238680 w 238320"/>
                <a:gd name="textAreaTop" fmla="*/ 0 h 622080"/>
                <a:gd name="textAreaBottom" fmla="*/ 622440 h 622080"/>
              </a:gdLst>
              <a:ahLst/>
              <a:rect l="textAreaLeft" t="textAreaTop" r="textAreaRight" b="textAreaBottom"/>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grpSp>
        <p:nvGrpSpPr>
          <p:cNvPr id="659" name="Group 9"/>
          <p:cNvGrpSpPr/>
          <p:nvPr/>
        </p:nvGrpSpPr>
        <p:grpSpPr>
          <a:xfrm>
            <a:off x="27360" y="-720"/>
            <a:ext cx="2356200" cy="6853680"/>
            <a:chOff x="27360" y="-720"/>
            <a:chExt cx="2356200" cy="6853680"/>
          </a:xfrm>
        </p:grpSpPr>
        <p:sp>
          <p:nvSpPr>
            <p:cNvPr id="660" name="Freeform 27"/>
            <p:cNvSpPr/>
            <p:nvPr/>
          </p:nvSpPr>
          <p:spPr>
            <a:xfrm>
              <a:off x="27360" y="-720"/>
              <a:ext cx="493920" cy="4400640"/>
            </a:xfrm>
            <a:custGeom>
              <a:avLst/>
              <a:gdLst>
                <a:gd name="textAreaLeft" fmla="*/ 0 w 493920"/>
                <a:gd name="textAreaRight" fmla="*/ 494280 w 493920"/>
                <a:gd name="textAreaTop" fmla="*/ 0 h 4400640"/>
                <a:gd name="textAreaBottom" fmla="*/ 4401000 h 4400640"/>
              </a:gdLst>
              <a:ahLst/>
              <a:rect l="textAreaLeft" t="textAreaTop" r="textAreaRight" b="textAreaBottom"/>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61" name="Freeform 28"/>
            <p:cNvSpPr/>
            <p:nvPr/>
          </p:nvSpPr>
          <p:spPr>
            <a:xfrm>
              <a:off x="550440" y="4316400"/>
              <a:ext cx="423000" cy="1580400"/>
            </a:xfrm>
            <a:custGeom>
              <a:avLst/>
              <a:gdLst>
                <a:gd name="textAreaLeft" fmla="*/ 0 w 423000"/>
                <a:gd name="textAreaRight" fmla="*/ 423360 w 423000"/>
                <a:gd name="textAreaTop" fmla="*/ 0 h 1580400"/>
                <a:gd name="textAreaBottom" fmla="*/ 1580760 h 1580400"/>
              </a:gdLst>
              <a:ahLst/>
              <a:rect l="textAreaLeft" t="textAreaTop" r="textAreaRight" b="textAreaBottom"/>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62" name="Freeform 29"/>
            <p:cNvSpPr/>
            <p:nvPr/>
          </p:nvSpPr>
          <p:spPr>
            <a:xfrm>
              <a:off x="1006200" y="5862600"/>
              <a:ext cx="430560" cy="990360"/>
            </a:xfrm>
            <a:custGeom>
              <a:avLst/>
              <a:gdLst>
                <a:gd name="textAreaLeft" fmla="*/ 0 w 430560"/>
                <a:gd name="textAreaRight" fmla="*/ 430920 w 430560"/>
                <a:gd name="textAreaTop" fmla="*/ 0 h 990360"/>
                <a:gd name="textAreaBottom" fmla="*/ 990720 h 990360"/>
              </a:gdLst>
              <a:ahLst/>
              <a:rect l="textAreaLeft" t="textAreaTop" r="textAreaRight" b="textAreaBottom"/>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63" name="Freeform 30"/>
            <p:cNvSpPr/>
            <p:nvPr/>
          </p:nvSpPr>
          <p:spPr>
            <a:xfrm>
              <a:off x="521640" y="4364280"/>
              <a:ext cx="551520" cy="2235600"/>
            </a:xfrm>
            <a:custGeom>
              <a:avLst/>
              <a:gdLst>
                <a:gd name="textAreaLeft" fmla="*/ 0 w 551520"/>
                <a:gd name="textAreaRight" fmla="*/ 551880 w 551520"/>
                <a:gd name="textAreaTop" fmla="*/ 0 h 2235600"/>
                <a:gd name="textAreaBottom" fmla="*/ 2235960 h 2235600"/>
              </a:gdLst>
              <a:ahLst/>
              <a:rect l="textAreaLeft" t="textAreaTop" r="textAreaRight" b="textAreaBottom"/>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64" name="Freeform 31"/>
            <p:cNvSpPr/>
            <p:nvPr/>
          </p:nvSpPr>
          <p:spPr>
            <a:xfrm>
              <a:off x="468000" y="1289160"/>
              <a:ext cx="173880" cy="3026880"/>
            </a:xfrm>
            <a:custGeom>
              <a:avLst/>
              <a:gdLst>
                <a:gd name="textAreaLeft" fmla="*/ 0 w 173880"/>
                <a:gd name="textAreaRight" fmla="*/ 174240 w 173880"/>
                <a:gd name="textAreaTop" fmla="*/ 0 h 3026880"/>
                <a:gd name="textAreaBottom" fmla="*/ 3027240 h 3026880"/>
              </a:gdLst>
              <a:ahLst/>
              <a:rect l="textAreaLeft" t="textAreaTop" r="textAreaRight" b="textAreaBottom"/>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65" name="Freeform 32"/>
            <p:cNvSpPr/>
            <p:nvPr/>
          </p:nvSpPr>
          <p:spPr>
            <a:xfrm>
              <a:off x="1111680" y="6571440"/>
              <a:ext cx="133920" cy="281160"/>
            </a:xfrm>
            <a:custGeom>
              <a:avLst/>
              <a:gdLst>
                <a:gd name="textAreaLeft" fmla="*/ 0 w 133920"/>
                <a:gd name="textAreaRight" fmla="*/ 134280 w 133920"/>
                <a:gd name="textAreaTop" fmla="*/ 0 h 281160"/>
                <a:gd name="textAreaBottom" fmla="*/ 281520 h 281160"/>
              </a:gdLst>
              <a:ahLst/>
              <a:rect l="textAreaLeft" t="textAreaTop" r="textAreaRight" b="textAreaBottom"/>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66" name="Freeform 33"/>
            <p:cNvSpPr/>
            <p:nvPr/>
          </p:nvSpPr>
          <p:spPr>
            <a:xfrm>
              <a:off x="502560" y="4107600"/>
              <a:ext cx="82080" cy="511200"/>
            </a:xfrm>
            <a:custGeom>
              <a:avLst/>
              <a:gdLst>
                <a:gd name="textAreaLeft" fmla="*/ 0 w 82080"/>
                <a:gd name="textAreaRight" fmla="*/ 82440 w 82080"/>
                <a:gd name="textAreaTop" fmla="*/ 0 h 511200"/>
                <a:gd name="textAreaBottom" fmla="*/ 511560 h 511200"/>
              </a:gdLst>
              <a:ahLst/>
              <a:rect l="textAreaLeft" t="textAreaTop" r="textAreaRight" b="textAreaBottom"/>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67" name="Freeform 34"/>
            <p:cNvSpPr/>
            <p:nvPr/>
          </p:nvSpPr>
          <p:spPr>
            <a:xfrm>
              <a:off x="973800" y="3145680"/>
              <a:ext cx="1409760" cy="2716560"/>
            </a:xfrm>
            <a:custGeom>
              <a:avLst/>
              <a:gdLst>
                <a:gd name="textAreaLeft" fmla="*/ 0 w 1409760"/>
                <a:gd name="textAreaRight" fmla="*/ 1410120 w 1409760"/>
                <a:gd name="textAreaTop" fmla="*/ 0 h 2716560"/>
                <a:gd name="textAreaBottom" fmla="*/ 2716920 h 2716560"/>
              </a:gdLst>
              <a:ahLst/>
              <a:rect l="textAreaLeft" t="textAreaTop" r="textAreaRight" b="textAreaBottom"/>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68" name="Freeform 35"/>
            <p:cNvSpPr/>
            <p:nvPr/>
          </p:nvSpPr>
          <p:spPr>
            <a:xfrm>
              <a:off x="1073520" y="6600240"/>
              <a:ext cx="120240" cy="252720"/>
            </a:xfrm>
            <a:custGeom>
              <a:avLst/>
              <a:gdLst>
                <a:gd name="textAreaLeft" fmla="*/ 0 w 120240"/>
                <a:gd name="textAreaRight" fmla="*/ 120600 w 120240"/>
                <a:gd name="textAreaTop" fmla="*/ 0 h 252720"/>
                <a:gd name="textAreaBottom" fmla="*/ 253080 h 252720"/>
              </a:gdLst>
              <a:ahLst/>
              <a:rect l="textAreaLeft" t="textAreaTop" r="textAreaRight" b="textAreaBottom"/>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69" name="Freeform 36"/>
            <p:cNvSpPr/>
            <p:nvPr/>
          </p:nvSpPr>
          <p:spPr>
            <a:xfrm>
              <a:off x="973800" y="5897160"/>
              <a:ext cx="137520" cy="673920"/>
            </a:xfrm>
            <a:custGeom>
              <a:avLst/>
              <a:gdLst>
                <a:gd name="textAreaLeft" fmla="*/ 0 w 137520"/>
                <a:gd name="textAreaRight" fmla="*/ 137880 w 137520"/>
                <a:gd name="textAreaTop" fmla="*/ 0 h 673920"/>
                <a:gd name="textAreaBottom" fmla="*/ 674280 h 673920"/>
              </a:gdLst>
              <a:ahLst/>
              <a:rect l="textAreaLeft" t="textAreaTop" r="textAreaRight" b="textAreaBottom"/>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70" name="Freeform 37"/>
            <p:cNvSpPr/>
            <p:nvPr/>
          </p:nvSpPr>
          <p:spPr>
            <a:xfrm>
              <a:off x="973800" y="5772600"/>
              <a:ext cx="37800" cy="227520"/>
            </a:xfrm>
            <a:custGeom>
              <a:avLst/>
              <a:gdLst>
                <a:gd name="textAreaLeft" fmla="*/ 0 w 37800"/>
                <a:gd name="textAreaRight" fmla="*/ 38160 w 37800"/>
                <a:gd name="textAreaTop" fmla="*/ 0 h 227520"/>
                <a:gd name="textAreaBottom" fmla="*/ 227880 h 227520"/>
              </a:gdLst>
              <a:ahLst/>
              <a:rect l="textAreaLeft" t="textAreaTop" r="textAreaRight" b="textAreaBottom"/>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71" name="Freeform 38"/>
            <p:cNvSpPr/>
            <p:nvPr/>
          </p:nvSpPr>
          <p:spPr>
            <a:xfrm>
              <a:off x="1006200" y="6322680"/>
              <a:ext cx="210240" cy="530280"/>
            </a:xfrm>
            <a:custGeom>
              <a:avLst/>
              <a:gdLst>
                <a:gd name="textAreaLeft" fmla="*/ 0 w 210240"/>
                <a:gd name="textAreaRight" fmla="*/ 210600 w 210240"/>
                <a:gd name="textAreaTop" fmla="*/ 0 h 530280"/>
                <a:gd name="textAreaBottom" fmla="*/ 530640 h 530280"/>
              </a:gdLst>
              <a:ahLst/>
              <a:rect l="textAreaLeft" t="textAreaTop" r="textAreaRight" b="textAreaBottom"/>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grpSp>
      <p:sp>
        <p:nvSpPr>
          <p:cNvPr id="672" name="Rectangle 6"/>
          <p:cNvSpPr/>
          <p:nvPr/>
        </p:nvSpPr>
        <p:spPr>
          <a:xfrm>
            <a:off x="0" y="0"/>
            <a:ext cx="182520" cy="6857640"/>
          </a:xfrm>
          <a:prstGeom prst="rect">
            <a:avLst/>
          </a:prstGeom>
          <a:solidFill>
            <a:schemeClr val="tx2"/>
          </a:solidFill>
          <a:ln>
            <a:noFill/>
          </a:ln>
          <a:effectLst>
            <a:outerShdw blurRad="38160" dir="5400000" dist="25560" rotWithShape="0">
              <a:srgbClr val="000000">
                <a:alpha val="2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endParaRPr b="0" lang="en-US" sz="1800" spc="-1" strike="noStrike">
              <a:solidFill>
                <a:srgbClr val="ffffff"/>
              </a:solidFill>
              <a:latin typeface="Arial"/>
            </a:endParaRPr>
          </a:p>
        </p:txBody>
      </p:sp>
      <p:sp>
        <p:nvSpPr>
          <p:cNvPr id="673" name="PlaceHolder 1"/>
          <p:cNvSpPr>
            <a:spLocks noGrp="1"/>
          </p:cNvSpPr>
          <p:nvPr>
            <p:ph type="title"/>
          </p:nvPr>
        </p:nvSpPr>
        <p:spPr>
          <a:xfrm>
            <a:off x="2589120" y="4800600"/>
            <a:ext cx="8915040" cy="566280"/>
          </a:xfrm>
          <a:prstGeom prst="rect">
            <a:avLst/>
          </a:prstGeom>
          <a:noFill/>
          <a:ln w="0">
            <a:noFill/>
          </a:ln>
        </p:spPr>
        <p:txBody>
          <a:bodyPr lIns="91440" rIns="91440" tIns="45720" bIns="45720" anchor="b">
            <a:normAutofit/>
          </a:bodyPr>
          <a:p>
            <a:pPr indent="0" defTabSz="457200">
              <a:lnSpc>
                <a:spcPct val="100000"/>
              </a:lnSpc>
              <a:buNone/>
            </a:pPr>
            <a:r>
              <a:rPr b="0" lang="en-US" sz="2400" spc="-1" strike="noStrike">
                <a:solidFill>
                  <a:schemeClr val="dk1">
                    <a:lumMod val="85000"/>
                    <a:lumOff val="15000"/>
                  </a:schemeClr>
                </a:solidFill>
                <a:latin typeface="Century Gothic"/>
              </a:rPr>
              <a:t>Click to edit Master title style</a:t>
            </a:r>
            <a:endParaRPr b="0" lang="en-US" sz="2400" spc="-1" strike="noStrike">
              <a:solidFill>
                <a:schemeClr val="dk1"/>
              </a:solidFill>
              <a:latin typeface="Century Gothic"/>
            </a:endParaRPr>
          </a:p>
        </p:txBody>
      </p:sp>
      <p:sp>
        <p:nvSpPr>
          <p:cNvPr id="674" name="PlaceHolder 2"/>
          <p:cNvSpPr>
            <a:spLocks noGrp="1"/>
          </p:cNvSpPr>
          <p:nvPr>
            <p:ph type="body"/>
          </p:nvPr>
        </p:nvSpPr>
        <p:spPr>
          <a:xfrm>
            <a:off x="2589120" y="635040"/>
            <a:ext cx="8915040" cy="3854520"/>
          </a:xfrm>
          <a:prstGeom prst="rect">
            <a:avLst/>
          </a:prstGeom>
          <a:noFill/>
          <a:ln w="0">
            <a:noFill/>
          </a:ln>
        </p:spPr>
        <p:txBody>
          <a:bodyPr lIns="90000" rIns="90000" tIns="45000" bIns="45000" anchor="t">
            <a:normAutofit/>
          </a:bodyPr>
          <a:p>
            <a:pPr indent="0" algn="ctr" defTabSz="914400">
              <a:lnSpc>
                <a:spcPct val="100000"/>
              </a:lnSpc>
              <a:buNone/>
              <a:tabLst>
                <a:tab algn="l" pos="0"/>
              </a:tabLst>
            </a:pPr>
            <a:r>
              <a:rPr b="0" lang="en-US" sz="1600" spc="-1" strike="noStrike">
                <a:solidFill>
                  <a:schemeClr val="dk1"/>
                </a:solidFill>
                <a:latin typeface="Century Gothic"/>
              </a:rPr>
              <a:t>Click icon to add picture</a:t>
            </a:r>
            <a:endParaRPr b="0" lang="en-US" sz="1600" spc="-1" strike="noStrike">
              <a:solidFill>
                <a:schemeClr val="dk1">
                  <a:lumMod val="75000"/>
                  <a:lumOff val="25000"/>
                </a:schemeClr>
              </a:solidFill>
              <a:latin typeface="Century Gothic"/>
            </a:endParaRPr>
          </a:p>
        </p:txBody>
      </p:sp>
      <p:sp>
        <p:nvSpPr>
          <p:cNvPr id="675" name="PlaceHolder 3"/>
          <p:cNvSpPr>
            <a:spLocks noGrp="1"/>
          </p:cNvSpPr>
          <p:nvPr>
            <p:ph type="body"/>
          </p:nvPr>
        </p:nvSpPr>
        <p:spPr>
          <a:xfrm>
            <a:off x="2589120" y="5367240"/>
            <a:ext cx="8915040" cy="49320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b="0" lang="en-US" sz="1200" spc="-1" strike="noStrike">
                <a:solidFill>
                  <a:schemeClr val="dk1">
                    <a:lumMod val="75000"/>
                    <a:lumOff val="25000"/>
                  </a:schemeClr>
                </a:solidFill>
                <a:latin typeface="Century Gothic"/>
              </a:rPr>
              <a:t>Edit Master text styles</a:t>
            </a:r>
            <a:endParaRPr b="0" lang="en-US" sz="1200" spc="-1" strike="noStrike">
              <a:solidFill>
                <a:schemeClr val="dk1">
                  <a:lumMod val="75000"/>
                  <a:lumOff val="25000"/>
                </a:schemeClr>
              </a:solidFill>
              <a:latin typeface="Century Gothic"/>
            </a:endParaRPr>
          </a:p>
        </p:txBody>
      </p:sp>
      <p:sp>
        <p:nvSpPr>
          <p:cNvPr id="676" name="PlaceHolder 4"/>
          <p:cNvSpPr>
            <a:spLocks noGrp="1"/>
          </p:cNvSpPr>
          <p:nvPr>
            <p:ph type="dt" idx="53"/>
          </p:nvPr>
        </p:nvSpPr>
        <p:spPr>
          <a:xfrm>
            <a:off x="10361520" y="6130440"/>
            <a:ext cx="1145880" cy="37008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77" name="PlaceHolder 5"/>
          <p:cNvSpPr>
            <a:spLocks noGrp="1"/>
          </p:cNvSpPr>
          <p:nvPr>
            <p:ph type="ftr" idx="54"/>
          </p:nvPr>
        </p:nvSpPr>
        <p:spPr>
          <a:xfrm>
            <a:off x="2589120" y="6135840"/>
            <a:ext cx="761976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78" name="Freeform 11"/>
          <p:cNvSpPr/>
          <p:nvPr/>
        </p:nvSpPr>
        <p:spPr>
          <a:xfrm flipV="1">
            <a:off x="-3960" y="4911840"/>
            <a:ext cx="1588320" cy="506880"/>
          </a:xfrm>
          <a:custGeom>
            <a:avLst/>
            <a:gdLst>
              <a:gd name="textAreaLeft" fmla="*/ 0 w 1588320"/>
              <a:gd name="textAreaRight" fmla="*/ 1588680 w 1588320"/>
              <a:gd name="textAreaTop" fmla="*/ 360 h 506880"/>
              <a:gd name="textAreaBottom" fmla="*/ 507600 h 506880"/>
            </a:gdLst>
            <a:ahLst/>
            <a:rect l="textAreaLeft" t="textAreaTop" r="textAreaRight" b="textAreaBottom"/>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79" name="PlaceHolder 6"/>
          <p:cNvSpPr>
            <a:spLocks noGrp="1"/>
          </p:cNvSpPr>
          <p:nvPr>
            <p:ph type="sldNum" idx="55"/>
          </p:nvPr>
        </p:nvSpPr>
        <p:spPr>
          <a:xfrm>
            <a:off x="531720" y="498312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7" r:id="rId2"/>
  </p:sldLayoutIdLst>
</p:sldMaster>
</file>

<file path=ppt/slides/_rels/slide1.xml.rels><?xml version="1.0" encoding="UTF-8"?>
<Relationships xmlns="http://schemas.openxmlformats.org/package/2006/relationships"><Relationship Id="rId1" Type="http://schemas.openxmlformats.org/officeDocument/2006/relationships/hyperlink" Target="mailto:muthomi@uonbi.ac.ke" TargetMode="External"/><Relationship Id="rId2" Type="http://schemas.openxmlformats.org/officeDocument/2006/relationships/hyperlink" Target="mailto:muthomi@uonbi.ac.ke" TargetMode="External"/><Relationship Id="rId3" Type="http://schemas.openxmlformats.org/officeDocument/2006/relationships/hyperlink" Target="mailto:muthomi@uonbi.ac.ke" TargetMode="External"/><Relationship Id="rId4"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8.xml"/>
</Relationships>
</file>

<file path=ppt/slides/_rels/slide9.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8.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12.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8.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18.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7.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20.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image" Target="../media/image7.jpeg"/><Relationship Id="rId3" Type="http://schemas.openxmlformats.org/officeDocument/2006/relationships/slideLayout" Target="../slideLayouts/slideLayout18.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29.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3.xml.rels><?xml version="1.0" encoding="UTF-8"?>
<Relationships xmlns="http://schemas.openxmlformats.org/package/2006/relationships"><Relationship Id="rId1" Type="http://schemas.openxmlformats.org/officeDocument/2006/relationships/image" Target="../media/image8.jpeg"/><Relationship Id="rId2" Type="http://schemas.openxmlformats.org/officeDocument/2006/relationships/image" Target="../media/image9.jpeg"/><Relationship Id="rId3" Type="http://schemas.openxmlformats.org/officeDocument/2006/relationships/slideLayout" Target="../slideLayouts/slideLayout17.xml"/>
</Relationships>
</file>

<file path=ppt/slides/_rels/slide34.xml.rels><?xml version="1.0" encoding="UTF-8"?>
<Relationships xmlns="http://schemas.openxmlformats.org/package/2006/relationships"><Relationship Id="rId1" Type="http://schemas.openxmlformats.org/officeDocument/2006/relationships/image" Target="../media/image10.jpeg"/><Relationship Id="rId2" Type="http://schemas.openxmlformats.org/officeDocument/2006/relationships/image" Target="../media/image11.png"/><Relationship Id="rId3" Type="http://schemas.openxmlformats.org/officeDocument/2006/relationships/slideLayout" Target="../slideLayouts/slideLayout17.xml"/>
</Relationships>
</file>

<file path=ppt/slides/_rels/slide35.xml.rels><?xml version="1.0" encoding="UTF-8"?>
<Relationships xmlns="http://schemas.openxmlformats.org/package/2006/relationships"><Relationship Id="rId1" Type="http://schemas.openxmlformats.org/officeDocument/2006/relationships/image" Target="../media/image12.jpeg"/><Relationship Id="rId2" Type="http://schemas.openxmlformats.org/officeDocument/2006/relationships/slideLayout" Target="../slideLayouts/slideLayout17.xml"/>
</Relationships>
</file>

<file path=ppt/slides/_rels/slide36.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7.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38.xml.rels><?xml version="1.0" encoding="UTF-8"?>
<Relationships xmlns="http://schemas.openxmlformats.org/package/2006/relationships"><Relationship Id="rId1" Type="http://schemas.openxmlformats.org/officeDocument/2006/relationships/image" Target="../media/image14.jpeg"/><Relationship Id="rId2" Type="http://schemas.openxmlformats.org/officeDocument/2006/relationships/slideLayout" Target="../slideLayouts/slideLayout1.xml"/>
</Relationships>
</file>

<file path=ppt/slides/_rels/slide39.xml.rels><?xml version="1.0" encoding="UTF-8"?>
<Relationships xmlns="http://schemas.openxmlformats.org/package/2006/relationships"><Relationship Id="rId1" Type="http://schemas.openxmlformats.org/officeDocument/2006/relationships/image" Target="../media/image15.jpeg"/><Relationship Id="rId2" Type="http://schemas.openxmlformats.org/officeDocument/2006/relationships/slideLayout" Target="../slideLayouts/slideLayout15.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41.xml.rels><?xml version="1.0" encoding="UTF-8"?>
<Relationships xmlns="http://schemas.openxmlformats.org/package/2006/relationships"><Relationship Id="rId1" Type="http://schemas.openxmlformats.org/officeDocument/2006/relationships/image" Target="../media/image16.jpeg"/><Relationship Id="rId2" Type="http://schemas.openxmlformats.org/officeDocument/2006/relationships/slideLayout" Target="../slideLayouts/slideLayout17.xml"/>
</Relationships>
</file>

<file path=ppt/slides/_rels/slide42.xml.rels><?xml version="1.0" encoding="UTF-8"?>
<Relationships xmlns="http://schemas.openxmlformats.org/package/2006/relationships"><Relationship Id="rId1" Type="http://schemas.openxmlformats.org/officeDocument/2006/relationships/image" Target="../media/image17.jpeg"/><Relationship Id="rId2" Type="http://schemas.openxmlformats.org/officeDocument/2006/relationships/slideLayout" Target="../slideLayouts/slideLayout17.xml"/>
</Relationships>
</file>

<file path=ppt/slides/_rels/slide43.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15.xml"/>
</Relationships>
</file>

<file path=ppt/slides/_rels/slide44.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20.jpeg"/><Relationship Id="rId3" Type="http://schemas.openxmlformats.org/officeDocument/2006/relationships/slideLayout" Target="../slideLayouts/slideLayout17.xml"/>
</Relationships>
</file>

<file path=ppt/slides/_rels/slide45.xml.rels><?xml version="1.0" encoding="UTF-8"?>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7.xml"/>
</Relationships>
</file>

<file path=ppt/slides/_rels/slide46.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22.png"/><Relationship Id="rId3" Type="http://schemas.openxmlformats.org/officeDocument/2006/relationships/slideLayout" Target="../slideLayouts/slideLayout1.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11.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51.xml.rels><?xml version="1.0" encoding="UTF-8"?>
<Relationships xmlns="http://schemas.openxmlformats.org/package/2006/relationships"><Relationship Id="rId1" Type="http://schemas.openxmlformats.org/officeDocument/2006/relationships/image" Target="../media/image23.jpeg"/><Relationship Id="rId2" Type="http://schemas.openxmlformats.org/officeDocument/2006/relationships/slideLayout" Target="../slideLayouts/slideLayout1.xm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53.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24.png"/><Relationship Id="rId3" Type="http://schemas.openxmlformats.org/officeDocument/2006/relationships/image" Target="../media/image25.jpeg"/><Relationship Id="rId4" Type="http://schemas.openxmlformats.org/officeDocument/2006/relationships/slideLayout" Target="../slideLayouts/slideLayout15.xml"/>
</Relationships>
</file>

<file path=ppt/slides/_rels/slide54.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55.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18.xml"/>
</Relationships>
</file>

<file path=ppt/slides/_rels/slide56.xml.rels><?xml version="1.0" encoding="UTF-8"?>
<Relationships xmlns="http://schemas.openxmlformats.org/package/2006/relationships"><Relationship Id="rId1" Type="http://schemas.openxmlformats.org/officeDocument/2006/relationships/image" Target="../media/image27.jpeg"/><Relationship Id="rId2" Type="http://schemas.openxmlformats.org/officeDocument/2006/relationships/slideLayout" Target="../slideLayouts/slideLayout18.xml"/>
</Relationships>
</file>

<file path=ppt/slides/_rels/slide57.xml.rels><?xml version="1.0" encoding="UTF-8"?>
<Relationships xmlns="http://schemas.openxmlformats.org/package/2006/relationships"><Relationship Id="rId1" Type="http://schemas.openxmlformats.org/officeDocument/2006/relationships/image" Target="../media/image28.jpeg"/><Relationship Id="rId2" Type="http://schemas.openxmlformats.org/officeDocument/2006/relationships/slideLayout" Target="../slideLayouts/slideLayout18.xml"/>
</Relationships>
</file>

<file path=ppt/slides/_rels/slide58.xml.rels><?xml version="1.0" encoding="UTF-8"?>
<Relationships xmlns="http://schemas.openxmlformats.org/package/2006/relationships"><Relationship Id="rId1" Type="http://schemas.openxmlformats.org/officeDocument/2006/relationships/image" Target="../media/image23.jpeg"/><Relationship Id="rId2" Type="http://schemas.openxmlformats.org/officeDocument/2006/relationships/slideLayout" Target="../slideLayouts/slideLayout18.xml"/>
</Relationships>
</file>

<file path=ppt/slides/_rels/slide59.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60.xml.rels><?xml version="1.0" encoding="UTF-8"?>
<Relationships xmlns="http://schemas.openxmlformats.org/package/2006/relationships"><Relationship Id="rId1" Type="http://schemas.openxmlformats.org/officeDocument/2006/relationships/image" Target="../media/image29.jpeg"/><Relationship Id="rId2" Type="http://schemas.openxmlformats.org/officeDocument/2006/relationships/slideLayout" Target="../slideLayouts/slideLayout18.xml"/>
</Relationships>
</file>

<file path=ppt/slides/_rels/slide61.xml.rels><?xml version="1.0" encoding="UTF-8"?>
<Relationships xmlns="http://schemas.openxmlformats.org/package/2006/relationships"><Relationship Id="rId1" Type="http://schemas.openxmlformats.org/officeDocument/2006/relationships/image" Target="../media/image30.jpeg"/><Relationship Id="rId2" Type="http://schemas.openxmlformats.org/officeDocument/2006/relationships/slideLayout" Target="../slideLayouts/slideLayout1.xml"/>
</Relationships>
</file>

<file path=ppt/slides/_rels/slide62.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63.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64.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65.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66.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7.xml"/>
</Relationships>
</file>

<file path=ppt/slides/_rels/slide67.xml.rels><?xml version="1.0" encoding="UTF-8"?>
<Relationships xmlns="http://schemas.openxmlformats.org/package/2006/relationships"><Relationship Id="rId1" Type="http://schemas.openxmlformats.org/officeDocument/2006/relationships/image" Target="../media/image32.png"/><Relationship Id="rId2" Type="http://schemas.openxmlformats.org/officeDocument/2006/relationships/slideLayout" Target="../slideLayouts/slideLayout17.xml"/>
</Relationships>
</file>

<file path=ppt/slides/_rels/slide68.xml.rels><?xml version="1.0" encoding="UTF-8"?>
<Relationships xmlns="http://schemas.openxmlformats.org/package/2006/relationships"><Relationship Id="rId1" Type="http://schemas.openxmlformats.org/officeDocument/2006/relationships/image" Target="../media/image33.png"/><Relationship Id="rId2" Type="http://schemas.openxmlformats.org/officeDocument/2006/relationships/slideLayout" Target="../slideLayouts/slideLayout17.xml"/>
</Relationships>
</file>

<file path=ppt/slides/_rels/slide69.xml.rels><?xml version="1.0" encoding="UTF-8"?>
<Relationships xmlns="http://schemas.openxmlformats.org/package/2006/relationships"><Relationship Id="rId1" Type="http://schemas.openxmlformats.org/officeDocument/2006/relationships/image" Target="../media/image34.jpeg"/><Relationship Id="rId2" Type="http://schemas.openxmlformats.org/officeDocument/2006/relationships/slideLayout" Target="../slideLayouts/slideLayout17.xml"/>
</Relationships>
</file>

<file path=ppt/slides/_rels/slide70.xml.rels><?xml version="1.0" encoding="UTF-8"?>
<Relationships xmlns="http://schemas.openxmlformats.org/package/2006/relationships"><Relationship Id="rId1" Type="http://schemas.openxmlformats.org/officeDocument/2006/relationships/image" Target="../media/image35.jpeg"/><Relationship Id="rId2" Type="http://schemas.openxmlformats.org/officeDocument/2006/relationships/slideLayout" Target="../slideLayouts/slideLayout15.xml"/>
</Relationships>
</file>

<file path=ppt/slides/_rels/slide71.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72.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73.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74.xml.rels><?xml version="1.0" encoding="UTF-8"?>
<Relationships xmlns="http://schemas.openxmlformats.org/package/2006/relationships"><Relationship Id="rId1" Type="http://schemas.openxmlformats.org/officeDocument/2006/relationships/slideLayout" Target="../slideLayouts/slideLayout17.xml"/>
</Relationships>
</file>

<file path=ppt/slides/_rels/slide75.xml.rels><?xml version="1.0" encoding="UTF-8"?>
<Relationships xmlns="http://schemas.openxmlformats.org/package/2006/relationships"><Relationship Id="rId1" Type="http://schemas.openxmlformats.org/officeDocument/2006/relationships/image" Target="../media/image36.png"/><Relationship Id="rId2" Type="http://schemas.openxmlformats.org/officeDocument/2006/relationships/slideLayout" Target="../slideLayouts/slideLayout1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0" name="PlaceHolder 1"/>
          <p:cNvSpPr>
            <a:spLocks noGrp="1"/>
          </p:cNvSpPr>
          <p:nvPr>
            <p:ph type="title"/>
          </p:nvPr>
        </p:nvSpPr>
        <p:spPr>
          <a:xfrm>
            <a:off x="160200" y="1400040"/>
            <a:ext cx="11962440" cy="2262240"/>
          </a:xfrm>
          <a:prstGeom prst="rect">
            <a:avLst/>
          </a:prstGeom>
          <a:noFill/>
          <a:ln w="0">
            <a:noFill/>
          </a:ln>
        </p:spPr>
        <p:txBody>
          <a:bodyPr lIns="91440" rIns="91440" tIns="45720" bIns="45720" anchor="b">
            <a:normAutofit fontScale="87407"/>
          </a:bodyPr>
          <a:p>
            <a:pPr indent="0" algn="ctr" defTabSz="457200">
              <a:lnSpc>
                <a:spcPct val="100000"/>
              </a:lnSpc>
              <a:buNone/>
            </a:pPr>
            <a:r>
              <a:rPr b="1" lang="en-GB" sz="4000" spc="-1" strike="noStrike">
                <a:solidFill>
                  <a:schemeClr val="dk1">
                    <a:lumMod val="85000"/>
                    <a:lumOff val="15000"/>
                  </a:schemeClr>
                </a:solidFill>
                <a:latin typeface="Century Gothic"/>
              </a:rPr>
              <a:t>FCC3 246: CONCRETE MATERIALS</a:t>
            </a:r>
            <a:br>
              <a:rPr sz="4000"/>
            </a:br>
            <a:br>
              <a:rPr sz="4000"/>
            </a:br>
            <a:r>
              <a:rPr b="1" lang="en-US" sz="4000" spc="-1" strike="noStrike">
                <a:solidFill>
                  <a:schemeClr val="dk1">
                    <a:lumMod val="85000"/>
                    <a:lumOff val="15000"/>
                  </a:schemeClr>
                </a:solidFill>
                <a:latin typeface="Century Gothic"/>
              </a:rPr>
              <a:t>Lecture 8: KEY PROCESSES OF CONCRETE PRODUCTION AND APPLICATION</a:t>
            </a:r>
            <a:endParaRPr b="0" lang="en-US" sz="4000" spc="-1" strike="noStrike">
              <a:solidFill>
                <a:schemeClr val="dk1"/>
              </a:solidFill>
              <a:latin typeface="Century Gothic"/>
            </a:endParaRPr>
          </a:p>
        </p:txBody>
      </p:sp>
      <p:sp>
        <p:nvSpPr>
          <p:cNvPr id="681" name="PlaceHolder 2"/>
          <p:cNvSpPr>
            <a:spLocks noGrp="1"/>
          </p:cNvSpPr>
          <p:nvPr>
            <p:ph type="subTitle"/>
          </p:nvPr>
        </p:nvSpPr>
        <p:spPr>
          <a:xfrm>
            <a:off x="2589120" y="4777200"/>
            <a:ext cx="8915040" cy="1126080"/>
          </a:xfrm>
          <a:prstGeom prst="rect">
            <a:avLst/>
          </a:prstGeom>
          <a:noFill/>
          <a:ln w="0">
            <a:noFill/>
          </a:ln>
        </p:spPr>
        <p:txBody>
          <a:bodyPr lIns="91440" rIns="91440" tIns="45720" bIns="45720" anchor="t">
            <a:normAutofit fontScale="87222"/>
          </a:bodyPr>
          <a:p>
            <a:pPr indent="0" defTabSz="457200">
              <a:lnSpc>
                <a:spcPct val="100000"/>
              </a:lnSpc>
              <a:spcBef>
                <a:spcPts val="1001"/>
              </a:spcBef>
              <a:buNone/>
              <a:tabLst>
                <a:tab algn="l" pos="0"/>
              </a:tabLst>
            </a:pPr>
            <a:r>
              <a:rPr b="0" lang="en-GB" sz="1800" spc="-1" strike="noStrike">
                <a:solidFill>
                  <a:schemeClr val="dk1">
                    <a:lumMod val="65000"/>
                    <a:lumOff val="35000"/>
                  </a:schemeClr>
                </a:solidFill>
                <a:latin typeface="Century Gothic"/>
              </a:rPr>
              <a:t>Department of Civil &amp; Construction Engineering</a:t>
            </a:r>
            <a:endParaRPr b="0" lang="en-US" sz="1800" spc="-1" strike="noStrike">
              <a:solidFill>
                <a:srgbClr val="000000"/>
              </a:solidFill>
              <a:latin typeface="Arial"/>
            </a:endParaRPr>
          </a:p>
          <a:p>
            <a:pPr indent="0" defTabSz="457200">
              <a:lnSpc>
                <a:spcPct val="100000"/>
              </a:lnSpc>
              <a:spcBef>
                <a:spcPts val="1001"/>
              </a:spcBef>
              <a:buNone/>
              <a:tabLst>
                <a:tab algn="l" pos="0"/>
              </a:tabLst>
            </a:pPr>
            <a:r>
              <a:rPr b="0" lang="en-GB" sz="1800" spc="-1" strike="noStrike">
                <a:solidFill>
                  <a:schemeClr val="dk1">
                    <a:lumMod val="65000"/>
                    <a:lumOff val="35000"/>
                  </a:schemeClr>
                </a:solidFill>
                <a:latin typeface="Century Gothic"/>
              </a:rPr>
              <a:t>University of Nairobi</a:t>
            </a:r>
            <a:endParaRPr b="0" lang="en-US" sz="1800" spc="-1" strike="noStrike">
              <a:solidFill>
                <a:srgbClr val="000000"/>
              </a:solidFill>
              <a:latin typeface="Arial"/>
            </a:endParaRPr>
          </a:p>
          <a:p>
            <a:pPr indent="0" defTabSz="457200">
              <a:lnSpc>
                <a:spcPct val="100000"/>
              </a:lnSpc>
              <a:spcBef>
                <a:spcPts val="1001"/>
              </a:spcBef>
              <a:buNone/>
              <a:tabLst>
                <a:tab algn="l" pos="0"/>
              </a:tabLst>
            </a:pPr>
            <a:r>
              <a:rPr b="0" lang="en-GB" sz="1800" spc="-1" strike="noStrike" u="sng">
                <a:solidFill>
                  <a:schemeClr val="dk1">
                    <a:lumMod val="65000"/>
                    <a:lumOff val="35000"/>
                  </a:schemeClr>
                </a:solidFill>
                <a:uFillTx/>
                <a:latin typeface="Century Gothic"/>
                <a:hlinkClick r:id="rId1"/>
              </a:rPr>
              <a:t>m</a:t>
            </a:r>
            <a:r>
              <a:rPr b="0" lang="en-US" sz="1800" spc="-1" strike="noStrike" u="sng">
                <a:solidFill>
                  <a:schemeClr val="dk1">
                    <a:lumMod val="65000"/>
                    <a:lumOff val="35000"/>
                  </a:schemeClr>
                </a:solidFill>
                <a:uFillTx/>
                <a:latin typeface="Century Gothic"/>
                <a:hlinkClick r:id="rId2"/>
              </a:rPr>
              <a:t>wauras</a:t>
            </a:r>
            <a:r>
              <a:rPr b="0" lang="en-GB" sz="1800" spc="-1" strike="noStrike" u="sng">
                <a:solidFill>
                  <a:schemeClr val="dk1">
                    <a:lumMod val="65000"/>
                    <a:lumOff val="35000"/>
                  </a:schemeClr>
                </a:solidFill>
                <a:uFillTx/>
                <a:latin typeface="Century Gothic"/>
                <a:hlinkClick r:id="rId3"/>
              </a:rPr>
              <a:t>@uonbi.ac.ke</a:t>
            </a:r>
            <a:r>
              <a:rPr b="0" lang="en-GB" sz="1800" spc="-1" strike="noStrike">
                <a:solidFill>
                  <a:schemeClr val="dk1">
                    <a:lumMod val="65000"/>
                    <a:lumOff val="35000"/>
                  </a:schemeClr>
                </a:solidFill>
                <a:latin typeface="Century Gothic"/>
              </a:rPr>
              <a:t> </a:t>
            </a:r>
            <a:endParaRPr b="0" lang="en-US" sz="1800" spc="-1" strike="noStrike">
              <a:solidFill>
                <a:srgbClr val="000000"/>
              </a:solidFill>
              <a:latin typeface="Arial"/>
            </a:endParaRPr>
          </a:p>
          <a:p>
            <a:pPr indent="0" defTabSz="457200">
              <a:lnSpc>
                <a:spcPct val="100000"/>
              </a:lnSpc>
              <a:spcBef>
                <a:spcPts val="1001"/>
              </a:spcBef>
              <a:buNone/>
              <a:tabLst>
                <a:tab algn="l" pos="0"/>
              </a:tabLst>
            </a:pPr>
            <a:endParaRPr b="0" lang="en-US" sz="1800" spc="-1" strike="noStrike">
              <a:solidFill>
                <a:srgbClr val="000000"/>
              </a:solidFill>
              <a:latin typeface="Arial"/>
            </a:endParaRPr>
          </a:p>
        </p:txBody>
      </p:sp>
      <p:sp>
        <p:nvSpPr>
          <p:cNvPr id="682" name="PlaceHolder 3"/>
          <p:cNvSpPr>
            <a:spLocks noGrp="1"/>
          </p:cNvSpPr>
          <p:nvPr>
            <p:ph type="sldNum" idx="56"/>
          </p:nvPr>
        </p:nvSpPr>
        <p:spPr>
          <a:xfrm>
            <a:off x="160920" y="4412160"/>
            <a:ext cx="952200" cy="596880"/>
          </a:xfrm>
          <a:prstGeom prst="rect">
            <a:avLst/>
          </a:prstGeom>
          <a:noFill/>
          <a:ln w="0">
            <a:noFill/>
          </a:ln>
        </p:spPr>
        <p:txBody>
          <a:bodyPr lIns="91440" rIns="91440" tIns="45720" bIns="45720" anchor="ctr">
            <a:noAutofit/>
          </a:bodyPr>
          <a:p>
            <a:pPr indent="0">
              <a:buNone/>
            </a:pPr>
            <a:endParaRPr b="0" lang="en-US" sz="2000" spc="-1" strike="noStrike">
              <a:solidFill>
                <a:srgbClr val="feffff"/>
              </a:solidFill>
              <a:latin typeface="Century Gothic"/>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3" name="PlaceHolder 1"/>
          <p:cNvSpPr>
            <a:spLocks noGrp="1"/>
          </p:cNvSpPr>
          <p:nvPr>
            <p:ph type="title"/>
          </p:nvPr>
        </p:nvSpPr>
        <p:spPr>
          <a:xfrm>
            <a:off x="1994400" y="264960"/>
            <a:ext cx="8229240" cy="522720"/>
          </a:xfrm>
          <a:prstGeom prst="rect">
            <a:avLst/>
          </a:prstGeom>
          <a:noFill/>
          <a:ln w="0">
            <a:noFill/>
          </a:ln>
        </p:spPr>
        <p:txBody>
          <a:bodyPr lIns="91440" rIns="91440" tIns="45720" bIns="45720" anchor="t">
            <a:normAutofit fontScale="52541"/>
          </a:bodyPr>
          <a:p>
            <a:pPr indent="0" algn="ctr" defTabSz="457200">
              <a:lnSpc>
                <a:spcPct val="100000"/>
              </a:lnSpc>
              <a:buNone/>
            </a:pPr>
            <a:r>
              <a:rPr b="1" lang="en-US" sz="4000" spc="-1" strike="noStrike">
                <a:solidFill>
                  <a:srgbClr val="d95900"/>
                </a:solidFill>
                <a:latin typeface="Arial"/>
              </a:rPr>
              <a:t>Key Processes in the Manufacture and Application of Concrete</a:t>
            </a:r>
            <a:endParaRPr b="0" lang="en-US" sz="4000" spc="-1" strike="noStrike">
              <a:solidFill>
                <a:schemeClr val="dk1"/>
              </a:solidFill>
              <a:latin typeface="Century Gothic"/>
            </a:endParaRPr>
          </a:p>
        </p:txBody>
      </p:sp>
      <p:sp>
        <p:nvSpPr>
          <p:cNvPr id="684" name="PlaceHolder 2"/>
          <p:cNvSpPr>
            <a:spLocks noGrp="1"/>
          </p:cNvSpPr>
          <p:nvPr>
            <p:ph/>
          </p:nvPr>
        </p:nvSpPr>
        <p:spPr>
          <a:xfrm>
            <a:off x="609480" y="1153080"/>
            <a:ext cx="11441160" cy="4079520"/>
          </a:xfrm>
          <a:prstGeom prst="rect">
            <a:avLst/>
          </a:prstGeom>
          <a:noFill/>
          <a:ln w="0">
            <a:noFill/>
          </a:ln>
        </p:spPr>
        <p:txBody>
          <a:bodyPr lIns="91440" rIns="91440" tIns="45720" bIns="45720" anchor="t">
            <a:noAutofit/>
          </a:bodyPr>
          <a:p>
            <a:pPr marL="343080" indent="-343080" algn="just" defTabSz="457200">
              <a:lnSpc>
                <a:spcPct val="100000"/>
              </a:lnSpc>
              <a:spcBef>
                <a:spcPts val="1001"/>
              </a:spcBef>
              <a:buNone/>
              <a:tabLst>
                <a:tab algn="l" pos="0"/>
              </a:tabLst>
            </a:pPr>
            <a:endParaRPr b="0" lang="en-US" sz="1600" spc="-1" strike="noStrike">
              <a:solidFill>
                <a:schemeClr val="dk1">
                  <a:lumMod val="75000"/>
                  <a:lumOff val="25000"/>
                </a:schemeClr>
              </a:solidFill>
              <a:latin typeface="Century Gothic"/>
            </a:endParaRPr>
          </a:p>
          <a:p>
            <a:pPr marL="457200" indent="-457200" algn="just" defTabSz="457200">
              <a:lnSpc>
                <a:spcPct val="100000"/>
              </a:lnSpc>
              <a:spcBef>
                <a:spcPts val="1001"/>
              </a:spcBef>
              <a:buClr>
                <a:srgbClr val="a53010"/>
              </a:buClr>
              <a:buFont typeface="Arial"/>
              <a:buChar char="•"/>
              <a:tabLst>
                <a:tab algn="l" pos="0"/>
              </a:tabLst>
            </a:pPr>
            <a:r>
              <a:rPr b="1" lang="en-US" sz="2000" spc="-1" strike="noStrike">
                <a:solidFill>
                  <a:schemeClr val="dk1">
                    <a:lumMod val="75000"/>
                    <a:lumOff val="25000"/>
                  </a:schemeClr>
                </a:solidFill>
                <a:latin typeface="Century Gothic"/>
              </a:rPr>
              <a:t>Batching</a:t>
            </a:r>
            <a:r>
              <a:rPr b="0" lang="en-US" sz="2000" spc="-1" strike="noStrike">
                <a:solidFill>
                  <a:schemeClr val="dk1">
                    <a:lumMod val="75000"/>
                    <a:lumOff val="25000"/>
                  </a:schemeClr>
                </a:solidFill>
                <a:latin typeface="Century Gothic"/>
              </a:rPr>
              <a:t> </a:t>
            </a:r>
            <a:endParaRPr b="0" lang="en-US" sz="2000" spc="-1" strike="noStrike">
              <a:solidFill>
                <a:schemeClr val="dk1">
                  <a:lumMod val="75000"/>
                  <a:lumOff val="25000"/>
                </a:schemeClr>
              </a:solidFill>
              <a:latin typeface="Century Gothic"/>
            </a:endParaRPr>
          </a:p>
          <a:p>
            <a:pPr marL="457200" indent="-457200" algn="just" defTabSz="457200">
              <a:lnSpc>
                <a:spcPct val="100000"/>
              </a:lnSpc>
              <a:spcBef>
                <a:spcPts val="1001"/>
              </a:spcBef>
              <a:buClr>
                <a:srgbClr val="a53010"/>
              </a:buClr>
              <a:buFont typeface="Arial"/>
              <a:buChar char="•"/>
              <a:tabLst>
                <a:tab algn="l" pos="0"/>
              </a:tabLst>
            </a:pPr>
            <a:r>
              <a:rPr b="1" lang="en-US" sz="2000" spc="-1" strike="noStrike">
                <a:solidFill>
                  <a:schemeClr val="dk1">
                    <a:lumMod val="75000"/>
                    <a:lumOff val="25000"/>
                  </a:schemeClr>
                </a:solidFill>
                <a:latin typeface="Century Gothic"/>
              </a:rPr>
              <a:t>Mixing</a:t>
            </a:r>
            <a:r>
              <a:rPr b="0" lang="en-US" sz="2000" spc="-1" strike="noStrike">
                <a:solidFill>
                  <a:schemeClr val="dk1">
                    <a:lumMod val="75000"/>
                    <a:lumOff val="25000"/>
                  </a:schemeClr>
                </a:solidFill>
                <a:latin typeface="Century Gothic"/>
              </a:rPr>
              <a:t> </a:t>
            </a:r>
            <a:endParaRPr b="0" lang="en-US" sz="2000" spc="-1" strike="noStrike">
              <a:solidFill>
                <a:schemeClr val="dk1">
                  <a:lumMod val="75000"/>
                  <a:lumOff val="25000"/>
                </a:schemeClr>
              </a:solidFill>
              <a:latin typeface="Century Gothic"/>
            </a:endParaRPr>
          </a:p>
          <a:p>
            <a:pPr marL="457200" indent="-457200" algn="just" defTabSz="457200">
              <a:lnSpc>
                <a:spcPct val="100000"/>
              </a:lnSpc>
              <a:spcBef>
                <a:spcPts val="1001"/>
              </a:spcBef>
              <a:buClr>
                <a:srgbClr val="a53010"/>
              </a:buClr>
              <a:buFont typeface="Arial"/>
              <a:buChar char="•"/>
              <a:tabLst>
                <a:tab algn="l" pos="0"/>
              </a:tabLst>
            </a:pPr>
            <a:r>
              <a:rPr b="1" lang="en-US" sz="2000" spc="-1" strike="noStrike">
                <a:solidFill>
                  <a:schemeClr val="dk1">
                    <a:lumMod val="75000"/>
                    <a:lumOff val="25000"/>
                  </a:schemeClr>
                </a:solidFill>
                <a:latin typeface="Century Gothic"/>
              </a:rPr>
              <a:t>Transportation</a:t>
            </a:r>
            <a:endParaRPr b="0" lang="en-US" sz="2000" spc="-1" strike="noStrike">
              <a:solidFill>
                <a:schemeClr val="dk1">
                  <a:lumMod val="75000"/>
                  <a:lumOff val="25000"/>
                </a:schemeClr>
              </a:solidFill>
              <a:latin typeface="Century Gothic"/>
            </a:endParaRPr>
          </a:p>
          <a:p>
            <a:pPr marL="457200" indent="-457200" algn="just" defTabSz="457200">
              <a:lnSpc>
                <a:spcPct val="100000"/>
              </a:lnSpc>
              <a:spcBef>
                <a:spcPts val="1001"/>
              </a:spcBef>
              <a:buClr>
                <a:srgbClr val="a53010"/>
              </a:buClr>
              <a:buFont typeface="Arial"/>
              <a:buChar char="•"/>
              <a:tabLst>
                <a:tab algn="l" pos="0"/>
              </a:tabLst>
            </a:pPr>
            <a:r>
              <a:rPr b="1" lang="en-US" sz="2000" spc="-1" strike="noStrike">
                <a:solidFill>
                  <a:schemeClr val="dk1">
                    <a:lumMod val="75000"/>
                    <a:lumOff val="25000"/>
                  </a:schemeClr>
                </a:solidFill>
                <a:latin typeface="Century Gothic"/>
              </a:rPr>
              <a:t>Placing</a:t>
            </a:r>
            <a:endParaRPr b="0" lang="en-US" sz="2000" spc="-1" strike="noStrike">
              <a:solidFill>
                <a:schemeClr val="dk1">
                  <a:lumMod val="75000"/>
                  <a:lumOff val="25000"/>
                </a:schemeClr>
              </a:solidFill>
              <a:latin typeface="Century Gothic"/>
            </a:endParaRPr>
          </a:p>
          <a:p>
            <a:pPr marL="457200" indent="-457200" algn="just" defTabSz="457200">
              <a:lnSpc>
                <a:spcPct val="100000"/>
              </a:lnSpc>
              <a:spcBef>
                <a:spcPts val="1001"/>
              </a:spcBef>
              <a:buClr>
                <a:srgbClr val="a53010"/>
              </a:buClr>
              <a:buFont typeface="Arial"/>
              <a:buChar char="•"/>
              <a:tabLst>
                <a:tab algn="l" pos="0"/>
              </a:tabLst>
            </a:pPr>
            <a:r>
              <a:rPr b="1" lang="en-US" sz="2000" spc="-1" strike="noStrike">
                <a:solidFill>
                  <a:schemeClr val="dk1">
                    <a:lumMod val="75000"/>
                    <a:lumOff val="25000"/>
                  </a:schemeClr>
                </a:solidFill>
                <a:latin typeface="Century Gothic"/>
              </a:rPr>
              <a:t>Compaction</a:t>
            </a:r>
            <a:r>
              <a:rPr b="0" lang="en-US" sz="2000" spc="-1" strike="noStrike">
                <a:solidFill>
                  <a:schemeClr val="dk1">
                    <a:lumMod val="75000"/>
                    <a:lumOff val="25000"/>
                  </a:schemeClr>
                </a:solidFill>
                <a:latin typeface="Century Gothic"/>
              </a:rPr>
              <a:t> </a:t>
            </a:r>
            <a:endParaRPr b="0" lang="en-US" sz="2000" spc="-1" strike="noStrike">
              <a:solidFill>
                <a:schemeClr val="dk1">
                  <a:lumMod val="75000"/>
                  <a:lumOff val="25000"/>
                </a:schemeClr>
              </a:solidFill>
              <a:latin typeface="Century Gothic"/>
            </a:endParaRPr>
          </a:p>
          <a:p>
            <a:pPr marL="457200" indent="-457200" algn="just" defTabSz="457200">
              <a:lnSpc>
                <a:spcPct val="100000"/>
              </a:lnSpc>
              <a:spcBef>
                <a:spcPts val="1001"/>
              </a:spcBef>
              <a:buClr>
                <a:srgbClr val="a53010"/>
              </a:buClr>
              <a:buFont typeface="Arial"/>
              <a:buChar char="•"/>
              <a:tabLst>
                <a:tab algn="l" pos="0"/>
              </a:tabLst>
            </a:pPr>
            <a:r>
              <a:rPr b="1" lang="en-US" sz="2000" spc="-1" strike="noStrike">
                <a:solidFill>
                  <a:schemeClr val="dk1">
                    <a:lumMod val="75000"/>
                    <a:lumOff val="25000"/>
                  </a:schemeClr>
                </a:solidFill>
                <a:latin typeface="Century Gothic"/>
              </a:rPr>
              <a:t>Curing</a:t>
            </a:r>
            <a:r>
              <a:rPr b="0" lang="en-US" sz="2000" spc="-1" strike="noStrike">
                <a:solidFill>
                  <a:schemeClr val="dk1">
                    <a:lumMod val="75000"/>
                    <a:lumOff val="25000"/>
                  </a:schemeClr>
                </a:solidFill>
                <a:latin typeface="Century Gothic"/>
              </a:rPr>
              <a:t> </a:t>
            </a:r>
            <a:endParaRPr b="0" lang="en-US" sz="2000" spc="-1" strike="noStrike">
              <a:solidFill>
                <a:schemeClr val="dk1">
                  <a:lumMod val="75000"/>
                  <a:lumOff val="25000"/>
                </a:schemeClr>
              </a:solidFill>
              <a:latin typeface="Century Gothic"/>
            </a:endParaRPr>
          </a:p>
        </p:txBody>
      </p:sp>
      <p:sp>
        <p:nvSpPr>
          <p:cNvPr id="685" name="PlaceHolder 3"/>
          <p:cNvSpPr>
            <a:spLocks noGrp="1"/>
          </p:cNvSpPr>
          <p:nvPr>
            <p:ph type="sldNum" idx="57"/>
          </p:nvPr>
        </p:nvSpPr>
        <p:spPr>
          <a:xfrm>
            <a:off x="531720" y="78768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feffff"/>
              </a:solidFill>
              <a:latin typeface="Century Gothic"/>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6" name="TextBox 9"/>
          <p:cNvSpPr/>
          <p:nvPr/>
        </p:nvSpPr>
        <p:spPr>
          <a:xfrm>
            <a:off x="1631520" y="908640"/>
            <a:ext cx="3888000" cy="3137040"/>
          </a:xfrm>
          <a:prstGeom prst="rect">
            <a:avLst/>
          </a:prstGeom>
          <a:noFill/>
          <a:ln w="9525">
            <a:noFill/>
          </a:ln>
        </p:spPr>
        <p:style>
          <a:lnRef idx="0"/>
          <a:fillRef idx="0"/>
          <a:effectRef idx="0"/>
          <a:fontRef idx="minor"/>
        </p:style>
        <p:txBody>
          <a:bodyPr lIns="90000" rIns="90000" tIns="45000" bIns="45000" anchor="t">
            <a:spAutoFit/>
          </a:bodyPr>
          <a:p>
            <a:pPr algn="ctr" defTabSz="914400">
              <a:lnSpc>
                <a:spcPct val="100000"/>
              </a:lnSpc>
            </a:pPr>
            <a:r>
              <a:rPr b="0" lang="en-US" sz="4000" spc="-1" strike="noStrike">
                <a:solidFill>
                  <a:schemeClr val="dk1"/>
                </a:solidFill>
                <a:latin typeface="Calibri"/>
              </a:rPr>
              <a:t>Plant for </a:t>
            </a:r>
            <a:r>
              <a:rPr b="1" lang="en-US" sz="4000" spc="-1" strike="noStrike">
                <a:solidFill>
                  <a:schemeClr val="dk1"/>
                </a:solidFill>
                <a:latin typeface="Calibri"/>
              </a:rPr>
              <a:t>Batching</a:t>
            </a:r>
            <a:r>
              <a:rPr b="0" lang="en-US" sz="4000" spc="-1" strike="noStrike">
                <a:solidFill>
                  <a:schemeClr val="dk1"/>
                </a:solidFill>
                <a:latin typeface="Calibri"/>
              </a:rPr>
              <a:t> &amp; Mixing.</a:t>
            </a:r>
            <a:endParaRPr b="0" lang="en-US" sz="4000" spc="-1" strike="noStrike">
              <a:solidFill>
                <a:srgbClr val="000000"/>
              </a:solidFill>
              <a:latin typeface="Arial"/>
            </a:endParaRPr>
          </a:p>
          <a:p>
            <a:pPr algn="ctr" defTabSz="914400">
              <a:lnSpc>
                <a:spcPct val="100000"/>
              </a:lnSpc>
            </a:pPr>
            <a:r>
              <a:rPr b="0" lang="en-US" sz="4000" spc="-1" strike="noStrike">
                <a:solidFill>
                  <a:schemeClr val="dk1"/>
                </a:solidFill>
                <a:latin typeface="Calibri"/>
              </a:rPr>
              <a:t>Truck for Transportation</a:t>
            </a:r>
            <a:endParaRPr b="0" lang="en-US" sz="4000" spc="-1" strike="noStrike">
              <a:solidFill>
                <a:srgbClr val="000000"/>
              </a:solidFill>
              <a:latin typeface="Arial"/>
            </a:endParaRPr>
          </a:p>
        </p:txBody>
      </p:sp>
      <p:pic>
        <p:nvPicPr>
          <p:cNvPr id="687" name="Picture 1027" descr="js00010"/>
          <p:cNvPicPr/>
          <p:nvPr/>
        </p:nvPicPr>
        <p:blipFill>
          <a:blip r:embed="rId1"/>
          <a:srcRect l="13280" t="213" r="11115" b="-743"/>
          <a:stretch/>
        </p:blipFill>
        <p:spPr>
          <a:xfrm>
            <a:off x="5631840" y="0"/>
            <a:ext cx="5035680" cy="6929640"/>
          </a:xfrm>
          <a:prstGeom prst="rect">
            <a:avLst/>
          </a:prstGeom>
          <a:ln w="9525">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8" name="TextBox 9"/>
          <p:cNvSpPr/>
          <p:nvPr/>
        </p:nvSpPr>
        <p:spPr>
          <a:xfrm>
            <a:off x="1523880" y="1208880"/>
            <a:ext cx="4499640" cy="699120"/>
          </a:xfrm>
          <a:prstGeom prst="rect">
            <a:avLst/>
          </a:prstGeom>
          <a:noFill/>
          <a:ln w="9525">
            <a:noFill/>
          </a:ln>
        </p:spPr>
        <p:style>
          <a:lnRef idx="0"/>
          <a:fillRef idx="0"/>
          <a:effectRef idx="0"/>
          <a:fontRef idx="minor"/>
        </p:style>
        <p:txBody>
          <a:bodyPr lIns="90000" rIns="90000" tIns="45000" bIns="45000" anchor="t">
            <a:spAutoFit/>
          </a:bodyPr>
          <a:p>
            <a:pPr algn="ctr" defTabSz="914400">
              <a:lnSpc>
                <a:spcPct val="100000"/>
              </a:lnSpc>
            </a:pPr>
            <a:r>
              <a:rPr b="1" lang="en-US" sz="4000" spc="-1" strike="noStrike">
                <a:solidFill>
                  <a:schemeClr val="dk1"/>
                </a:solidFill>
                <a:latin typeface="Calibri"/>
              </a:rPr>
              <a:t>Batching</a:t>
            </a:r>
            <a:endParaRPr b="0" lang="en-US" sz="4000" spc="-1" strike="noStrike">
              <a:solidFill>
                <a:srgbClr val="000000"/>
              </a:solidFill>
              <a:latin typeface="Arial"/>
            </a:endParaRPr>
          </a:p>
        </p:txBody>
      </p:sp>
      <p:pic>
        <p:nvPicPr>
          <p:cNvPr id="689" name="Picture 1027" descr="js00010"/>
          <p:cNvPicPr/>
          <p:nvPr/>
        </p:nvPicPr>
        <p:blipFill>
          <a:blip r:embed="rId1"/>
          <a:srcRect l="13280" t="213" r="11115" b="-743"/>
          <a:stretch/>
        </p:blipFill>
        <p:spPr>
          <a:xfrm>
            <a:off x="7017480" y="0"/>
            <a:ext cx="5035680" cy="6929640"/>
          </a:xfrm>
          <a:prstGeom prst="rect">
            <a:avLst/>
          </a:prstGeom>
          <a:ln w="9525">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0" name="PlaceHolder 1"/>
          <p:cNvSpPr>
            <a:spLocks noGrp="1"/>
          </p:cNvSpPr>
          <p:nvPr>
            <p:ph type="title"/>
          </p:nvPr>
        </p:nvSpPr>
        <p:spPr>
          <a:xfrm>
            <a:off x="1994400" y="264960"/>
            <a:ext cx="8229240" cy="522720"/>
          </a:xfrm>
          <a:prstGeom prst="rect">
            <a:avLst/>
          </a:prstGeom>
          <a:noFill/>
          <a:ln w="0">
            <a:noFill/>
          </a:ln>
        </p:spPr>
        <p:txBody>
          <a:bodyPr lIns="91440" rIns="91440" tIns="45720" bIns="45720" anchor="t">
            <a:normAutofit fontScale="72557"/>
          </a:bodyPr>
          <a:p>
            <a:pPr indent="0" algn="ctr" defTabSz="457200">
              <a:lnSpc>
                <a:spcPct val="100000"/>
              </a:lnSpc>
              <a:buNone/>
            </a:pPr>
            <a:r>
              <a:rPr b="1" lang="en-US" sz="4000" spc="-1" strike="noStrike">
                <a:solidFill>
                  <a:srgbClr val="d95900"/>
                </a:solidFill>
                <a:latin typeface="Arial"/>
              </a:rPr>
              <a:t>Batching</a:t>
            </a:r>
            <a:endParaRPr b="0" lang="en-US" sz="4000" spc="-1" strike="noStrike">
              <a:solidFill>
                <a:schemeClr val="dk1"/>
              </a:solidFill>
              <a:latin typeface="Century Gothic"/>
            </a:endParaRPr>
          </a:p>
        </p:txBody>
      </p:sp>
      <p:sp>
        <p:nvSpPr>
          <p:cNvPr id="691" name="PlaceHolder 2"/>
          <p:cNvSpPr>
            <a:spLocks noGrp="1"/>
          </p:cNvSpPr>
          <p:nvPr>
            <p:ph/>
          </p:nvPr>
        </p:nvSpPr>
        <p:spPr>
          <a:xfrm>
            <a:off x="609480" y="1153080"/>
            <a:ext cx="11441160" cy="4079520"/>
          </a:xfrm>
          <a:prstGeom prst="rect">
            <a:avLst/>
          </a:prstGeom>
          <a:noFill/>
          <a:ln w="0">
            <a:noFill/>
          </a:ln>
        </p:spPr>
        <p:txBody>
          <a:bodyPr lIns="91440" rIns="91440" tIns="45720" bIns="45720" anchor="t">
            <a:noAutofit/>
          </a:bodyPr>
          <a:p>
            <a:pPr marL="343080" indent="-343080" algn="just" defTabSz="457200">
              <a:lnSpc>
                <a:spcPct val="100000"/>
              </a:lnSpc>
              <a:spcBef>
                <a:spcPts val="1001"/>
              </a:spcBef>
              <a:buNone/>
              <a:tabLst>
                <a:tab algn="l" pos="0"/>
              </a:tabLst>
            </a:pPr>
            <a:endParaRPr b="0" lang="en-US" sz="1600" spc="-1" strike="noStrike">
              <a:solidFill>
                <a:schemeClr val="dk1">
                  <a:lumMod val="75000"/>
                  <a:lumOff val="25000"/>
                </a:schemeClr>
              </a:solidFill>
              <a:latin typeface="Century Gothic"/>
            </a:endParaRPr>
          </a:p>
          <a:p>
            <a:pPr marL="457200" indent="-457200" algn="just" defTabSz="457200">
              <a:lnSpc>
                <a:spcPct val="100000"/>
              </a:lnSpc>
              <a:spcBef>
                <a:spcPts val="1001"/>
              </a:spcBef>
              <a:buClr>
                <a:srgbClr val="a53010"/>
              </a:buClr>
              <a:buFont typeface="Arial"/>
              <a:buChar char="•"/>
              <a:tabLst>
                <a:tab algn="l" pos="0"/>
              </a:tabLst>
            </a:pPr>
            <a:r>
              <a:rPr b="0" lang="en-US" sz="2000" spc="-1" strike="noStrike">
                <a:solidFill>
                  <a:schemeClr val="dk1">
                    <a:lumMod val="75000"/>
                    <a:lumOff val="25000"/>
                  </a:schemeClr>
                </a:solidFill>
                <a:latin typeface="Century Gothic"/>
              </a:rPr>
              <a:t>Proportioning the key ingredients of concrete whose proportions determine the final hardened concrete strength for a given water-cement ratio. It is more accurate to batch by weight than by volume</a:t>
            </a:r>
            <a:endParaRPr b="0" lang="en-US" sz="2000" spc="-1" strike="noStrike">
              <a:solidFill>
                <a:schemeClr val="dk1">
                  <a:lumMod val="75000"/>
                  <a:lumOff val="25000"/>
                </a:schemeClr>
              </a:solidFill>
              <a:latin typeface="Century Gothic"/>
            </a:endParaRPr>
          </a:p>
          <a:p>
            <a:pPr marL="457200" indent="-457200" algn="just" defTabSz="457200">
              <a:lnSpc>
                <a:spcPct val="100000"/>
              </a:lnSpc>
              <a:spcBef>
                <a:spcPts val="1001"/>
              </a:spcBef>
              <a:buClr>
                <a:srgbClr val="a53010"/>
              </a:buClr>
              <a:buFont typeface="Arial"/>
              <a:buChar char="•"/>
              <a:tabLst>
                <a:tab algn="l" pos="0"/>
              </a:tabLst>
            </a:pPr>
            <a:r>
              <a:rPr b="0" lang="en-US" sz="2000" spc="-1" strike="noStrike">
                <a:solidFill>
                  <a:schemeClr val="dk1">
                    <a:lumMod val="75000"/>
                    <a:lumOff val="25000"/>
                  </a:schemeClr>
                </a:solidFill>
                <a:latin typeface="Century Gothic"/>
              </a:rPr>
              <a:t>Large construction sites have </a:t>
            </a:r>
            <a:r>
              <a:rPr b="1" lang="en-US" sz="2000" spc="-1" strike="noStrike">
                <a:solidFill>
                  <a:schemeClr val="dk1">
                    <a:lumMod val="75000"/>
                    <a:lumOff val="25000"/>
                  </a:schemeClr>
                </a:solidFill>
                <a:latin typeface="Century Gothic"/>
              </a:rPr>
              <a:t>Batching Plants</a:t>
            </a:r>
            <a:r>
              <a:rPr b="0" lang="en-US" sz="2000" spc="-1" strike="noStrike">
                <a:solidFill>
                  <a:schemeClr val="dk1">
                    <a:lumMod val="75000"/>
                    <a:lumOff val="25000"/>
                  </a:schemeClr>
                </a:solidFill>
                <a:latin typeface="Century Gothic"/>
              </a:rPr>
              <a:t> where the different ingredients are weighed in suitable proportions before mixing to make concrete</a:t>
            </a:r>
            <a:endParaRPr b="0" lang="en-US" sz="2000" spc="-1" strike="noStrike">
              <a:solidFill>
                <a:schemeClr val="dk1">
                  <a:lumMod val="75000"/>
                  <a:lumOff val="25000"/>
                </a:schemeClr>
              </a:solidFill>
              <a:latin typeface="Century Gothic"/>
            </a:endParaRPr>
          </a:p>
          <a:p>
            <a:pPr marL="457200" indent="-457200" algn="just" defTabSz="457200">
              <a:lnSpc>
                <a:spcPct val="100000"/>
              </a:lnSpc>
              <a:spcBef>
                <a:spcPts val="1001"/>
              </a:spcBef>
              <a:buClr>
                <a:srgbClr val="a53010"/>
              </a:buClr>
              <a:buFont typeface="Arial"/>
              <a:buChar char="•"/>
              <a:tabLst>
                <a:tab algn="l" pos="0"/>
              </a:tabLst>
            </a:pPr>
            <a:r>
              <a:rPr b="0" lang="en-US" sz="2000" spc="-1" strike="noStrike">
                <a:solidFill>
                  <a:schemeClr val="dk1">
                    <a:lumMod val="75000"/>
                    <a:lumOff val="25000"/>
                  </a:schemeClr>
                </a:solidFill>
                <a:latin typeface="Century Gothic"/>
              </a:rPr>
              <a:t>For a given water-cement ratio, and assuming no use of admixtures, the strength of hardened concrete is determined from the ratios of the proportions of the ingredients and the process of determining these ratios or the method of mixing selection is referred to as </a:t>
            </a:r>
            <a:r>
              <a:rPr b="1" lang="en-US" sz="2000" spc="-1" strike="noStrike">
                <a:solidFill>
                  <a:schemeClr val="dk1">
                    <a:lumMod val="75000"/>
                    <a:lumOff val="25000"/>
                  </a:schemeClr>
                </a:solidFill>
                <a:latin typeface="Century Gothic"/>
              </a:rPr>
              <a:t>Mix Design</a:t>
            </a:r>
            <a:endParaRPr b="0" lang="en-US" sz="2000" spc="-1" strike="noStrike">
              <a:solidFill>
                <a:schemeClr val="dk1">
                  <a:lumMod val="75000"/>
                  <a:lumOff val="25000"/>
                </a:schemeClr>
              </a:solidFill>
              <a:latin typeface="Century Gothic"/>
            </a:endParaRPr>
          </a:p>
          <a:p>
            <a:pPr marL="457200" indent="-457200" algn="just" defTabSz="457200">
              <a:lnSpc>
                <a:spcPct val="100000"/>
              </a:lnSpc>
              <a:spcBef>
                <a:spcPts val="1001"/>
              </a:spcBef>
              <a:buClr>
                <a:srgbClr val="a53010"/>
              </a:buClr>
              <a:buFont typeface="Arial"/>
              <a:buChar char="•"/>
              <a:tabLst>
                <a:tab algn="l" pos="0"/>
              </a:tabLst>
            </a:pPr>
            <a:r>
              <a:rPr b="0" lang="en-US" sz="2000" spc="-1" strike="noStrike">
                <a:solidFill>
                  <a:schemeClr val="dk1">
                    <a:lumMod val="75000"/>
                    <a:lumOff val="25000"/>
                  </a:schemeClr>
                </a:solidFill>
                <a:latin typeface="Century Gothic"/>
              </a:rPr>
              <a:t>We normally refer to the class of concrete which is the</a:t>
            </a:r>
            <a:r>
              <a:rPr b="1" lang="en-US" sz="2000" spc="-1" strike="noStrike">
                <a:solidFill>
                  <a:schemeClr val="dk1">
                    <a:lumMod val="75000"/>
                    <a:lumOff val="25000"/>
                  </a:schemeClr>
                </a:solidFill>
                <a:latin typeface="Century Gothic"/>
              </a:rPr>
              <a:t> Compressive Strength </a:t>
            </a:r>
            <a:r>
              <a:rPr b="0" lang="en-US" sz="2000" spc="-1" strike="noStrike">
                <a:solidFill>
                  <a:schemeClr val="dk1">
                    <a:lumMod val="75000"/>
                    <a:lumOff val="25000"/>
                  </a:schemeClr>
                </a:solidFill>
                <a:latin typeface="Century Gothic"/>
              </a:rPr>
              <a:t>of concrete in N/MM</a:t>
            </a:r>
            <a:r>
              <a:rPr b="0" lang="en-US" sz="2000" spc="-1" strike="noStrike" baseline="30000">
                <a:solidFill>
                  <a:schemeClr val="dk1">
                    <a:lumMod val="75000"/>
                    <a:lumOff val="25000"/>
                  </a:schemeClr>
                </a:solidFill>
                <a:latin typeface="Century Gothic"/>
              </a:rPr>
              <a:t>2</a:t>
            </a:r>
            <a:r>
              <a:rPr b="0" lang="en-US" sz="2000" spc="-1" strike="noStrike">
                <a:solidFill>
                  <a:schemeClr val="dk1">
                    <a:lumMod val="75000"/>
                    <a:lumOff val="25000"/>
                  </a:schemeClr>
                </a:solidFill>
                <a:latin typeface="Century Gothic"/>
              </a:rPr>
              <a:t>. For example, class 20 is compressive strength of concrete that is equivalent to 20N/MM</a:t>
            </a:r>
            <a:r>
              <a:rPr b="0" lang="en-US" sz="2000" spc="-1" strike="noStrike" baseline="30000">
                <a:solidFill>
                  <a:schemeClr val="dk1">
                    <a:lumMod val="75000"/>
                    <a:lumOff val="25000"/>
                  </a:schemeClr>
                </a:solidFill>
                <a:latin typeface="Century Gothic"/>
              </a:rPr>
              <a:t>2</a:t>
            </a:r>
            <a:endParaRPr b="0" lang="en-US" sz="2000" spc="-1" strike="noStrike">
              <a:solidFill>
                <a:schemeClr val="dk1">
                  <a:lumMod val="75000"/>
                  <a:lumOff val="25000"/>
                </a:schemeClr>
              </a:solidFill>
              <a:latin typeface="Century Gothic"/>
            </a:endParaRPr>
          </a:p>
          <a:p>
            <a:pPr marL="457200" indent="-457200" algn="just" defTabSz="457200">
              <a:lnSpc>
                <a:spcPct val="100000"/>
              </a:lnSpc>
              <a:spcBef>
                <a:spcPts val="1001"/>
              </a:spcBef>
              <a:buClr>
                <a:srgbClr val="a53010"/>
              </a:buClr>
              <a:buFont typeface="Arial"/>
              <a:buChar char="•"/>
              <a:tabLst>
                <a:tab algn="l" pos="0"/>
              </a:tabLst>
            </a:pPr>
            <a:r>
              <a:rPr b="1" lang="en-US" sz="2000" spc="-1" strike="noStrike" u="sng">
                <a:solidFill>
                  <a:schemeClr val="dk1">
                    <a:lumMod val="75000"/>
                    <a:lumOff val="25000"/>
                  </a:schemeClr>
                </a:solidFill>
                <a:uFillTx/>
                <a:latin typeface="Century Gothic"/>
              </a:rPr>
              <a:t>Concrete class is hardened concrete compressive strength in N/MM</a:t>
            </a:r>
            <a:r>
              <a:rPr b="1" lang="en-US" sz="2000" spc="-1" strike="noStrike" u="sng" baseline="30000">
                <a:solidFill>
                  <a:schemeClr val="dk1">
                    <a:lumMod val="75000"/>
                    <a:lumOff val="25000"/>
                  </a:schemeClr>
                </a:solidFill>
                <a:uFillTx/>
                <a:latin typeface="Century Gothic"/>
              </a:rPr>
              <a:t>2</a:t>
            </a:r>
            <a:r>
              <a:rPr b="1" lang="en-US" sz="2000" spc="-1" strike="noStrike" u="sng">
                <a:solidFill>
                  <a:schemeClr val="dk1">
                    <a:lumMod val="75000"/>
                    <a:lumOff val="25000"/>
                  </a:schemeClr>
                </a:solidFill>
                <a:uFillTx/>
                <a:latin typeface="Century Gothic"/>
              </a:rPr>
              <a:t>.</a:t>
            </a:r>
            <a:endParaRPr b="0" lang="en-US" sz="2000" spc="-1" strike="noStrike">
              <a:solidFill>
                <a:schemeClr val="dk1">
                  <a:lumMod val="75000"/>
                  <a:lumOff val="25000"/>
                </a:schemeClr>
              </a:solidFill>
              <a:latin typeface="Century Gothic"/>
            </a:endParaRPr>
          </a:p>
        </p:txBody>
      </p:sp>
      <p:sp>
        <p:nvSpPr>
          <p:cNvPr id="692" name="PlaceHolder 3"/>
          <p:cNvSpPr>
            <a:spLocks noGrp="1"/>
          </p:cNvSpPr>
          <p:nvPr>
            <p:ph type="sldNum" idx="58"/>
          </p:nvPr>
        </p:nvSpPr>
        <p:spPr>
          <a:xfrm>
            <a:off x="531720" y="78768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feffff"/>
              </a:solidFill>
              <a:latin typeface="Century Gothic"/>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3" name="PlaceHolder 1"/>
          <p:cNvSpPr>
            <a:spLocks noGrp="1"/>
          </p:cNvSpPr>
          <p:nvPr>
            <p:ph type="title"/>
          </p:nvPr>
        </p:nvSpPr>
        <p:spPr>
          <a:xfrm>
            <a:off x="1994400" y="264960"/>
            <a:ext cx="8229240" cy="522720"/>
          </a:xfrm>
          <a:prstGeom prst="rect">
            <a:avLst/>
          </a:prstGeom>
          <a:noFill/>
          <a:ln w="0">
            <a:noFill/>
          </a:ln>
        </p:spPr>
        <p:txBody>
          <a:bodyPr lIns="91440" rIns="91440" tIns="45720" bIns="45720" anchor="t">
            <a:normAutofit fontScale="72557"/>
          </a:bodyPr>
          <a:p>
            <a:pPr indent="0" algn="ctr" defTabSz="457200">
              <a:lnSpc>
                <a:spcPct val="100000"/>
              </a:lnSpc>
              <a:buNone/>
            </a:pPr>
            <a:r>
              <a:rPr b="1" lang="en-US" sz="4000" spc="-1" strike="noStrike">
                <a:solidFill>
                  <a:srgbClr val="d95900"/>
                </a:solidFill>
                <a:latin typeface="Arial"/>
              </a:rPr>
              <a:t>Batching</a:t>
            </a:r>
            <a:endParaRPr b="0" lang="en-US" sz="4000" spc="-1" strike="noStrike">
              <a:solidFill>
                <a:schemeClr val="dk1"/>
              </a:solidFill>
              <a:latin typeface="Century Gothic"/>
            </a:endParaRPr>
          </a:p>
        </p:txBody>
      </p:sp>
      <p:sp>
        <p:nvSpPr>
          <p:cNvPr id="694" name="PlaceHolder 2"/>
          <p:cNvSpPr>
            <a:spLocks noGrp="1"/>
          </p:cNvSpPr>
          <p:nvPr>
            <p:ph type="sldNum" idx="59"/>
          </p:nvPr>
        </p:nvSpPr>
        <p:spPr>
          <a:xfrm>
            <a:off x="531720" y="787680"/>
            <a:ext cx="779400" cy="364680"/>
          </a:xfrm>
          <a:prstGeom prst="rect">
            <a:avLst/>
          </a:prstGeom>
          <a:noFill/>
          <a:ln w="0">
            <a:noFill/>
          </a:ln>
        </p:spPr>
        <p:txBody>
          <a:bodyPr lIns="91440" rIns="91440" tIns="45720" bIns="45720" anchor="ctr">
            <a:noAutofit/>
          </a:bodyPr>
          <a:p>
            <a:pPr indent="0">
              <a:buNone/>
            </a:pPr>
            <a:endParaRPr b="0" lang="en-US" sz="2000" spc="-1" strike="noStrike">
              <a:solidFill>
                <a:srgbClr val="feffff"/>
              </a:solidFill>
              <a:latin typeface="Century Gothic"/>
            </a:endParaRPr>
          </a:p>
        </p:txBody>
      </p:sp>
      <p:graphicFrame>
        <p:nvGraphicFramePr>
          <p:cNvPr id="695" name="Table 1"/>
          <p:cNvGraphicFramePr/>
          <p:nvPr/>
        </p:nvGraphicFramePr>
        <p:xfrm>
          <a:off x="1073160" y="1152360"/>
          <a:ext cx="10674000" cy="4854240"/>
        </p:xfrm>
        <a:graphic>
          <a:graphicData uri="http://schemas.openxmlformats.org/drawingml/2006/table">
            <a:tbl>
              <a:tblPr/>
              <a:tblGrid>
                <a:gridCol w="2134800"/>
                <a:gridCol w="2134800"/>
                <a:gridCol w="2134800"/>
                <a:gridCol w="2134800"/>
                <a:gridCol w="2134800"/>
              </a:tblGrid>
              <a:tr h="970560">
                <a:tc>
                  <a:txBody>
                    <a:bodyPr anchor="t">
                      <a:noAutofit/>
                    </a:bodyPr>
                    <a:p>
                      <a:pPr algn="ctr" defTabSz="457200">
                        <a:lnSpc>
                          <a:spcPct val="100000"/>
                        </a:lnSpc>
                      </a:pPr>
                      <a:r>
                        <a:rPr b="1" lang="en-US" sz="1800" spc="-1" strike="noStrike">
                          <a:solidFill>
                            <a:schemeClr val="lt1"/>
                          </a:solidFill>
                          <a:latin typeface="Century Gothic"/>
                        </a:rPr>
                        <a:t>Concrete Class</a:t>
                      </a:r>
                      <a:endParaRPr b="0" lang="en-US" sz="1800" spc="-1" strike="noStrike">
                        <a:solidFill>
                          <a:srgbClr val="ffffff"/>
                        </a:solidFill>
                        <a:latin typeface="Arial"/>
                      </a:endParaRPr>
                    </a:p>
                    <a:p>
                      <a:pPr algn="ctr" defTabSz="457200">
                        <a:lnSpc>
                          <a:spcPct val="100000"/>
                        </a:lnSpc>
                      </a:pPr>
                      <a:r>
                        <a:rPr b="1" lang="en-US" sz="1800" spc="-1" strike="noStrike">
                          <a:solidFill>
                            <a:schemeClr val="lt1"/>
                          </a:solidFill>
                          <a:latin typeface="Century Gothic"/>
                        </a:rPr>
                        <a:t>N/MM</a:t>
                      </a:r>
                      <a:r>
                        <a:rPr b="1" lang="en-US" sz="1800" spc="-1" strike="noStrike" baseline="30000">
                          <a:solidFill>
                            <a:schemeClr val="lt1"/>
                          </a:solidFill>
                          <a:latin typeface="Century Gothic"/>
                        </a:rPr>
                        <a:t>2</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algn="ctr" defTabSz="457200">
                        <a:lnSpc>
                          <a:spcPct val="100000"/>
                        </a:lnSpc>
                      </a:pPr>
                      <a:r>
                        <a:rPr b="1" lang="en-US" sz="1800" spc="-1" strike="noStrike">
                          <a:solidFill>
                            <a:schemeClr val="lt1"/>
                          </a:solidFill>
                          <a:latin typeface="Century Gothic"/>
                        </a:rPr>
                        <a:t>Ratio</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algn="ctr" defTabSz="457200">
                        <a:lnSpc>
                          <a:spcPct val="100000"/>
                        </a:lnSpc>
                      </a:pPr>
                      <a:r>
                        <a:rPr b="1" lang="en-US" sz="1800" spc="-1" strike="noStrike">
                          <a:solidFill>
                            <a:schemeClr val="lt1"/>
                          </a:solidFill>
                          <a:latin typeface="Century Gothic"/>
                        </a:rPr>
                        <a:t>Cement</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algn="ctr" defTabSz="457200">
                        <a:lnSpc>
                          <a:spcPct val="100000"/>
                        </a:lnSpc>
                      </a:pPr>
                      <a:r>
                        <a:rPr b="1" lang="en-US" sz="1800" spc="-1" strike="noStrike">
                          <a:solidFill>
                            <a:schemeClr val="lt1"/>
                          </a:solidFill>
                          <a:latin typeface="Century Gothic"/>
                        </a:rPr>
                        <a:t>Fine Aggregate</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algn="ctr" defTabSz="457200">
                        <a:lnSpc>
                          <a:spcPct val="100000"/>
                        </a:lnSpc>
                      </a:pPr>
                      <a:r>
                        <a:rPr b="1" lang="en-US" sz="1800" spc="-1" strike="noStrike">
                          <a:solidFill>
                            <a:schemeClr val="lt1"/>
                          </a:solidFill>
                          <a:latin typeface="Century Gothic"/>
                        </a:rPr>
                        <a:t>Coarse Aggregate</a:t>
                      </a:r>
                      <a:endParaRPr b="0" lang="en-US" sz="180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970560">
                <a:tc>
                  <a:txBody>
                    <a:bodyPr anchor="t">
                      <a:noAutofit/>
                    </a:bodyPr>
                    <a:p>
                      <a:pPr algn="ctr" defTabSz="457200">
                        <a:lnSpc>
                          <a:spcPct val="100000"/>
                        </a:lnSpc>
                      </a:pPr>
                      <a:r>
                        <a:rPr b="1" lang="en-US" sz="3200" spc="-1" strike="noStrike">
                          <a:solidFill>
                            <a:schemeClr val="dk1"/>
                          </a:solidFill>
                          <a:latin typeface="Century Gothic"/>
                        </a:rPr>
                        <a:t>20</a:t>
                      </a:r>
                      <a:endParaRPr b="0" lang="en-US" sz="3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algn="ctr" defTabSz="457200">
                        <a:lnSpc>
                          <a:spcPct val="100000"/>
                        </a:lnSpc>
                      </a:pPr>
                      <a:r>
                        <a:rPr b="0" lang="en-US" sz="3200" spc="-1" strike="noStrike">
                          <a:solidFill>
                            <a:schemeClr val="dk1"/>
                          </a:solidFill>
                          <a:latin typeface="Century Gothic"/>
                        </a:rPr>
                        <a:t>1:2:4</a:t>
                      </a:r>
                      <a:endParaRPr b="0" lang="en-US" sz="3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algn="ctr" defTabSz="457200">
                        <a:lnSpc>
                          <a:spcPct val="100000"/>
                        </a:lnSpc>
                      </a:pPr>
                      <a:r>
                        <a:rPr b="0" lang="en-US" sz="3200" spc="-1" strike="noStrike">
                          <a:solidFill>
                            <a:schemeClr val="dk1"/>
                          </a:solidFill>
                          <a:latin typeface="Century Gothic"/>
                        </a:rPr>
                        <a:t>1</a:t>
                      </a:r>
                      <a:endParaRPr b="0" lang="en-US" sz="3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algn="ctr" defTabSz="457200">
                        <a:lnSpc>
                          <a:spcPct val="100000"/>
                        </a:lnSpc>
                      </a:pPr>
                      <a:r>
                        <a:rPr b="0" lang="en-US" sz="3200" spc="-1" strike="noStrike">
                          <a:solidFill>
                            <a:schemeClr val="dk1"/>
                          </a:solidFill>
                          <a:latin typeface="Century Gothic"/>
                        </a:rPr>
                        <a:t>2</a:t>
                      </a:r>
                      <a:endParaRPr b="0" lang="en-US" sz="3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algn="ctr" defTabSz="457200">
                        <a:lnSpc>
                          <a:spcPct val="100000"/>
                        </a:lnSpc>
                      </a:pPr>
                      <a:r>
                        <a:rPr b="0" lang="en-US" sz="3200" spc="-1" strike="noStrike">
                          <a:solidFill>
                            <a:schemeClr val="dk1"/>
                          </a:solidFill>
                          <a:latin typeface="Century Gothic"/>
                        </a:rPr>
                        <a:t>4</a:t>
                      </a:r>
                      <a:endParaRPr b="0" lang="en-US" sz="3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970560">
                <a:tc>
                  <a:txBody>
                    <a:bodyPr anchor="t">
                      <a:noAutofit/>
                    </a:bodyPr>
                    <a:p>
                      <a:pPr algn="ctr" defTabSz="457200">
                        <a:lnSpc>
                          <a:spcPct val="100000"/>
                        </a:lnSpc>
                      </a:pPr>
                      <a:r>
                        <a:rPr b="1" lang="en-US" sz="3200" spc="-1" strike="noStrike">
                          <a:solidFill>
                            <a:schemeClr val="dk1"/>
                          </a:solidFill>
                          <a:latin typeface="Century Gothic"/>
                        </a:rPr>
                        <a:t>25</a:t>
                      </a:r>
                      <a:endParaRPr b="0" lang="en-US" sz="3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algn="ctr" defTabSz="457200">
                        <a:lnSpc>
                          <a:spcPct val="100000"/>
                        </a:lnSpc>
                      </a:pPr>
                      <a:r>
                        <a:rPr b="0" lang="en-US" sz="3200" spc="-1" strike="noStrike">
                          <a:solidFill>
                            <a:schemeClr val="dk1"/>
                          </a:solidFill>
                          <a:latin typeface="Century Gothic"/>
                        </a:rPr>
                        <a:t>1:1.5:3</a:t>
                      </a:r>
                      <a:endParaRPr b="0" lang="en-US" sz="3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algn="ctr" defTabSz="457200">
                        <a:lnSpc>
                          <a:spcPct val="100000"/>
                        </a:lnSpc>
                      </a:pPr>
                      <a:r>
                        <a:rPr b="0" lang="en-US" sz="3200" spc="-1" strike="noStrike">
                          <a:solidFill>
                            <a:schemeClr val="dk1"/>
                          </a:solidFill>
                          <a:latin typeface="Century Gothic"/>
                        </a:rPr>
                        <a:t>1</a:t>
                      </a:r>
                      <a:endParaRPr b="0" lang="en-US" sz="3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algn="ctr" defTabSz="457200">
                        <a:lnSpc>
                          <a:spcPct val="100000"/>
                        </a:lnSpc>
                      </a:pPr>
                      <a:r>
                        <a:rPr b="0" lang="en-US" sz="3200" spc="-1" strike="noStrike">
                          <a:solidFill>
                            <a:schemeClr val="dk1"/>
                          </a:solidFill>
                          <a:latin typeface="Century Gothic"/>
                        </a:rPr>
                        <a:t>1.5</a:t>
                      </a:r>
                      <a:endParaRPr b="0" lang="en-US" sz="3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algn="ctr" defTabSz="457200">
                        <a:lnSpc>
                          <a:spcPct val="100000"/>
                        </a:lnSpc>
                      </a:pPr>
                      <a:r>
                        <a:rPr b="0" lang="en-US" sz="3200" spc="-1" strike="noStrike">
                          <a:solidFill>
                            <a:schemeClr val="dk1"/>
                          </a:solidFill>
                          <a:latin typeface="Century Gothic"/>
                        </a:rPr>
                        <a:t>3</a:t>
                      </a:r>
                      <a:endParaRPr b="0" lang="en-US" sz="3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970560">
                <a:tc>
                  <a:txBody>
                    <a:bodyPr anchor="t">
                      <a:noAutofit/>
                    </a:bodyPr>
                    <a:p>
                      <a:pPr algn="ctr" defTabSz="457200">
                        <a:lnSpc>
                          <a:spcPct val="100000"/>
                        </a:lnSpc>
                      </a:pPr>
                      <a:r>
                        <a:rPr b="1" lang="en-US" sz="3200" spc="-1" strike="noStrike">
                          <a:solidFill>
                            <a:schemeClr val="dk1"/>
                          </a:solidFill>
                          <a:latin typeface="Century Gothic"/>
                        </a:rPr>
                        <a:t>30</a:t>
                      </a:r>
                      <a:endParaRPr b="0" lang="en-US" sz="3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algn="ctr" defTabSz="457200">
                        <a:lnSpc>
                          <a:spcPct val="100000"/>
                        </a:lnSpc>
                      </a:pPr>
                      <a:r>
                        <a:rPr b="0" lang="en-US" sz="3200" spc="-1" strike="noStrike">
                          <a:solidFill>
                            <a:schemeClr val="dk1"/>
                          </a:solidFill>
                          <a:latin typeface="Century Gothic"/>
                        </a:rPr>
                        <a:t>1:1.5:2</a:t>
                      </a:r>
                      <a:endParaRPr b="0" lang="en-US" sz="3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algn="ctr" defTabSz="457200">
                        <a:lnSpc>
                          <a:spcPct val="100000"/>
                        </a:lnSpc>
                      </a:pPr>
                      <a:r>
                        <a:rPr b="0" lang="en-US" sz="3200" spc="-1" strike="noStrike">
                          <a:solidFill>
                            <a:schemeClr val="dk1"/>
                          </a:solidFill>
                          <a:latin typeface="Century Gothic"/>
                        </a:rPr>
                        <a:t>1</a:t>
                      </a:r>
                      <a:endParaRPr b="0" lang="en-US" sz="3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algn="ctr" defTabSz="457200">
                        <a:lnSpc>
                          <a:spcPct val="100000"/>
                        </a:lnSpc>
                      </a:pPr>
                      <a:r>
                        <a:rPr b="0" lang="en-US" sz="3200" spc="-1" strike="noStrike">
                          <a:solidFill>
                            <a:schemeClr val="dk1"/>
                          </a:solidFill>
                          <a:latin typeface="Century Gothic"/>
                        </a:rPr>
                        <a:t>1.5</a:t>
                      </a:r>
                      <a:endParaRPr b="0" lang="en-US" sz="3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algn="ctr" defTabSz="457200">
                        <a:lnSpc>
                          <a:spcPct val="100000"/>
                        </a:lnSpc>
                      </a:pPr>
                      <a:r>
                        <a:rPr b="0" lang="en-US" sz="3200" spc="-1" strike="noStrike">
                          <a:solidFill>
                            <a:schemeClr val="dk1"/>
                          </a:solidFill>
                          <a:latin typeface="Century Gothic"/>
                        </a:rPr>
                        <a:t>2</a:t>
                      </a:r>
                      <a:endParaRPr b="0" lang="en-US" sz="3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970560">
                <a:tc>
                  <a:txBody>
                    <a:bodyPr anchor="t">
                      <a:noAutofit/>
                    </a:bodyPr>
                    <a:p>
                      <a:pPr algn="ctr" defTabSz="457200">
                        <a:lnSpc>
                          <a:spcPct val="100000"/>
                        </a:lnSpc>
                      </a:pPr>
                      <a:r>
                        <a:rPr b="1" lang="en-US" sz="3200" spc="-1" strike="noStrike">
                          <a:solidFill>
                            <a:schemeClr val="dk1"/>
                          </a:solidFill>
                          <a:latin typeface="Century Gothic"/>
                        </a:rPr>
                        <a:t>35</a:t>
                      </a:r>
                      <a:endParaRPr b="0" lang="en-US" sz="3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algn="ctr" defTabSz="457200">
                        <a:lnSpc>
                          <a:spcPct val="100000"/>
                        </a:lnSpc>
                      </a:pPr>
                      <a:r>
                        <a:rPr b="0" lang="en-US" sz="3200" spc="-1" strike="noStrike">
                          <a:solidFill>
                            <a:schemeClr val="dk1"/>
                          </a:solidFill>
                          <a:latin typeface="Century Gothic"/>
                        </a:rPr>
                        <a:t>1:1:2</a:t>
                      </a:r>
                      <a:endParaRPr b="0" lang="en-US" sz="3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algn="ctr" defTabSz="457200">
                        <a:lnSpc>
                          <a:spcPct val="100000"/>
                        </a:lnSpc>
                      </a:pPr>
                      <a:r>
                        <a:rPr b="0" lang="en-US" sz="3200" spc="-1" strike="noStrike">
                          <a:solidFill>
                            <a:schemeClr val="dk1"/>
                          </a:solidFill>
                          <a:latin typeface="Century Gothic"/>
                        </a:rPr>
                        <a:t>1</a:t>
                      </a:r>
                      <a:endParaRPr b="0" lang="en-US" sz="3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algn="ctr" defTabSz="457200">
                        <a:lnSpc>
                          <a:spcPct val="100000"/>
                        </a:lnSpc>
                      </a:pPr>
                      <a:r>
                        <a:rPr b="0" lang="en-US" sz="3200" spc="-1" strike="noStrike">
                          <a:solidFill>
                            <a:schemeClr val="dk1"/>
                          </a:solidFill>
                          <a:latin typeface="Century Gothic"/>
                        </a:rPr>
                        <a:t>1</a:t>
                      </a:r>
                      <a:endParaRPr b="0" lang="en-US" sz="3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algn="ctr" defTabSz="457200">
                        <a:lnSpc>
                          <a:spcPct val="100000"/>
                        </a:lnSpc>
                      </a:pPr>
                      <a:r>
                        <a:rPr b="0" lang="en-US" sz="3200" spc="-1" strike="noStrike">
                          <a:solidFill>
                            <a:schemeClr val="dk1"/>
                          </a:solidFill>
                          <a:latin typeface="Century Gothic"/>
                        </a:rPr>
                        <a:t>2</a:t>
                      </a:r>
                      <a:endParaRPr b="0" lang="en-US" sz="320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bl>
          </a:graphicData>
        </a:graphic>
      </p:graphicFrame>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6" name="PlaceHolder 1"/>
          <p:cNvSpPr>
            <a:spLocks noGrp="1"/>
          </p:cNvSpPr>
          <p:nvPr>
            <p:ph type="title"/>
          </p:nvPr>
        </p:nvSpPr>
        <p:spPr>
          <a:xfrm>
            <a:off x="2351160" y="189000"/>
            <a:ext cx="7772040" cy="883800"/>
          </a:xfrm>
          <a:prstGeom prst="rect">
            <a:avLst/>
          </a:prstGeom>
          <a:noFill/>
          <a:ln w="0">
            <a:noFill/>
          </a:ln>
        </p:spPr>
        <p:txBody>
          <a:bodyPr lIns="90360" rIns="90360" tIns="44280" bIns="44280" anchor="t">
            <a:normAutofit/>
          </a:bodyPr>
          <a:p>
            <a:pPr indent="0" defTabSz="457200">
              <a:lnSpc>
                <a:spcPct val="100000"/>
              </a:lnSpc>
              <a:buNone/>
            </a:pPr>
            <a:r>
              <a:rPr b="1" lang="en-US" sz="4000" spc="-1" strike="noStrike">
                <a:solidFill>
                  <a:srgbClr val="d95900"/>
                </a:solidFill>
                <a:latin typeface="Arial"/>
              </a:rPr>
              <a:t>Batching Plants</a:t>
            </a:r>
            <a:endParaRPr b="0" lang="en-US" sz="4000" spc="-1" strike="noStrike">
              <a:solidFill>
                <a:schemeClr val="dk1"/>
              </a:solidFill>
              <a:latin typeface="Century Gothic"/>
            </a:endParaRPr>
          </a:p>
        </p:txBody>
      </p:sp>
      <p:sp>
        <p:nvSpPr>
          <p:cNvPr id="697" name="PlaceHolder 2"/>
          <p:cNvSpPr>
            <a:spLocks noGrp="1"/>
          </p:cNvSpPr>
          <p:nvPr>
            <p:ph/>
          </p:nvPr>
        </p:nvSpPr>
        <p:spPr>
          <a:xfrm>
            <a:off x="1991520" y="1280160"/>
            <a:ext cx="9806760" cy="5112000"/>
          </a:xfrm>
          <a:prstGeom prst="rect">
            <a:avLst/>
          </a:prstGeom>
          <a:noFill/>
          <a:ln w="0">
            <a:noFill/>
          </a:ln>
        </p:spPr>
        <p:txBody>
          <a:bodyPr lIns="90360" rIns="90360" tIns="44280" bIns="44280" anchor="t">
            <a:normAutofit/>
          </a:bodyPr>
          <a:p>
            <a:pPr marL="457200" indent="-457200" defTabSz="457200">
              <a:lnSpc>
                <a:spcPct val="100000"/>
              </a:lnSpc>
              <a:spcBef>
                <a:spcPts val="1001"/>
              </a:spcBef>
              <a:buClr>
                <a:srgbClr val="a53010"/>
              </a:buClr>
              <a:buFont typeface="Arial"/>
              <a:buChar char="•"/>
            </a:pPr>
            <a:r>
              <a:rPr b="0" lang="en-US" sz="2800" spc="-1" strike="noStrike">
                <a:solidFill>
                  <a:schemeClr val="dk1">
                    <a:lumMod val="75000"/>
                    <a:lumOff val="25000"/>
                  </a:schemeClr>
                </a:solidFill>
                <a:latin typeface="Century Gothic"/>
              </a:rPr>
              <a:t>Small plants loaded by hand using shovels</a:t>
            </a:r>
            <a:endParaRPr b="0" lang="en-US" sz="2800" spc="-1" strike="noStrike">
              <a:solidFill>
                <a:schemeClr val="dk1">
                  <a:lumMod val="75000"/>
                  <a:lumOff val="25000"/>
                </a:schemeClr>
              </a:solidFill>
              <a:latin typeface="Century Gothic"/>
            </a:endParaRPr>
          </a:p>
          <a:p>
            <a:pPr marL="457200" indent="-457200" defTabSz="457200">
              <a:lnSpc>
                <a:spcPct val="100000"/>
              </a:lnSpc>
              <a:spcBef>
                <a:spcPts val="1001"/>
              </a:spcBef>
              <a:buClr>
                <a:srgbClr val="a53010"/>
              </a:buClr>
              <a:buFont typeface="Arial"/>
              <a:buChar char="•"/>
            </a:pPr>
            <a:r>
              <a:rPr b="0" lang="en-US" sz="2800" spc="-1" strike="noStrike">
                <a:solidFill>
                  <a:schemeClr val="dk1">
                    <a:lumMod val="75000"/>
                    <a:lumOff val="25000"/>
                  </a:schemeClr>
                </a:solidFill>
                <a:latin typeface="Century Gothic"/>
              </a:rPr>
              <a:t>Larger plants use mechanical loading such as hand scrapers, booms, bucket draglines or front end loaders for loading hoppers</a:t>
            </a:r>
            <a:endParaRPr b="0" lang="en-US" sz="2800" spc="-1" strike="noStrike">
              <a:solidFill>
                <a:schemeClr val="dk1">
                  <a:lumMod val="75000"/>
                  <a:lumOff val="25000"/>
                </a:schemeClr>
              </a:solidFill>
              <a:latin typeface="Century Gothic"/>
            </a:endParaRPr>
          </a:p>
          <a:p>
            <a:pPr marL="457200" indent="-457200" defTabSz="457200">
              <a:lnSpc>
                <a:spcPct val="100000"/>
              </a:lnSpc>
              <a:spcBef>
                <a:spcPts val="1001"/>
              </a:spcBef>
              <a:buClr>
                <a:srgbClr val="a53010"/>
              </a:buClr>
              <a:buFont typeface="Arial"/>
              <a:buChar char="•"/>
            </a:pPr>
            <a:r>
              <a:rPr b="0" lang="en-US" sz="2800" spc="-1" strike="noStrike">
                <a:solidFill>
                  <a:schemeClr val="dk1">
                    <a:lumMod val="75000"/>
                    <a:lumOff val="25000"/>
                  </a:schemeClr>
                </a:solidFill>
                <a:latin typeface="Century Gothic"/>
              </a:rPr>
              <a:t>Aggregates are weighed using load cells or lever arms</a:t>
            </a:r>
            <a:endParaRPr b="0" lang="en-US" sz="2800" spc="-1" strike="noStrike">
              <a:solidFill>
                <a:schemeClr val="dk1">
                  <a:lumMod val="75000"/>
                  <a:lumOff val="25000"/>
                </a:schemeClr>
              </a:solidFill>
              <a:latin typeface="Century Gothic"/>
            </a:endParaRPr>
          </a:p>
          <a:p>
            <a:pPr marL="457200" indent="-457200" defTabSz="457200">
              <a:lnSpc>
                <a:spcPct val="100000"/>
              </a:lnSpc>
              <a:spcBef>
                <a:spcPts val="1001"/>
              </a:spcBef>
              <a:buClr>
                <a:srgbClr val="a53010"/>
              </a:buClr>
              <a:buFont typeface="Arial"/>
              <a:buChar char="•"/>
            </a:pPr>
            <a:r>
              <a:rPr b="0" lang="en-US" sz="2800" spc="-1" strike="noStrike">
                <a:solidFill>
                  <a:schemeClr val="dk1">
                    <a:lumMod val="75000"/>
                    <a:lumOff val="25000"/>
                  </a:schemeClr>
                </a:solidFill>
                <a:latin typeface="Century Gothic"/>
              </a:rPr>
              <a:t>Water is measured by flow meter</a:t>
            </a:r>
            <a:endParaRPr b="0" lang="en-US" sz="2800" spc="-1" strike="noStrike">
              <a:solidFill>
                <a:schemeClr val="dk1">
                  <a:lumMod val="75000"/>
                  <a:lumOff val="25000"/>
                </a:schemeClr>
              </a:solidFill>
              <a:latin typeface="Century Gothic"/>
            </a:endParaRPr>
          </a:p>
          <a:p>
            <a:pPr marL="457200" indent="-457200" defTabSz="457200">
              <a:lnSpc>
                <a:spcPct val="100000"/>
              </a:lnSpc>
              <a:spcBef>
                <a:spcPts val="1001"/>
              </a:spcBef>
              <a:buClr>
                <a:srgbClr val="a53010"/>
              </a:buClr>
              <a:buFont typeface="Arial"/>
              <a:buChar char="•"/>
            </a:pPr>
            <a:r>
              <a:rPr b="0" lang="en-US" sz="2800" spc="-1" strike="noStrike">
                <a:solidFill>
                  <a:schemeClr val="dk1">
                    <a:lumMod val="75000"/>
                    <a:lumOff val="25000"/>
                  </a:schemeClr>
                </a:solidFill>
                <a:latin typeface="Century Gothic"/>
              </a:rPr>
              <a:t>Bulk cement weighed by load cells</a:t>
            </a:r>
            <a:endParaRPr b="0" lang="en-US" sz="2800" spc="-1" strike="noStrike">
              <a:solidFill>
                <a:schemeClr val="dk1">
                  <a:lumMod val="75000"/>
                  <a:lumOff val="25000"/>
                </a:schemeClr>
              </a:solidFill>
              <a:latin typeface="Century Gothic"/>
            </a:endParaRPr>
          </a:p>
          <a:p>
            <a:pPr marL="457200" indent="-457200" defTabSz="457200">
              <a:lnSpc>
                <a:spcPct val="100000"/>
              </a:lnSpc>
              <a:spcBef>
                <a:spcPts val="1001"/>
              </a:spcBef>
              <a:buClr>
                <a:srgbClr val="a53010"/>
              </a:buClr>
              <a:buFont typeface="Arial"/>
              <a:buChar char="•"/>
            </a:pPr>
            <a:r>
              <a:rPr b="0" lang="en-US" sz="2800" spc="-1" strike="noStrike">
                <a:solidFill>
                  <a:schemeClr val="dk1">
                    <a:lumMod val="75000"/>
                    <a:lumOff val="25000"/>
                  </a:schemeClr>
                </a:solidFill>
                <a:latin typeface="Century Gothic"/>
              </a:rPr>
              <a:t>If bagged cement is used, other materials are proportioned to weight of cement bag.</a:t>
            </a:r>
            <a:endParaRPr b="0" lang="en-US" sz="2800" spc="-1" strike="noStrike">
              <a:solidFill>
                <a:schemeClr val="dk1">
                  <a:lumMod val="75000"/>
                  <a:lumOff val="25000"/>
                </a:schemeClr>
              </a:solidFill>
              <a:latin typeface="Century Gothic"/>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8" name="PlaceHolder 1"/>
          <p:cNvSpPr>
            <a:spLocks noGrp="1"/>
          </p:cNvSpPr>
          <p:nvPr>
            <p:ph type="title"/>
          </p:nvPr>
        </p:nvSpPr>
        <p:spPr>
          <a:xfrm>
            <a:off x="1992240" y="0"/>
            <a:ext cx="8229240" cy="1142640"/>
          </a:xfrm>
          <a:prstGeom prst="rect">
            <a:avLst/>
          </a:prstGeom>
          <a:noFill/>
          <a:ln w="0">
            <a:noFill/>
          </a:ln>
        </p:spPr>
        <p:txBody>
          <a:bodyPr lIns="91440" rIns="91440" tIns="45720" bIns="45720" anchor="t">
            <a:noAutofit/>
          </a:bodyPr>
          <a:p>
            <a:pPr indent="0" defTabSz="457200">
              <a:lnSpc>
                <a:spcPct val="100000"/>
              </a:lnSpc>
              <a:buNone/>
            </a:pPr>
            <a:r>
              <a:rPr b="1" lang="en-GB" sz="4000" spc="-1" strike="noStrike">
                <a:solidFill>
                  <a:schemeClr val="dk1">
                    <a:lumMod val="85000"/>
                    <a:lumOff val="15000"/>
                  </a:schemeClr>
                </a:solidFill>
                <a:latin typeface="Century Gothic"/>
              </a:rPr>
              <a:t>Mix Proportions by </a:t>
            </a:r>
            <a:r>
              <a:rPr b="1" lang="en-US" sz="4000" spc="-1" strike="noStrike">
                <a:solidFill>
                  <a:schemeClr val="dk1">
                    <a:lumMod val="85000"/>
                    <a:lumOff val="15000"/>
                  </a:schemeClr>
                </a:solidFill>
                <a:latin typeface="Century Gothic"/>
              </a:rPr>
              <a:t>V</a:t>
            </a:r>
            <a:r>
              <a:rPr b="1" lang="en-GB" sz="4000" spc="-1" strike="noStrike">
                <a:solidFill>
                  <a:schemeClr val="dk1">
                    <a:lumMod val="85000"/>
                    <a:lumOff val="15000"/>
                  </a:schemeClr>
                </a:solidFill>
                <a:latin typeface="Century Gothic"/>
              </a:rPr>
              <a:t>olume</a:t>
            </a:r>
            <a:endParaRPr b="0" lang="en-US" sz="4000" spc="-1" strike="noStrike">
              <a:solidFill>
                <a:schemeClr val="dk1"/>
              </a:solidFill>
              <a:latin typeface="Century Gothic"/>
            </a:endParaRPr>
          </a:p>
        </p:txBody>
      </p:sp>
      <p:sp>
        <p:nvSpPr>
          <p:cNvPr id="699" name="PlaceHolder 2"/>
          <p:cNvSpPr>
            <a:spLocks noGrp="1"/>
          </p:cNvSpPr>
          <p:nvPr>
            <p:ph/>
          </p:nvPr>
        </p:nvSpPr>
        <p:spPr>
          <a:xfrm>
            <a:off x="1703520" y="1268640"/>
            <a:ext cx="8640720" cy="4895640"/>
          </a:xfrm>
          <a:prstGeom prst="rect">
            <a:avLst/>
          </a:prstGeom>
          <a:noFill/>
          <a:ln w="0">
            <a:noFill/>
          </a:ln>
        </p:spPr>
        <p:txBody>
          <a:bodyPr lIns="91440" rIns="91440" tIns="45720" bIns="45720" anchor="t">
            <a:normAutofit/>
          </a:bodyPr>
          <a:p>
            <a:pPr indent="-324000" defTabSz="914400">
              <a:lnSpc>
                <a:spcPct val="100000"/>
              </a:lnSpc>
              <a:buClr>
                <a:srgbClr val="8b8b8b"/>
              </a:buClr>
              <a:buFont typeface="Arial"/>
              <a:buChar char="•"/>
            </a:pPr>
            <a:r>
              <a:rPr b="0" lang="en-GB" sz="2800" spc="-1" strike="noStrike">
                <a:solidFill>
                  <a:schemeClr val="dk1">
                    <a:tint val="75000"/>
                  </a:schemeClr>
                </a:solidFill>
                <a:latin typeface="Century Gothic"/>
              </a:rPr>
              <a:t>Proportioning is given in volume or ratios</a:t>
            </a:r>
            <a:endParaRPr b="0" lang="en-US" sz="2800" spc="-1" strike="noStrike">
              <a:solidFill>
                <a:schemeClr val="dk1">
                  <a:lumMod val="75000"/>
                  <a:lumOff val="25000"/>
                </a:schemeClr>
              </a:solidFill>
              <a:latin typeface="Century Gothic"/>
            </a:endParaRPr>
          </a:p>
          <a:p>
            <a:pPr indent="-324000" defTabSz="914400">
              <a:lnSpc>
                <a:spcPct val="100000"/>
              </a:lnSpc>
              <a:buClr>
                <a:srgbClr val="8b8b8b"/>
              </a:buClr>
              <a:buFont typeface="Arial"/>
              <a:buChar char="•"/>
            </a:pPr>
            <a:r>
              <a:rPr b="0" lang="en-GB" sz="2800" spc="-1" strike="noStrike">
                <a:solidFill>
                  <a:schemeClr val="dk1">
                    <a:tint val="75000"/>
                  </a:schemeClr>
                </a:solidFill>
                <a:latin typeface="Century Gothic"/>
              </a:rPr>
              <a:t>Done with buckets, gauge boxes or wheelbarrows</a:t>
            </a:r>
            <a:endParaRPr b="0" lang="en-US" sz="2800" spc="-1" strike="noStrike">
              <a:solidFill>
                <a:schemeClr val="dk1">
                  <a:lumMod val="75000"/>
                  <a:lumOff val="25000"/>
                </a:schemeClr>
              </a:solidFill>
              <a:latin typeface="Century Gothic"/>
            </a:endParaRPr>
          </a:p>
          <a:p>
            <a:pPr indent="-324000" defTabSz="914400">
              <a:lnSpc>
                <a:spcPct val="100000"/>
              </a:lnSpc>
              <a:buClr>
                <a:srgbClr val="8b8b8b"/>
              </a:buClr>
              <a:buFont typeface="Arial"/>
              <a:buChar char="•"/>
            </a:pPr>
            <a:r>
              <a:rPr b="0" lang="en-GB" sz="2800" spc="-1" strike="noStrike">
                <a:solidFill>
                  <a:schemeClr val="dk1">
                    <a:tint val="75000"/>
                  </a:schemeClr>
                </a:solidFill>
                <a:latin typeface="Century Gothic"/>
              </a:rPr>
              <a:t>Usually given in short-hand form as follows </a:t>
            </a:r>
            <a:endParaRPr b="0" lang="en-US" sz="2800" spc="-1" strike="noStrike">
              <a:solidFill>
                <a:schemeClr val="dk1">
                  <a:lumMod val="75000"/>
                  <a:lumOff val="25000"/>
                </a:schemeClr>
              </a:solidFill>
              <a:latin typeface="Century Gothic"/>
            </a:endParaRPr>
          </a:p>
          <a:p>
            <a:pPr lvl="1" marL="457200" indent="-324000" defTabSz="914400">
              <a:lnSpc>
                <a:spcPct val="100000"/>
              </a:lnSpc>
              <a:buClr>
                <a:srgbClr val="000000"/>
              </a:buClr>
              <a:buFont typeface="Arial"/>
              <a:buChar char="•"/>
            </a:pPr>
            <a:r>
              <a:rPr b="0" lang="en-GB" sz="2800" spc="-1" strike="noStrike">
                <a:solidFill>
                  <a:schemeClr val="dk1"/>
                </a:solidFill>
                <a:latin typeface="Century Gothic"/>
              </a:rPr>
              <a:t>1:2:4 or 1:</a:t>
            </a:r>
            <a:r>
              <a:rPr b="0" lang="en-US" sz="2800" spc="-1" strike="noStrike">
                <a:solidFill>
                  <a:schemeClr val="dk1"/>
                </a:solidFill>
                <a:latin typeface="Century Gothic"/>
              </a:rPr>
              <a:t>1</a:t>
            </a:r>
            <a:r>
              <a:rPr b="0" lang="en-GB" sz="2800" spc="-1" strike="noStrike">
                <a:solidFill>
                  <a:schemeClr val="dk1"/>
                </a:solidFill>
                <a:latin typeface="Century Gothic"/>
              </a:rPr>
              <a:t>:</a:t>
            </a:r>
            <a:r>
              <a:rPr b="0" lang="en-US" sz="2800" spc="-1" strike="noStrike">
                <a:solidFill>
                  <a:schemeClr val="dk1"/>
                </a:solidFill>
                <a:latin typeface="Century Gothic"/>
              </a:rPr>
              <a:t>2</a:t>
            </a:r>
            <a:r>
              <a:rPr b="0" lang="en-GB" sz="2800" spc="-1" strike="noStrike">
                <a:solidFill>
                  <a:schemeClr val="dk1"/>
                </a:solidFill>
                <a:latin typeface="Century Gothic"/>
              </a:rPr>
              <a:t> etc</a:t>
            </a:r>
            <a:endParaRPr b="0" lang="en-US" sz="2800" spc="-1" strike="noStrike">
              <a:solidFill>
                <a:schemeClr val="dk1">
                  <a:lumMod val="75000"/>
                  <a:lumOff val="25000"/>
                </a:schemeClr>
              </a:solidFill>
              <a:latin typeface="Century Gothic"/>
            </a:endParaRPr>
          </a:p>
          <a:p>
            <a:pPr indent="-324000" defTabSz="914400">
              <a:lnSpc>
                <a:spcPct val="100000"/>
              </a:lnSpc>
              <a:buClr>
                <a:srgbClr val="8b8b8b"/>
              </a:buClr>
              <a:buFont typeface="Arial"/>
              <a:buChar char="•"/>
            </a:pPr>
            <a:r>
              <a:rPr b="0" lang="en-GB" sz="2800" spc="-1" strike="noStrike">
                <a:solidFill>
                  <a:schemeClr val="dk1">
                    <a:tint val="75000"/>
                  </a:schemeClr>
                </a:solidFill>
                <a:latin typeface="Century Gothic"/>
              </a:rPr>
              <a:t>Recommended for small jobs</a:t>
            </a:r>
            <a:endParaRPr b="0" lang="en-US" sz="2800" spc="-1" strike="noStrike">
              <a:solidFill>
                <a:schemeClr val="dk1">
                  <a:lumMod val="75000"/>
                  <a:lumOff val="25000"/>
                </a:schemeClr>
              </a:solidFill>
              <a:latin typeface="Century Gothic"/>
            </a:endParaRPr>
          </a:p>
          <a:p>
            <a:pPr indent="-324000" defTabSz="914400">
              <a:lnSpc>
                <a:spcPct val="100000"/>
              </a:lnSpc>
              <a:buClr>
                <a:srgbClr val="8b8b8b"/>
              </a:buClr>
              <a:buFont typeface="Arial"/>
              <a:buChar char="•"/>
            </a:pPr>
            <a:r>
              <a:rPr b="0" lang="en-GB" sz="2800" spc="-1" strike="noStrike">
                <a:solidFill>
                  <a:schemeClr val="dk1">
                    <a:tint val="75000"/>
                  </a:schemeClr>
                </a:solidFill>
                <a:latin typeface="Century Gothic"/>
              </a:rPr>
              <a:t>Conservative</a:t>
            </a:r>
            <a:endParaRPr b="0" lang="en-US" sz="2800" spc="-1" strike="noStrike">
              <a:solidFill>
                <a:schemeClr val="dk1">
                  <a:lumMod val="75000"/>
                  <a:lumOff val="25000"/>
                </a:schemeClr>
              </a:solidFill>
              <a:latin typeface="Century Gothic"/>
            </a:endParaRPr>
          </a:p>
          <a:p>
            <a:pPr indent="-324000" defTabSz="914400">
              <a:lnSpc>
                <a:spcPct val="100000"/>
              </a:lnSpc>
              <a:buClr>
                <a:srgbClr val="8b8b8b"/>
              </a:buClr>
              <a:buFont typeface="Arial"/>
              <a:buChar char="•"/>
            </a:pPr>
            <a:r>
              <a:rPr b="0" lang="en-GB" sz="2800" spc="-1" strike="noStrike">
                <a:solidFill>
                  <a:schemeClr val="dk1">
                    <a:tint val="75000"/>
                  </a:schemeClr>
                </a:solidFill>
                <a:latin typeface="Century Gothic"/>
              </a:rPr>
              <a:t>Unknown strength</a:t>
            </a:r>
            <a:endParaRPr b="0" lang="en-US" sz="2800" spc="-1" strike="noStrike">
              <a:solidFill>
                <a:schemeClr val="dk1">
                  <a:lumMod val="75000"/>
                  <a:lumOff val="25000"/>
                </a:schemeClr>
              </a:solidFill>
              <a:latin typeface="Century Gothic"/>
            </a:endParaRPr>
          </a:p>
          <a:p>
            <a:pPr indent="-324000" defTabSz="914400">
              <a:lnSpc>
                <a:spcPct val="100000"/>
              </a:lnSpc>
              <a:buClr>
                <a:srgbClr val="8b8b8b"/>
              </a:buClr>
              <a:buFont typeface="Arial"/>
              <a:buChar char="•"/>
            </a:pPr>
            <a:r>
              <a:rPr b="0" lang="en-GB" sz="2800" spc="-1" strike="noStrike">
                <a:solidFill>
                  <a:schemeClr val="dk1">
                    <a:tint val="75000"/>
                  </a:schemeClr>
                </a:solidFill>
                <a:latin typeface="Century Gothic"/>
              </a:rPr>
              <a:t>Varies with materials</a:t>
            </a:r>
            <a:endParaRPr b="0" lang="en-US" sz="2800" spc="-1" strike="noStrike">
              <a:solidFill>
                <a:schemeClr val="dk1">
                  <a:lumMod val="75000"/>
                  <a:lumOff val="25000"/>
                </a:schemeClr>
              </a:solidFill>
              <a:latin typeface="Century Gothic"/>
            </a:endParaRPr>
          </a:p>
          <a:p>
            <a:pPr indent="-324000" defTabSz="914400">
              <a:lnSpc>
                <a:spcPct val="100000"/>
              </a:lnSpc>
              <a:buClr>
                <a:srgbClr val="8b8b8b"/>
              </a:buClr>
              <a:buFont typeface="Arial"/>
              <a:buChar char="•"/>
            </a:pPr>
            <a:r>
              <a:rPr b="0" lang="en-GB" sz="2800" spc="-1" strike="noStrike">
                <a:solidFill>
                  <a:schemeClr val="dk1">
                    <a:tint val="75000"/>
                  </a:schemeClr>
                </a:solidFill>
                <a:latin typeface="Century Gothic"/>
              </a:rPr>
              <a:t>Bulking of sand</a:t>
            </a:r>
            <a:endParaRPr b="0" lang="en-US" sz="2800" spc="-1" strike="noStrike">
              <a:solidFill>
                <a:schemeClr val="dk1">
                  <a:lumMod val="75000"/>
                  <a:lumOff val="25000"/>
                </a:schemeClr>
              </a:solidFill>
              <a:latin typeface="Century Gothic"/>
            </a:endParaRPr>
          </a:p>
        </p:txBody>
      </p:sp>
      <p:pic>
        <p:nvPicPr>
          <p:cNvPr id="700" name="Picture 1028" descr="js00416"/>
          <p:cNvPicPr/>
          <p:nvPr/>
        </p:nvPicPr>
        <p:blipFill>
          <a:blip r:embed="rId1"/>
          <a:stretch/>
        </p:blipFill>
        <p:spPr>
          <a:xfrm>
            <a:off x="7032240" y="2925000"/>
            <a:ext cx="3563640" cy="331524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1" name="PlaceHolder 1"/>
          <p:cNvSpPr>
            <a:spLocks noGrp="1"/>
          </p:cNvSpPr>
          <p:nvPr>
            <p:ph type="title"/>
          </p:nvPr>
        </p:nvSpPr>
        <p:spPr>
          <a:xfrm>
            <a:off x="2593080" y="624240"/>
            <a:ext cx="8911440" cy="1280520"/>
          </a:xfrm>
          <a:prstGeom prst="rect">
            <a:avLst/>
          </a:prstGeom>
          <a:noFill/>
          <a:ln w="0">
            <a:noFill/>
          </a:ln>
        </p:spPr>
        <p:txBody>
          <a:bodyPr lIns="91440" rIns="91440" tIns="45720" bIns="45720" anchor="t">
            <a:normAutofit/>
          </a:bodyPr>
          <a:p>
            <a:pPr indent="0" defTabSz="457200">
              <a:lnSpc>
                <a:spcPct val="100000"/>
              </a:lnSpc>
              <a:buNone/>
            </a:pPr>
            <a:r>
              <a:rPr b="1" lang="en-US" sz="4000" spc="-1" strike="noStrike">
                <a:solidFill>
                  <a:schemeClr val="dk1">
                    <a:lumMod val="85000"/>
                    <a:lumOff val="15000"/>
                  </a:schemeClr>
                </a:solidFill>
                <a:latin typeface="Century Gothic"/>
              </a:rPr>
              <a:t>Volume Mix Proportions</a:t>
            </a:r>
            <a:endParaRPr b="0" lang="en-US" sz="4000" spc="-1" strike="noStrike">
              <a:solidFill>
                <a:schemeClr val="dk1"/>
              </a:solidFill>
              <a:latin typeface="Century Gothic"/>
            </a:endParaRPr>
          </a:p>
        </p:txBody>
      </p:sp>
      <p:pic>
        <p:nvPicPr>
          <p:cNvPr id="702" name="Picture 4" descr=""/>
          <p:cNvPicPr/>
          <p:nvPr/>
        </p:nvPicPr>
        <p:blipFill>
          <a:blip r:embed="rId1"/>
          <a:stretch/>
        </p:blipFill>
        <p:spPr>
          <a:xfrm>
            <a:off x="1559520" y="1989000"/>
            <a:ext cx="9102240" cy="4248000"/>
          </a:xfrm>
          <a:prstGeom prst="rect">
            <a:avLst/>
          </a:prstGeom>
          <a:ln w="9525">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3" name="PlaceHolder 1"/>
          <p:cNvSpPr>
            <a:spLocks noGrp="1"/>
          </p:cNvSpPr>
          <p:nvPr>
            <p:ph type="title"/>
          </p:nvPr>
        </p:nvSpPr>
        <p:spPr>
          <a:xfrm>
            <a:off x="1992240" y="0"/>
            <a:ext cx="8229240" cy="1142640"/>
          </a:xfrm>
          <a:prstGeom prst="rect">
            <a:avLst/>
          </a:prstGeom>
          <a:noFill/>
          <a:ln w="0">
            <a:noFill/>
          </a:ln>
        </p:spPr>
        <p:txBody>
          <a:bodyPr lIns="91440" rIns="91440" tIns="45720" bIns="45720" anchor="t">
            <a:noAutofit/>
          </a:bodyPr>
          <a:p>
            <a:pPr indent="0" algn="ctr" defTabSz="457200">
              <a:lnSpc>
                <a:spcPct val="100000"/>
              </a:lnSpc>
              <a:buNone/>
            </a:pPr>
            <a:r>
              <a:rPr b="1" lang="en-GB" sz="4000" spc="-1" strike="noStrike">
                <a:solidFill>
                  <a:schemeClr val="dk1">
                    <a:lumMod val="85000"/>
                    <a:lumOff val="15000"/>
                  </a:schemeClr>
                </a:solidFill>
                <a:latin typeface="Century Gothic"/>
              </a:rPr>
              <a:t>Concrete </a:t>
            </a:r>
            <a:r>
              <a:rPr b="1" lang="en-US" sz="4000" spc="-1" strike="noStrike">
                <a:solidFill>
                  <a:schemeClr val="dk1">
                    <a:lumMod val="85000"/>
                    <a:lumOff val="15000"/>
                  </a:schemeClr>
                </a:solidFill>
                <a:latin typeface="Century Gothic"/>
              </a:rPr>
              <a:t>S</a:t>
            </a:r>
            <a:r>
              <a:rPr b="1" lang="en-GB" sz="4000" spc="-1" strike="noStrike">
                <a:solidFill>
                  <a:schemeClr val="dk1">
                    <a:lumMod val="85000"/>
                    <a:lumOff val="15000"/>
                  </a:schemeClr>
                </a:solidFill>
                <a:latin typeface="Century Gothic"/>
              </a:rPr>
              <a:t>trengths</a:t>
            </a:r>
            <a:endParaRPr b="0" lang="en-US" sz="4000" spc="-1" strike="noStrike">
              <a:solidFill>
                <a:schemeClr val="dk1"/>
              </a:solidFill>
              <a:latin typeface="Century Gothic"/>
            </a:endParaRPr>
          </a:p>
        </p:txBody>
      </p:sp>
      <p:sp>
        <p:nvSpPr>
          <p:cNvPr id="704" name="PlaceHolder 2"/>
          <p:cNvSpPr>
            <a:spLocks noGrp="1"/>
          </p:cNvSpPr>
          <p:nvPr>
            <p:ph/>
          </p:nvPr>
        </p:nvSpPr>
        <p:spPr>
          <a:xfrm>
            <a:off x="2063880" y="1052640"/>
            <a:ext cx="8208720" cy="4895640"/>
          </a:xfrm>
          <a:prstGeom prst="rect">
            <a:avLst/>
          </a:prstGeom>
          <a:noFill/>
          <a:ln w="0">
            <a:noFill/>
          </a:ln>
        </p:spPr>
        <p:txBody>
          <a:bodyPr lIns="91440" rIns="91440" tIns="45720" bIns="45720" anchor="t">
            <a:noAutofit/>
          </a:bodyPr>
          <a:p>
            <a:pPr indent="-324000" algn="r" defTabSz="914400">
              <a:lnSpc>
                <a:spcPct val="100000"/>
              </a:lnSpc>
              <a:buClr>
                <a:srgbClr val="8b8b8b"/>
              </a:buClr>
              <a:buFont typeface="Arial"/>
              <a:buChar char="•"/>
            </a:pPr>
            <a:r>
              <a:rPr b="0" lang="en-GB" sz="2800" spc="-1" strike="noStrike">
                <a:solidFill>
                  <a:schemeClr val="dk1">
                    <a:tint val="75000"/>
                  </a:schemeClr>
                </a:solidFill>
                <a:latin typeface="Century Gothic"/>
              </a:rPr>
              <a:t>Low strength (15 MPa)</a:t>
            </a:r>
            <a:endParaRPr b="0" lang="en-US" sz="28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GB" sz="2400" spc="-1" strike="noStrike">
                <a:solidFill>
                  <a:schemeClr val="accent6">
                    <a:lumMod val="75000"/>
                  </a:schemeClr>
                </a:solidFill>
                <a:latin typeface="Century Gothic"/>
              </a:rPr>
              <a:t>Suitable for unreinforced foundations (single storey, mass fill, infill in masonry</a:t>
            </a:r>
            <a:endParaRPr b="0" lang="en-US" sz="2400" spc="-1" strike="noStrike">
              <a:solidFill>
                <a:schemeClr val="dk1">
                  <a:lumMod val="75000"/>
                  <a:lumOff val="25000"/>
                </a:schemeClr>
              </a:solidFill>
              <a:latin typeface="Century Gothic"/>
            </a:endParaRPr>
          </a:p>
          <a:p>
            <a:pPr indent="-324000" algn="r" defTabSz="914400">
              <a:lnSpc>
                <a:spcPct val="100000"/>
              </a:lnSpc>
              <a:buClr>
                <a:srgbClr val="8b8b8b"/>
              </a:buClr>
              <a:buFont typeface="Arial"/>
              <a:buChar char="•"/>
            </a:pPr>
            <a:r>
              <a:rPr b="0" lang="en-GB" sz="2800" spc="-1" strike="noStrike">
                <a:solidFill>
                  <a:schemeClr val="dk1">
                    <a:tint val="75000"/>
                  </a:schemeClr>
                </a:solidFill>
                <a:latin typeface="Century Gothic"/>
              </a:rPr>
              <a:t>Medium strength (25 MPa)</a:t>
            </a:r>
            <a:endParaRPr b="0" lang="en-US" sz="28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GB" sz="2400" spc="-1" strike="noStrike">
                <a:solidFill>
                  <a:schemeClr val="accent6">
                    <a:lumMod val="75000"/>
                  </a:schemeClr>
                </a:solidFill>
                <a:latin typeface="Century Gothic"/>
              </a:rPr>
              <a:t>Suitable for unreinforced slabs, reinforced slabs and foundations, footpaths and domestic driveways</a:t>
            </a:r>
            <a:endParaRPr b="0" lang="en-US" sz="2400" spc="-1" strike="noStrike">
              <a:solidFill>
                <a:schemeClr val="dk1">
                  <a:lumMod val="75000"/>
                  <a:lumOff val="25000"/>
                </a:schemeClr>
              </a:solidFill>
              <a:latin typeface="Century Gothic"/>
            </a:endParaRPr>
          </a:p>
          <a:p>
            <a:pPr indent="-324000" algn="r" defTabSz="914400">
              <a:lnSpc>
                <a:spcPct val="100000"/>
              </a:lnSpc>
              <a:buClr>
                <a:srgbClr val="8b8b8b"/>
              </a:buClr>
              <a:buFont typeface="Arial"/>
              <a:buChar char="•"/>
            </a:pPr>
            <a:r>
              <a:rPr b="0" lang="en-GB" sz="2800" spc="-1" strike="noStrike">
                <a:solidFill>
                  <a:schemeClr val="dk1">
                    <a:tint val="75000"/>
                  </a:schemeClr>
                </a:solidFill>
                <a:latin typeface="Century Gothic"/>
              </a:rPr>
              <a:t>High strength (30 MPa)</a:t>
            </a:r>
            <a:endParaRPr b="0" lang="en-US" sz="28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GB" sz="2400" spc="-1" strike="noStrike">
                <a:solidFill>
                  <a:schemeClr val="accent6">
                    <a:lumMod val="75000"/>
                  </a:schemeClr>
                </a:solidFill>
                <a:latin typeface="Century Gothic"/>
              </a:rPr>
              <a:t>Suitable for reinforced concrete members, heavy duty floors and precast items like flagstones.</a:t>
            </a:r>
            <a:endParaRPr b="0" lang="en-US" sz="2400" spc="-1" strike="noStrike">
              <a:solidFill>
                <a:schemeClr val="dk1">
                  <a:lumMod val="75000"/>
                  <a:lumOff val="25000"/>
                </a:schemeClr>
              </a:solidFill>
              <a:latin typeface="Century Gothic"/>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5" name="PlaceHolder 1"/>
          <p:cNvSpPr>
            <a:spLocks noGrp="1"/>
          </p:cNvSpPr>
          <p:nvPr>
            <p:ph type="title"/>
          </p:nvPr>
        </p:nvSpPr>
        <p:spPr>
          <a:xfrm>
            <a:off x="1992240" y="0"/>
            <a:ext cx="8229240" cy="1142640"/>
          </a:xfrm>
          <a:prstGeom prst="rect">
            <a:avLst/>
          </a:prstGeom>
          <a:noFill/>
          <a:ln w="0">
            <a:noFill/>
          </a:ln>
        </p:spPr>
        <p:txBody>
          <a:bodyPr lIns="91440" rIns="91440" tIns="45720" bIns="45720" anchor="t">
            <a:noAutofit/>
          </a:bodyPr>
          <a:p>
            <a:pPr indent="0" algn="ctr" defTabSz="457200">
              <a:lnSpc>
                <a:spcPct val="100000"/>
              </a:lnSpc>
              <a:buNone/>
            </a:pPr>
            <a:r>
              <a:rPr b="1" lang="en-GB" sz="4000" spc="-1" strike="noStrike">
                <a:solidFill>
                  <a:schemeClr val="dk1">
                    <a:lumMod val="85000"/>
                    <a:lumOff val="15000"/>
                  </a:schemeClr>
                </a:solidFill>
                <a:latin typeface="Century Gothic"/>
              </a:rPr>
              <a:t>Mix Proportions by </a:t>
            </a:r>
            <a:r>
              <a:rPr b="1" lang="en-US" sz="4000" spc="-1" strike="noStrike">
                <a:solidFill>
                  <a:schemeClr val="dk1">
                    <a:lumMod val="85000"/>
                    <a:lumOff val="15000"/>
                  </a:schemeClr>
                </a:solidFill>
                <a:latin typeface="Century Gothic"/>
              </a:rPr>
              <a:t>M</a:t>
            </a:r>
            <a:r>
              <a:rPr b="1" lang="en-GB" sz="4000" spc="-1" strike="noStrike">
                <a:solidFill>
                  <a:schemeClr val="dk1">
                    <a:lumMod val="85000"/>
                    <a:lumOff val="15000"/>
                  </a:schemeClr>
                </a:solidFill>
                <a:latin typeface="Century Gothic"/>
              </a:rPr>
              <a:t>ass</a:t>
            </a:r>
            <a:endParaRPr b="0" lang="en-US" sz="4000" spc="-1" strike="noStrike">
              <a:solidFill>
                <a:schemeClr val="dk1"/>
              </a:solidFill>
              <a:latin typeface="Century Gothic"/>
            </a:endParaRPr>
          </a:p>
        </p:txBody>
      </p:sp>
      <p:sp>
        <p:nvSpPr>
          <p:cNvPr id="706" name="PlaceHolder 2"/>
          <p:cNvSpPr>
            <a:spLocks noGrp="1"/>
          </p:cNvSpPr>
          <p:nvPr>
            <p:ph/>
          </p:nvPr>
        </p:nvSpPr>
        <p:spPr>
          <a:xfrm>
            <a:off x="2063880" y="1053000"/>
            <a:ext cx="9788040" cy="4895640"/>
          </a:xfrm>
          <a:prstGeom prst="rect">
            <a:avLst/>
          </a:prstGeom>
          <a:noFill/>
          <a:ln w="0">
            <a:noFill/>
          </a:ln>
        </p:spPr>
        <p:txBody>
          <a:bodyPr lIns="91440" rIns="91440" tIns="45720" bIns="45720" anchor="t">
            <a:noAutofit/>
          </a:bodyPr>
          <a:p>
            <a:pPr indent="-324000" algn="r" defTabSz="914400">
              <a:lnSpc>
                <a:spcPct val="100000"/>
              </a:lnSpc>
              <a:buClr>
                <a:srgbClr val="8b8b8b"/>
              </a:buClr>
              <a:buFont typeface="Arial"/>
              <a:buChar char="•"/>
            </a:pPr>
            <a:r>
              <a:rPr b="0" lang="en-GB" sz="2800" spc="-1" strike="noStrike">
                <a:solidFill>
                  <a:schemeClr val="dk1">
                    <a:tint val="75000"/>
                  </a:schemeClr>
                </a:solidFill>
                <a:latin typeface="Century Gothic"/>
              </a:rPr>
              <a:t>Proportioning is given in mass</a:t>
            </a:r>
            <a:r>
              <a:rPr b="0" lang="en-US" sz="2800" spc="-1" strike="noStrike">
                <a:solidFill>
                  <a:schemeClr val="dk1">
                    <a:tint val="75000"/>
                  </a:schemeClr>
                </a:solidFill>
                <a:latin typeface="Century Gothic"/>
              </a:rPr>
              <a:t> or by weight</a:t>
            </a:r>
            <a:endParaRPr b="0" lang="en-US" sz="2800" spc="-1" strike="noStrike">
              <a:solidFill>
                <a:schemeClr val="dk1">
                  <a:lumMod val="75000"/>
                  <a:lumOff val="25000"/>
                </a:schemeClr>
              </a:solidFill>
              <a:latin typeface="Century Gothic"/>
            </a:endParaRPr>
          </a:p>
          <a:p>
            <a:pPr indent="-324000" algn="r" defTabSz="914400">
              <a:lnSpc>
                <a:spcPct val="100000"/>
              </a:lnSpc>
              <a:buClr>
                <a:srgbClr val="8b8b8b"/>
              </a:buClr>
              <a:buFont typeface="Arial"/>
              <a:buChar char="•"/>
            </a:pPr>
            <a:r>
              <a:rPr b="0" lang="en-GB" sz="2800" spc="-1" strike="noStrike">
                <a:solidFill>
                  <a:schemeClr val="dk1">
                    <a:tint val="75000"/>
                  </a:schemeClr>
                </a:solidFill>
                <a:latin typeface="Century Gothic"/>
              </a:rPr>
              <a:t>All constituent materials are weighed out accurately using scales</a:t>
            </a:r>
            <a:endParaRPr b="0" lang="en-US" sz="2800" spc="-1" strike="noStrike">
              <a:solidFill>
                <a:schemeClr val="dk1">
                  <a:lumMod val="75000"/>
                  <a:lumOff val="25000"/>
                </a:schemeClr>
              </a:solidFill>
              <a:latin typeface="Century Gothic"/>
            </a:endParaRPr>
          </a:p>
          <a:p>
            <a:pPr indent="-324000" algn="r" defTabSz="914400">
              <a:lnSpc>
                <a:spcPct val="100000"/>
              </a:lnSpc>
              <a:buClr>
                <a:srgbClr val="8b8b8b"/>
              </a:buClr>
              <a:buFont typeface="Arial"/>
              <a:buChar char="•"/>
            </a:pPr>
            <a:r>
              <a:rPr b="0" lang="en-GB" sz="2800" spc="-1" strike="noStrike">
                <a:solidFill>
                  <a:schemeClr val="dk1">
                    <a:tint val="75000"/>
                  </a:schemeClr>
                </a:solidFill>
                <a:latin typeface="Century Gothic"/>
              </a:rPr>
              <a:t>More accurate than volume batching</a:t>
            </a:r>
            <a:endParaRPr b="0" lang="en-US" sz="2800" spc="-1" strike="noStrike">
              <a:solidFill>
                <a:schemeClr val="dk1">
                  <a:lumMod val="75000"/>
                  <a:lumOff val="25000"/>
                </a:schemeClr>
              </a:solidFill>
              <a:latin typeface="Century Gothic"/>
            </a:endParaRPr>
          </a:p>
          <a:p>
            <a:pPr indent="-324000" algn="r" defTabSz="914400">
              <a:lnSpc>
                <a:spcPct val="100000"/>
              </a:lnSpc>
              <a:buClr>
                <a:srgbClr val="8b8b8b"/>
              </a:buClr>
              <a:buFont typeface="Arial"/>
              <a:buChar char="•"/>
            </a:pPr>
            <a:r>
              <a:rPr b="0" lang="en-GB" sz="2800" spc="-1" strike="noStrike">
                <a:solidFill>
                  <a:schemeClr val="dk1">
                    <a:tint val="75000"/>
                  </a:schemeClr>
                </a:solidFill>
                <a:latin typeface="Century Gothic"/>
              </a:rPr>
              <a:t>Mix can be adjusted for moisture content in aggregates</a:t>
            </a:r>
            <a:endParaRPr b="0" lang="en-US" sz="2800" spc="-1" strike="noStrike">
              <a:solidFill>
                <a:schemeClr val="dk1">
                  <a:lumMod val="75000"/>
                  <a:lumOff val="25000"/>
                </a:schemeClr>
              </a:solidFill>
              <a:latin typeface="Century Gothic"/>
            </a:endParaRPr>
          </a:p>
          <a:p>
            <a:pPr indent="-324000" algn="r" defTabSz="914400">
              <a:lnSpc>
                <a:spcPct val="100000"/>
              </a:lnSpc>
              <a:buClr>
                <a:srgbClr val="8b8b8b"/>
              </a:buClr>
              <a:buFont typeface="Arial"/>
              <a:buChar char="•"/>
            </a:pPr>
            <a:r>
              <a:rPr b="0" lang="en-US" sz="2800" spc="-1" strike="noStrike">
                <a:solidFill>
                  <a:schemeClr val="dk1">
                    <a:tint val="75000"/>
                  </a:schemeClr>
                </a:solidFill>
                <a:latin typeface="Century Gothic"/>
              </a:rPr>
              <a:t>Mass batching recommended (&gt;20MPa)</a:t>
            </a:r>
            <a:endParaRPr b="0" lang="en-US" sz="2800" spc="-1" strike="noStrike">
              <a:solidFill>
                <a:schemeClr val="dk1">
                  <a:lumMod val="75000"/>
                  <a:lumOff val="25000"/>
                </a:schemeClr>
              </a:solidFill>
              <a:latin typeface="Century Gothic"/>
            </a:endParaRPr>
          </a:p>
          <a:p>
            <a:pPr indent="0" algn="r" defTabSz="914400">
              <a:lnSpc>
                <a:spcPct val="100000"/>
              </a:lnSpc>
              <a:buNone/>
            </a:pPr>
            <a:endParaRPr b="0" lang="en-US" sz="900" spc="-1" strike="noStrike">
              <a:solidFill>
                <a:schemeClr val="dk1">
                  <a:lumMod val="75000"/>
                  <a:lumOff val="25000"/>
                </a:schemeClr>
              </a:solidFill>
              <a:latin typeface="Century Gothic"/>
            </a:endParaRPr>
          </a:p>
          <a:p>
            <a:pPr indent="0" algn="r" defTabSz="914400">
              <a:lnSpc>
                <a:spcPct val="100000"/>
              </a:lnSpc>
              <a:buNone/>
            </a:pPr>
            <a:endParaRPr b="0" lang="en-US" sz="900" spc="-1" strike="noStrike">
              <a:solidFill>
                <a:schemeClr val="dk1">
                  <a:lumMod val="75000"/>
                  <a:lumOff val="25000"/>
                </a:schemeClr>
              </a:solidFill>
              <a:latin typeface="Century Gothic"/>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7" name="PlaceHolder 1"/>
          <p:cNvSpPr>
            <a:spLocks noGrp="1"/>
          </p:cNvSpPr>
          <p:nvPr>
            <p:ph type="title"/>
          </p:nvPr>
        </p:nvSpPr>
        <p:spPr>
          <a:xfrm>
            <a:off x="2592720" y="624240"/>
            <a:ext cx="4217400" cy="1280520"/>
          </a:xfrm>
          <a:prstGeom prst="rect">
            <a:avLst/>
          </a:prstGeom>
          <a:noFill/>
          <a:ln w="0">
            <a:noFill/>
          </a:ln>
        </p:spPr>
        <p:txBody>
          <a:bodyPr lIns="90360" rIns="90360" tIns="44280" bIns="44280" anchor="t">
            <a:normAutofit/>
          </a:bodyPr>
          <a:p>
            <a:pPr indent="0" algn="ctr" defTabSz="457200">
              <a:lnSpc>
                <a:spcPct val="100000"/>
              </a:lnSpc>
              <a:buNone/>
            </a:pPr>
            <a:r>
              <a:rPr b="1" lang="en-US" sz="4000" spc="-1" strike="noStrike">
                <a:solidFill>
                  <a:schemeClr val="dk1">
                    <a:lumMod val="85000"/>
                    <a:lumOff val="15000"/>
                  </a:schemeClr>
                </a:solidFill>
                <a:latin typeface="Century Gothic"/>
              </a:rPr>
              <a:t>Mass Batching</a:t>
            </a:r>
            <a:endParaRPr b="0" lang="en-US" sz="4000" spc="-1" strike="noStrike">
              <a:solidFill>
                <a:schemeClr val="dk1"/>
              </a:solidFill>
              <a:latin typeface="Century Gothic"/>
            </a:endParaRPr>
          </a:p>
        </p:txBody>
      </p:sp>
      <p:sp>
        <p:nvSpPr>
          <p:cNvPr id="708" name="PlaceHolder 2"/>
          <p:cNvSpPr>
            <a:spLocks noGrp="1"/>
          </p:cNvSpPr>
          <p:nvPr>
            <p:ph/>
          </p:nvPr>
        </p:nvSpPr>
        <p:spPr>
          <a:xfrm>
            <a:off x="1477080" y="1543680"/>
            <a:ext cx="4737240" cy="4525920"/>
          </a:xfrm>
          <a:prstGeom prst="rect">
            <a:avLst/>
          </a:prstGeom>
          <a:noFill/>
          <a:ln w="0">
            <a:noFill/>
          </a:ln>
        </p:spPr>
        <p:txBody>
          <a:bodyPr lIns="90360" rIns="90360" tIns="44280" bIns="44280" anchor="t">
            <a:normAutofit fontScale="98733" lnSpcReduction="10000"/>
          </a:bodyPr>
          <a:p>
            <a:pPr indent="-324000" algn="r" defTabSz="914400">
              <a:lnSpc>
                <a:spcPct val="100000"/>
              </a:lnSpc>
              <a:buClr>
                <a:srgbClr val="8b8b8b"/>
              </a:buClr>
              <a:buFont typeface="Arial"/>
              <a:buChar char="•"/>
            </a:pPr>
            <a:r>
              <a:rPr b="0" lang="en-US" sz="2800" spc="-1" strike="noStrike">
                <a:solidFill>
                  <a:schemeClr val="dk1">
                    <a:tint val="75000"/>
                  </a:schemeClr>
                </a:solidFill>
                <a:latin typeface="Century Gothic"/>
              </a:rPr>
              <a:t>Cement in separate hopper</a:t>
            </a:r>
            <a:endParaRPr b="0" lang="en-US" sz="2800" spc="-1" strike="noStrike">
              <a:solidFill>
                <a:schemeClr val="dk1">
                  <a:lumMod val="75000"/>
                  <a:lumOff val="25000"/>
                </a:schemeClr>
              </a:solidFill>
              <a:latin typeface="Century Gothic"/>
            </a:endParaRPr>
          </a:p>
          <a:p>
            <a:pPr indent="-324000" algn="r" defTabSz="914400">
              <a:lnSpc>
                <a:spcPct val="100000"/>
              </a:lnSpc>
              <a:buClr>
                <a:srgbClr val="8b8b8b"/>
              </a:buClr>
              <a:buFont typeface="Arial"/>
              <a:buChar char="•"/>
            </a:pPr>
            <a:r>
              <a:rPr b="0" lang="en-US" sz="2800" spc="-1" strike="noStrike">
                <a:solidFill>
                  <a:schemeClr val="dk1">
                    <a:tint val="75000"/>
                  </a:schemeClr>
                </a:solidFill>
                <a:latin typeface="Century Gothic"/>
              </a:rPr>
              <a:t>Adjust for moisture in aggregate</a:t>
            </a:r>
            <a:endParaRPr b="0" lang="en-US" sz="2800" spc="-1" strike="noStrike">
              <a:solidFill>
                <a:schemeClr val="dk1">
                  <a:lumMod val="75000"/>
                  <a:lumOff val="25000"/>
                </a:schemeClr>
              </a:solidFill>
              <a:latin typeface="Century Gothic"/>
            </a:endParaRPr>
          </a:p>
          <a:p>
            <a:pPr indent="-324000" algn="r" defTabSz="914400">
              <a:lnSpc>
                <a:spcPct val="100000"/>
              </a:lnSpc>
              <a:buClr>
                <a:srgbClr val="8b8b8b"/>
              </a:buClr>
              <a:buFont typeface="Arial"/>
              <a:buChar char="•"/>
            </a:pPr>
            <a:r>
              <a:rPr b="0" lang="en-US" sz="2800" spc="-1" strike="noStrike">
                <a:solidFill>
                  <a:schemeClr val="dk1">
                    <a:tint val="75000"/>
                  </a:schemeClr>
                </a:solidFill>
                <a:latin typeface="Century Gothic"/>
              </a:rPr>
              <a:t>Water mass or volume</a:t>
            </a:r>
            <a:endParaRPr b="0" lang="en-US" sz="2800" spc="-1" strike="noStrike">
              <a:solidFill>
                <a:schemeClr val="dk1">
                  <a:lumMod val="75000"/>
                  <a:lumOff val="25000"/>
                </a:schemeClr>
              </a:solidFill>
              <a:latin typeface="Century Gothic"/>
            </a:endParaRPr>
          </a:p>
          <a:p>
            <a:pPr indent="-324000" algn="r" defTabSz="914400">
              <a:lnSpc>
                <a:spcPct val="100000"/>
              </a:lnSpc>
              <a:buClr>
                <a:srgbClr val="8b8b8b"/>
              </a:buClr>
              <a:buFont typeface="Arial"/>
              <a:buChar char="•"/>
            </a:pPr>
            <a:r>
              <a:rPr b="0" lang="en-US" sz="2800" spc="-1" strike="noStrike">
                <a:solidFill>
                  <a:schemeClr val="dk1">
                    <a:tint val="75000"/>
                  </a:schemeClr>
                </a:solidFill>
                <a:latin typeface="Century Gothic"/>
              </a:rPr>
              <a:t>Admixture very accurate</a:t>
            </a:r>
            <a:endParaRPr b="0" lang="en-US" sz="2800" spc="-1" strike="noStrike">
              <a:solidFill>
                <a:schemeClr val="dk1">
                  <a:lumMod val="75000"/>
                  <a:lumOff val="25000"/>
                </a:schemeClr>
              </a:solidFill>
              <a:latin typeface="Century Gothic"/>
            </a:endParaRPr>
          </a:p>
          <a:p>
            <a:pPr indent="-324000" algn="r" defTabSz="914400">
              <a:lnSpc>
                <a:spcPct val="100000"/>
              </a:lnSpc>
              <a:buClr>
                <a:srgbClr val="8b8b8b"/>
              </a:buClr>
              <a:buFont typeface="Arial"/>
              <a:buChar char="•"/>
            </a:pPr>
            <a:r>
              <a:rPr b="0" lang="en-US" sz="2800" spc="-1" strike="noStrike">
                <a:solidFill>
                  <a:schemeClr val="dk1">
                    <a:tint val="75000"/>
                  </a:schemeClr>
                </a:solidFill>
                <a:latin typeface="Century Gothic"/>
              </a:rPr>
              <a:t>Check accuracy</a:t>
            </a:r>
            <a:endParaRPr b="0" lang="en-US" sz="2800" spc="-1" strike="noStrike">
              <a:solidFill>
                <a:schemeClr val="dk1">
                  <a:lumMod val="75000"/>
                  <a:lumOff val="25000"/>
                </a:schemeClr>
              </a:solidFill>
              <a:latin typeface="Century Gothic"/>
            </a:endParaRPr>
          </a:p>
          <a:p>
            <a:pPr indent="-324000" algn="r" defTabSz="914400">
              <a:lnSpc>
                <a:spcPct val="100000"/>
              </a:lnSpc>
              <a:buClr>
                <a:srgbClr val="8b8b8b"/>
              </a:buClr>
              <a:buFont typeface="Arial"/>
              <a:buChar char="•"/>
            </a:pPr>
            <a:r>
              <a:rPr b="0" lang="en-US" sz="2800" spc="-1" strike="noStrike">
                <a:solidFill>
                  <a:schemeClr val="dk1">
                    <a:tint val="75000"/>
                  </a:schemeClr>
                </a:solidFill>
                <a:latin typeface="Century Gothic"/>
              </a:rPr>
              <a:t>Check measuring equipment</a:t>
            </a:r>
            <a:endParaRPr b="0" lang="en-US" sz="2800" spc="-1" strike="noStrike">
              <a:solidFill>
                <a:schemeClr val="dk1">
                  <a:lumMod val="75000"/>
                  <a:lumOff val="25000"/>
                </a:schemeClr>
              </a:solidFill>
              <a:latin typeface="Century Gothic"/>
            </a:endParaRPr>
          </a:p>
          <a:p>
            <a:pPr indent="-324000" algn="r" defTabSz="914400">
              <a:lnSpc>
                <a:spcPct val="100000"/>
              </a:lnSpc>
              <a:buClr>
                <a:srgbClr val="8b8b8b"/>
              </a:buClr>
              <a:buFont typeface="Arial"/>
              <a:buChar char="•"/>
            </a:pPr>
            <a:r>
              <a:rPr b="0" lang="en-US" sz="2800" spc="-1" strike="noStrike">
                <a:solidFill>
                  <a:schemeClr val="dk1">
                    <a:tint val="75000"/>
                  </a:schemeClr>
                </a:solidFill>
                <a:latin typeface="Century Gothic"/>
              </a:rPr>
              <a:t>Keep hoppers clean inside and outside</a:t>
            </a:r>
            <a:endParaRPr b="0" lang="en-US" sz="2800" spc="-1" strike="noStrike">
              <a:solidFill>
                <a:schemeClr val="dk1">
                  <a:lumMod val="75000"/>
                  <a:lumOff val="25000"/>
                </a:schemeClr>
              </a:solidFill>
              <a:latin typeface="Century Gothic"/>
            </a:endParaRPr>
          </a:p>
        </p:txBody>
      </p:sp>
      <p:pic>
        <p:nvPicPr>
          <p:cNvPr id="709" name="Picture 1" descr=""/>
          <p:cNvPicPr/>
          <p:nvPr/>
        </p:nvPicPr>
        <p:blipFill>
          <a:blip r:embed="rId1"/>
          <a:stretch/>
        </p:blipFill>
        <p:spPr>
          <a:xfrm>
            <a:off x="6730200" y="0"/>
            <a:ext cx="5554800" cy="685692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0" name="PlaceHolder 1"/>
          <p:cNvSpPr>
            <a:spLocks noGrp="1"/>
          </p:cNvSpPr>
          <p:nvPr>
            <p:ph type="title"/>
          </p:nvPr>
        </p:nvSpPr>
        <p:spPr>
          <a:xfrm>
            <a:off x="1981080" y="275040"/>
            <a:ext cx="8229240" cy="705600"/>
          </a:xfrm>
          <a:prstGeom prst="rect">
            <a:avLst/>
          </a:prstGeom>
          <a:noFill/>
          <a:ln w="0">
            <a:noFill/>
          </a:ln>
        </p:spPr>
        <p:txBody>
          <a:bodyPr lIns="91440" rIns="91440" tIns="45720" bIns="45720" anchor="t">
            <a:normAutofit fontScale="53888"/>
          </a:bodyPr>
          <a:p>
            <a:pPr indent="0" algn="ctr" defTabSz="457200">
              <a:lnSpc>
                <a:spcPct val="100000"/>
              </a:lnSpc>
              <a:buNone/>
            </a:pPr>
            <a:r>
              <a:rPr b="1" lang="en-US" sz="4000" spc="-1" strike="noStrike">
                <a:solidFill>
                  <a:schemeClr val="dk1">
                    <a:lumMod val="85000"/>
                    <a:lumOff val="15000"/>
                  </a:schemeClr>
                </a:solidFill>
                <a:latin typeface="Century Gothic"/>
              </a:rPr>
              <a:t>Volume Batching</a:t>
            </a:r>
            <a:br>
              <a:rPr sz="3600"/>
            </a:br>
            <a:endParaRPr b="0" lang="en-US" sz="4000" spc="-1" strike="noStrike">
              <a:solidFill>
                <a:schemeClr val="dk1"/>
              </a:solidFill>
              <a:latin typeface="Century Gothic"/>
            </a:endParaRPr>
          </a:p>
        </p:txBody>
      </p:sp>
      <p:sp>
        <p:nvSpPr>
          <p:cNvPr id="711" name="PlaceHolder 2"/>
          <p:cNvSpPr>
            <a:spLocks noGrp="1"/>
          </p:cNvSpPr>
          <p:nvPr>
            <p:ph/>
          </p:nvPr>
        </p:nvSpPr>
        <p:spPr>
          <a:xfrm>
            <a:off x="2819520" y="1267560"/>
            <a:ext cx="7772040" cy="5257440"/>
          </a:xfrm>
          <a:prstGeom prst="rect">
            <a:avLst/>
          </a:prstGeom>
          <a:noFill/>
          <a:ln w="0">
            <a:noFill/>
          </a:ln>
        </p:spPr>
        <p:txBody>
          <a:bodyPr lIns="91440" rIns="91440" tIns="45720" bIns="45720" anchor="t">
            <a:noAutofit/>
          </a:bodyPr>
          <a:p>
            <a:pPr indent="-324000" algn="r" defTabSz="914400">
              <a:lnSpc>
                <a:spcPct val="100000"/>
              </a:lnSpc>
              <a:buClr>
                <a:srgbClr val="8b8b8b"/>
              </a:buClr>
              <a:buFont typeface="Arial"/>
              <a:buChar char="•"/>
            </a:pPr>
            <a:r>
              <a:rPr b="0" lang="en-US" sz="2800" spc="-1" strike="noStrike">
                <a:solidFill>
                  <a:schemeClr val="dk1">
                    <a:tint val="75000"/>
                  </a:schemeClr>
                </a:solidFill>
                <a:latin typeface="Century Gothic"/>
              </a:rPr>
              <a:t>Use whole bags of cement</a:t>
            </a:r>
            <a:endParaRPr b="0" lang="en-US" sz="2800" spc="-1" strike="noStrike">
              <a:solidFill>
                <a:schemeClr val="dk1">
                  <a:lumMod val="75000"/>
                  <a:lumOff val="25000"/>
                </a:schemeClr>
              </a:solidFill>
              <a:latin typeface="Century Gothic"/>
            </a:endParaRPr>
          </a:p>
          <a:p>
            <a:pPr indent="-324000" algn="r" defTabSz="914400">
              <a:lnSpc>
                <a:spcPct val="100000"/>
              </a:lnSpc>
              <a:buClr>
                <a:srgbClr val="8b8b8b"/>
              </a:buClr>
              <a:buFont typeface="Arial"/>
              <a:buChar char="•"/>
            </a:pPr>
            <a:r>
              <a:rPr b="0" lang="en-US" sz="2800" spc="-1" strike="noStrike">
                <a:solidFill>
                  <a:schemeClr val="dk1">
                    <a:tint val="75000"/>
                  </a:schemeClr>
                </a:solidFill>
                <a:latin typeface="Century Gothic"/>
              </a:rPr>
              <a:t>Aggregates damp and loose</a:t>
            </a:r>
            <a:endParaRPr b="0" lang="en-US" sz="2800" spc="-1" strike="noStrike">
              <a:solidFill>
                <a:schemeClr val="dk1">
                  <a:lumMod val="75000"/>
                  <a:lumOff val="25000"/>
                </a:schemeClr>
              </a:solidFill>
              <a:latin typeface="Century Gothic"/>
            </a:endParaRPr>
          </a:p>
          <a:p>
            <a:pPr indent="-324000" algn="r" defTabSz="914400">
              <a:lnSpc>
                <a:spcPct val="100000"/>
              </a:lnSpc>
              <a:buClr>
                <a:srgbClr val="8b8b8b"/>
              </a:buClr>
              <a:buFont typeface="Arial"/>
              <a:buChar char="•"/>
            </a:pPr>
            <a:r>
              <a:rPr b="0" lang="en-US" sz="2800" spc="-1" strike="noStrike">
                <a:solidFill>
                  <a:schemeClr val="dk1">
                    <a:tint val="75000"/>
                  </a:schemeClr>
                </a:solidFill>
                <a:latin typeface="Century Gothic"/>
              </a:rPr>
              <a:t>Enough containers for whole batch</a:t>
            </a:r>
            <a:endParaRPr b="0" lang="en-US" sz="2800" spc="-1" strike="noStrike">
              <a:solidFill>
                <a:schemeClr val="dk1">
                  <a:lumMod val="75000"/>
                  <a:lumOff val="25000"/>
                </a:schemeClr>
              </a:solidFill>
              <a:latin typeface="Century Gothic"/>
            </a:endParaRPr>
          </a:p>
          <a:p>
            <a:pPr indent="-324000" algn="r" defTabSz="914400">
              <a:lnSpc>
                <a:spcPct val="100000"/>
              </a:lnSpc>
              <a:buClr>
                <a:srgbClr val="8b8b8b"/>
              </a:buClr>
              <a:buFont typeface="Arial"/>
              <a:buChar char="•"/>
            </a:pPr>
            <a:r>
              <a:rPr b="0" lang="en-US" sz="2800" spc="-1" strike="noStrike">
                <a:solidFill>
                  <a:schemeClr val="dk1">
                    <a:tint val="75000"/>
                  </a:schemeClr>
                </a:solidFill>
                <a:latin typeface="Century Gothic"/>
              </a:rPr>
              <a:t>Containers rigid</a:t>
            </a:r>
            <a:endParaRPr b="0" lang="en-US" sz="2800" spc="-1" strike="noStrike">
              <a:solidFill>
                <a:schemeClr val="dk1">
                  <a:lumMod val="75000"/>
                  <a:lumOff val="25000"/>
                </a:schemeClr>
              </a:solidFill>
              <a:latin typeface="Century Gothic"/>
            </a:endParaRPr>
          </a:p>
          <a:p>
            <a:pPr indent="-324000" algn="r" defTabSz="914400">
              <a:lnSpc>
                <a:spcPct val="100000"/>
              </a:lnSpc>
              <a:buClr>
                <a:srgbClr val="8b8b8b"/>
              </a:buClr>
              <a:buFont typeface="Arial"/>
              <a:buChar char="•"/>
            </a:pPr>
            <a:r>
              <a:rPr b="0" lang="en-US" sz="2800" spc="-1" strike="noStrike">
                <a:solidFill>
                  <a:schemeClr val="dk1">
                    <a:tint val="75000"/>
                  </a:schemeClr>
                </a:solidFill>
                <a:latin typeface="Century Gothic"/>
              </a:rPr>
              <a:t>Filled to top</a:t>
            </a:r>
            <a:endParaRPr b="0" lang="en-US" sz="2800" spc="-1" strike="noStrike">
              <a:solidFill>
                <a:schemeClr val="dk1">
                  <a:lumMod val="75000"/>
                  <a:lumOff val="25000"/>
                </a:schemeClr>
              </a:solidFill>
              <a:latin typeface="Century Gothic"/>
            </a:endParaRPr>
          </a:p>
          <a:p>
            <a:pPr indent="-324000" algn="r" defTabSz="914400">
              <a:lnSpc>
                <a:spcPct val="100000"/>
              </a:lnSpc>
              <a:buClr>
                <a:srgbClr val="8b8b8b"/>
              </a:buClr>
              <a:buFont typeface="Arial"/>
              <a:buChar char="•"/>
            </a:pPr>
            <a:r>
              <a:rPr b="0" lang="en-US" sz="2800" spc="-1" strike="noStrike">
                <a:solidFill>
                  <a:schemeClr val="dk1">
                    <a:tint val="75000"/>
                  </a:schemeClr>
                </a:solidFill>
                <a:latin typeface="Century Gothic"/>
              </a:rPr>
              <a:t>Water by visual assessment</a:t>
            </a:r>
            <a:endParaRPr b="0" lang="en-US" sz="2800" spc="-1" strike="noStrike">
              <a:solidFill>
                <a:schemeClr val="dk1">
                  <a:lumMod val="75000"/>
                  <a:lumOff val="25000"/>
                </a:schemeClr>
              </a:solidFill>
              <a:latin typeface="Century Gothic"/>
            </a:endParaRPr>
          </a:p>
          <a:p>
            <a:pPr indent="-324000" algn="r" defTabSz="914400">
              <a:lnSpc>
                <a:spcPct val="100000"/>
              </a:lnSpc>
              <a:buClr>
                <a:srgbClr val="8b8b8b"/>
              </a:buClr>
              <a:buFont typeface="Arial"/>
              <a:buChar char="•"/>
            </a:pPr>
            <a:r>
              <a:rPr b="0" lang="en-US" sz="2800" spc="-1" strike="noStrike">
                <a:solidFill>
                  <a:schemeClr val="dk1">
                    <a:tint val="75000"/>
                  </a:schemeClr>
                </a:solidFill>
                <a:latin typeface="Century Gothic"/>
              </a:rPr>
              <a:t>No admixtures</a:t>
            </a:r>
            <a:endParaRPr b="0" lang="en-US" sz="2800" spc="-1" strike="noStrike">
              <a:solidFill>
                <a:schemeClr val="dk1">
                  <a:lumMod val="75000"/>
                  <a:lumOff val="25000"/>
                </a:schemeClr>
              </a:solidFill>
              <a:latin typeface="Century Gothic"/>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2" name="PlaceHolder 1"/>
          <p:cNvSpPr>
            <a:spLocks noGrp="1"/>
          </p:cNvSpPr>
          <p:nvPr>
            <p:ph/>
          </p:nvPr>
        </p:nvSpPr>
        <p:spPr>
          <a:xfrm>
            <a:off x="2099880" y="1053360"/>
            <a:ext cx="8028360" cy="5255640"/>
          </a:xfrm>
          <a:prstGeom prst="rect">
            <a:avLst/>
          </a:prstGeom>
          <a:noFill/>
          <a:ln w="0">
            <a:noFill/>
          </a:ln>
        </p:spPr>
        <p:txBody>
          <a:bodyPr lIns="90360" rIns="90360" tIns="44280" bIns="44280" anchor="t">
            <a:normAutofit/>
          </a:bodyPr>
          <a:p>
            <a:pPr marL="571680" indent="-571680" algn="r" defTabSz="914400">
              <a:lnSpc>
                <a:spcPct val="100000"/>
              </a:lnSpc>
              <a:buClr>
                <a:srgbClr val="8b8b8b"/>
              </a:buClr>
              <a:buFont typeface="Arial"/>
              <a:buChar char="•"/>
            </a:pPr>
            <a:r>
              <a:rPr b="0" lang="en-US" sz="2800" spc="-1" strike="noStrike">
                <a:solidFill>
                  <a:schemeClr val="dk1">
                    <a:tint val="75000"/>
                  </a:schemeClr>
                </a:solidFill>
                <a:latin typeface="Century Gothic"/>
              </a:rPr>
              <a:t>Cement</a:t>
            </a:r>
            <a:endParaRPr b="0" lang="en-US" sz="2800" spc="-1" strike="noStrike">
              <a:solidFill>
                <a:schemeClr val="dk1">
                  <a:lumMod val="75000"/>
                  <a:lumOff val="25000"/>
                </a:schemeClr>
              </a:solidFill>
              <a:latin typeface="Century Gothic"/>
            </a:endParaRPr>
          </a:p>
          <a:p>
            <a:pPr lvl="1" marL="1028880" indent="-571680" defTabSz="914400">
              <a:lnSpc>
                <a:spcPct val="100000"/>
              </a:lnSpc>
              <a:buClr>
                <a:srgbClr val="4b866e"/>
              </a:buClr>
              <a:buFont typeface="Arial"/>
              <a:buChar char="•"/>
            </a:pPr>
            <a:r>
              <a:rPr b="0" lang="en-US" sz="2400" spc="-1" strike="noStrike">
                <a:solidFill>
                  <a:schemeClr val="accent6">
                    <a:lumMod val="75000"/>
                  </a:schemeClr>
                </a:solidFill>
                <a:latin typeface="Century Gothic"/>
              </a:rPr>
              <a:t>Quantity</a:t>
            </a:r>
            <a:endParaRPr b="0" lang="en-US" sz="2400" spc="-1" strike="noStrike">
              <a:solidFill>
                <a:schemeClr val="dk1">
                  <a:lumMod val="75000"/>
                  <a:lumOff val="25000"/>
                </a:schemeClr>
              </a:solidFill>
              <a:latin typeface="Century Gothic"/>
            </a:endParaRPr>
          </a:p>
          <a:p>
            <a:pPr lvl="2" marL="1371600" indent="-457200" defTabSz="914400">
              <a:lnSpc>
                <a:spcPct val="100000"/>
              </a:lnSpc>
              <a:buClr>
                <a:srgbClr val="4b866e"/>
              </a:buClr>
              <a:buFont typeface="Arial"/>
              <a:buChar char="•"/>
            </a:pPr>
            <a:r>
              <a:rPr b="0" lang="en-US" sz="2000" spc="-1" strike="noStrike">
                <a:solidFill>
                  <a:schemeClr val="accent6">
                    <a:lumMod val="75000"/>
                  </a:schemeClr>
                </a:solidFill>
                <a:latin typeface="Century Gothic"/>
              </a:rPr>
              <a:t>More cement makes mix cohesive</a:t>
            </a:r>
            <a:endParaRPr b="0" lang="en-US" sz="2000" spc="-1" strike="noStrike">
              <a:solidFill>
                <a:schemeClr val="dk1">
                  <a:lumMod val="75000"/>
                  <a:lumOff val="25000"/>
                </a:schemeClr>
              </a:solidFill>
              <a:latin typeface="Century Gothic"/>
            </a:endParaRPr>
          </a:p>
          <a:p>
            <a:pPr marL="628560" indent="-571680" algn="r" defTabSz="914400">
              <a:lnSpc>
                <a:spcPct val="100000"/>
              </a:lnSpc>
              <a:buClr>
                <a:srgbClr val="8b8b8b"/>
              </a:buClr>
              <a:buFont typeface="Arial"/>
              <a:buChar char="•"/>
            </a:pPr>
            <a:r>
              <a:rPr b="0" lang="en-US" sz="2800" spc="-1" strike="noStrike">
                <a:solidFill>
                  <a:schemeClr val="dk1">
                    <a:tint val="75000"/>
                  </a:schemeClr>
                </a:solidFill>
                <a:latin typeface="Century Gothic"/>
              </a:rPr>
              <a:t>Fineness</a:t>
            </a:r>
            <a:endParaRPr b="0" lang="en-US" sz="2800" spc="-1" strike="noStrike">
              <a:solidFill>
                <a:schemeClr val="dk1">
                  <a:lumMod val="75000"/>
                  <a:lumOff val="25000"/>
                </a:schemeClr>
              </a:solidFill>
              <a:latin typeface="Century Gothic"/>
            </a:endParaRPr>
          </a:p>
          <a:p>
            <a:pPr lvl="1" marL="1028880" indent="-571680" defTabSz="914400">
              <a:lnSpc>
                <a:spcPct val="100000"/>
              </a:lnSpc>
              <a:buClr>
                <a:srgbClr val="4b866e"/>
              </a:buClr>
              <a:buFont typeface="Arial"/>
              <a:buChar char="•"/>
            </a:pPr>
            <a:r>
              <a:rPr b="0" lang="en-US" sz="2400" spc="-1" strike="noStrike">
                <a:solidFill>
                  <a:schemeClr val="accent6">
                    <a:lumMod val="75000"/>
                  </a:schemeClr>
                </a:solidFill>
                <a:latin typeface="Century Gothic"/>
              </a:rPr>
              <a:t>Type of cement</a:t>
            </a:r>
            <a:endParaRPr b="0" lang="en-US" sz="2400" spc="-1" strike="noStrike">
              <a:solidFill>
                <a:schemeClr val="dk1">
                  <a:lumMod val="75000"/>
                  <a:lumOff val="25000"/>
                </a:schemeClr>
              </a:solidFill>
              <a:latin typeface="Century Gothic"/>
            </a:endParaRPr>
          </a:p>
          <a:p>
            <a:pPr lvl="2" marL="1371600" indent="-457200" defTabSz="914400">
              <a:lnSpc>
                <a:spcPct val="100000"/>
              </a:lnSpc>
              <a:buClr>
                <a:srgbClr val="4b866e"/>
              </a:buClr>
              <a:buFont typeface="Arial"/>
              <a:buChar char="•"/>
            </a:pPr>
            <a:r>
              <a:rPr b="0" lang="en-US" sz="2000" spc="-1" strike="noStrike">
                <a:solidFill>
                  <a:schemeClr val="accent6">
                    <a:lumMod val="75000"/>
                  </a:schemeClr>
                </a:solidFill>
                <a:latin typeface="Century Gothic"/>
              </a:rPr>
              <a:t>Fly ash give better workability</a:t>
            </a:r>
            <a:endParaRPr b="0" lang="en-US" sz="2000" spc="-1" strike="noStrike">
              <a:solidFill>
                <a:schemeClr val="dk1">
                  <a:lumMod val="75000"/>
                  <a:lumOff val="25000"/>
                </a:schemeClr>
              </a:solidFill>
              <a:latin typeface="Century Gothic"/>
            </a:endParaRPr>
          </a:p>
        </p:txBody>
      </p:sp>
      <p:sp>
        <p:nvSpPr>
          <p:cNvPr id="713" name="TextBox 4"/>
          <p:cNvSpPr/>
          <p:nvPr/>
        </p:nvSpPr>
        <p:spPr>
          <a:xfrm>
            <a:off x="1523880" y="188640"/>
            <a:ext cx="9143640" cy="69912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4000" spc="-1" strike="noStrike">
                <a:solidFill>
                  <a:schemeClr val="accent6">
                    <a:lumMod val="75000"/>
                  </a:schemeClr>
                </a:solidFill>
                <a:latin typeface="Century Gothic"/>
              </a:rPr>
              <a:t>Material influence on mix design</a:t>
            </a:r>
            <a:endParaRPr b="0" lang="en-US" sz="4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4" name="PlaceHolder 1"/>
          <p:cNvSpPr>
            <a:spLocks noGrp="1"/>
          </p:cNvSpPr>
          <p:nvPr>
            <p:ph/>
          </p:nvPr>
        </p:nvSpPr>
        <p:spPr>
          <a:xfrm>
            <a:off x="2351160" y="1125360"/>
            <a:ext cx="8000640" cy="5256000"/>
          </a:xfrm>
          <a:prstGeom prst="rect">
            <a:avLst/>
          </a:prstGeom>
          <a:noFill/>
          <a:ln w="0">
            <a:noFill/>
          </a:ln>
        </p:spPr>
        <p:txBody>
          <a:bodyPr lIns="90360" rIns="90360" tIns="44280" bIns="44280" anchor="t">
            <a:normAutofit/>
          </a:bodyPr>
          <a:p>
            <a:pPr indent="-324000" algn="r" defTabSz="914400">
              <a:lnSpc>
                <a:spcPct val="100000"/>
              </a:lnSpc>
              <a:buClr>
                <a:srgbClr val="8b8b8b"/>
              </a:buClr>
              <a:buFont typeface="Arial"/>
              <a:buChar char="•"/>
            </a:pPr>
            <a:r>
              <a:rPr b="0" lang="en-US" sz="2800" spc="-1" strike="noStrike">
                <a:solidFill>
                  <a:schemeClr val="dk1">
                    <a:tint val="75000"/>
                  </a:schemeClr>
                </a:solidFill>
                <a:latin typeface="Century Gothic"/>
              </a:rPr>
              <a:t>Fine aggregates (Sand)</a:t>
            </a:r>
            <a:endParaRPr b="0" lang="en-US" sz="28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Major influence in water requirement</a:t>
            </a:r>
            <a:endParaRPr b="0" lang="en-US" sz="24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Can influence up to 50 liters/m</a:t>
            </a:r>
            <a:r>
              <a:rPr b="0" lang="en-US" sz="2400" spc="-1" strike="noStrike" baseline="30000">
                <a:solidFill>
                  <a:schemeClr val="accent6">
                    <a:lumMod val="75000"/>
                  </a:schemeClr>
                </a:solidFill>
                <a:latin typeface="Century Gothic"/>
              </a:rPr>
              <a:t>3</a:t>
            </a:r>
            <a:endParaRPr b="0" lang="en-US" sz="24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Particle shape affects water requirement</a:t>
            </a:r>
            <a:endParaRPr b="0" lang="en-US" sz="24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Fines content</a:t>
            </a:r>
            <a:endParaRPr b="0" lang="en-US" sz="2400" spc="-1" strike="noStrike">
              <a:solidFill>
                <a:schemeClr val="dk1">
                  <a:lumMod val="75000"/>
                  <a:lumOff val="25000"/>
                </a:schemeClr>
              </a:solidFill>
              <a:latin typeface="Century Gothic"/>
            </a:endParaRPr>
          </a:p>
          <a:p>
            <a:pPr lvl="2" marL="1200240" indent="-285840" defTabSz="914400">
              <a:lnSpc>
                <a:spcPct val="100000"/>
              </a:lnSpc>
              <a:buClr>
                <a:srgbClr val="4b866e"/>
              </a:buClr>
              <a:buFont typeface="Arial"/>
              <a:buChar char="•"/>
            </a:pPr>
            <a:r>
              <a:rPr b="0" lang="en-US" sz="2000" spc="-1" strike="noStrike">
                <a:solidFill>
                  <a:schemeClr val="accent6">
                    <a:lumMod val="75000"/>
                  </a:schemeClr>
                </a:solidFill>
                <a:latin typeface="Century Gothic"/>
              </a:rPr>
              <a:t>Too little makes harsh, bleeding, segregating mixes</a:t>
            </a:r>
            <a:endParaRPr b="0" lang="en-US" sz="2000" spc="-1" strike="noStrike">
              <a:solidFill>
                <a:schemeClr val="dk1">
                  <a:lumMod val="75000"/>
                  <a:lumOff val="25000"/>
                </a:schemeClr>
              </a:solidFill>
              <a:latin typeface="Century Gothic"/>
            </a:endParaRPr>
          </a:p>
          <a:p>
            <a:pPr lvl="2" marL="1200240" indent="-285840" defTabSz="914400">
              <a:lnSpc>
                <a:spcPct val="100000"/>
              </a:lnSpc>
              <a:buClr>
                <a:srgbClr val="4b866e"/>
              </a:buClr>
              <a:buFont typeface="Arial"/>
              <a:buChar char="•"/>
            </a:pPr>
            <a:r>
              <a:rPr b="0" lang="en-US" sz="2000" spc="-1" strike="noStrike">
                <a:solidFill>
                  <a:schemeClr val="accent6">
                    <a:lumMod val="75000"/>
                  </a:schemeClr>
                </a:solidFill>
                <a:latin typeface="Century Gothic"/>
              </a:rPr>
              <a:t>Too much makes high water requirement, high shrinkage,  sticky mixes</a:t>
            </a:r>
            <a:endParaRPr b="0" lang="en-US" sz="2000" spc="-1" strike="noStrike">
              <a:solidFill>
                <a:schemeClr val="dk1">
                  <a:lumMod val="75000"/>
                  <a:lumOff val="25000"/>
                </a:schemeClr>
              </a:solidFill>
              <a:latin typeface="Century Gothic"/>
            </a:endParaRPr>
          </a:p>
          <a:p>
            <a:pPr indent="0" algn="r" defTabSz="914400">
              <a:lnSpc>
                <a:spcPct val="100000"/>
              </a:lnSpc>
              <a:buNone/>
            </a:pPr>
            <a:endParaRPr b="0" lang="en-US" sz="900" spc="-1" strike="noStrike">
              <a:solidFill>
                <a:schemeClr val="dk1">
                  <a:lumMod val="75000"/>
                  <a:lumOff val="25000"/>
                </a:schemeClr>
              </a:solidFill>
              <a:latin typeface="Century Gothic"/>
            </a:endParaRPr>
          </a:p>
        </p:txBody>
      </p:sp>
      <p:sp>
        <p:nvSpPr>
          <p:cNvPr id="715" name="TextBox 4"/>
          <p:cNvSpPr/>
          <p:nvPr/>
        </p:nvSpPr>
        <p:spPr>
          <a:xfrm>
            <a:off x="1523880" y="260640"/>
            <a:ext cx="9143640" cy="69912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4000" spc="-1" strike="noStrike">
                <a:solidFill>
                  <a:schemeClr val="accent6">
                    <a:lumMod val="75000"/>
                  </a:schemeClr>
                </a:solidFill>
                <a:latin typeface="Century Gothic"/>
              </a:rPr>
              <a:t>Material influence on mix design</a:t>
            </a:r>
            <a:endParaRPr b="0" lang="en-US" sz="4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6" name="PlaceHolder 1"/>
          <p:cNvSpPr>
            <a:spLocks noGrp="1"/>
          </p:cNvSpPr>
          <p:nvPr>
            <p:ph/>
          </p:nvPr>
        </p:nvSpPr>
        <p:spPr>
          <a:xfrm>
            <a:off x="2099880" y="1053360"/>
            <a:ext cx="10092240" cy="5255640"/>
          </a:xfrm>
          <a:prstGeom prst="rect">
            <a:avLst/>
          </a:prstGeom>
          <a:noFill/>
          <a:ln w="0">
            <a:noFill/>
          </a:ln>
        </p:spPr>
        <p:txBody>
          <a:bodyPr lIns="90360" rIns="90360" tIns="44280" bIns="44280" anchor="t">
            <a:normAutofit/>
          </a:bodyPr>
          <a:p>
            <a:pPr marL="457200" indent="-457200" algn="r" defTabSz="914400">
              <a:lnSpc>
                <a:spcPct val="100000"/>
              </a:lnSpc>
              <a:buClr>
                <a:srgbClr val="8b8b8b"/>
              </a:buClr>
              <a:buFont typeface="Arial"/>
              <a:buChar char="•"/>
            </a:pPr>
            <a:r>
              <a:rPr b="0" lang="en-US" sz="2800" spc="-1" strike="noStrike">
                <a:solidFill>
                  <a:schemeClr val="dk1">
                    <a:tint val="75000"/>
                  </a:schemeClr>
                </a:solidFill>
                <a:latin typeface="Century Gothic"/>
              </a:rPr>
              <a:t>Stone (properties influencing mix proportions)</a:t>
            </a:r>
            <a:endParaRPr b="0" lang="en-US" sz="28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Grading</a:t>
            </a:r>
            <a:endParaRPr b="0" lang="en-US" sz="24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Size</a:t>
            </a:r>
            <a:endParaRPr b="0" lang="en-US" sz="2400" spc="-1" strike="noStrike">
              <a:solidFill>
                <a:schemeClr val="dk1">
                  <a:lumMod val="75000"/>
                  <a:lumOff val="25000"/>
                </a:schemeClr>
              </a:solidFill>
              <a:latin typeface="Century Gothic"/>
            </a:endParaRPr>
          </a:p>
          <a:p>
            <a:pPr lvl="2" marL="1200240" indent="-285840" defTabSz="914400">
              <a:lnSpc>
                <a:spcPct val="100000"/>
              </a:lnSpc>
              <a:buClr>
                <a:srgbClr val="4b866e"/>
              </a:buClr>
              <a:buFont typeface="Arial"/>
              <a:buChar char="•"/>
            </a:pPr>
            <a:r>
              <a:rPr b="0" lang="en-US" sz="2000" spc="-1" strike="noStrike">
                <a:solidFill>
                  <a:schemeClr val="accent6">
                    <a:lumMod val="75000"/>
                  </a:schemeClr>
                </a:solidFill>
                <a:latin typeface="Century Gothic"/>
              </a:rPr>
              <a:t>Larger than 19.0 mm makes harsher concrete</a:t>
            </a:r>
            <a:endParaRPr b="0" lang="en-US" sz="2000" spc="-1" strike="noStrike">
              <a:solidFill>
                <a:schemeClr val="dk1">
                  <a:lumMod val="75000"/>
                  <a:lumOff val="25000"/>
                </a:schemeClr>
              </a:solidFill>
              <a:latin typeface="Century Gothic"/>
            </a:endParaRPr>
          </a:p>
          <a:p>
            <a:pPr lvl="2" marL="1200240" indent="-285840" defTabSz="914400">
              <a:lnSpc>
                <a:spcPct val="100000"/>
              </a:lnSpc>
              <a:buClr>
                <a:srgbClr val="4b866e"/>
              </a:buClr>
              <a:buFont typeface="Arial"/>
              <a:buChar char="•"/>
            </a:pPr>
            <a:r>
              <a:rPr b="0" lang="en-US" sz="2000" spc="-1" strike="noStrike">
                <a:solidFill>
                  <a:schemeClr val="accent6">
                    <a:lumMod val="75000"/>
                  </a:schemeClr>
                </a:solidFill>
                <a:latin typeface="Century Gothic"/>
              </a:rPr>
              <a:t>Smaller that 19.0 mm makes expensive concrete</a:t>
            </a:r>
            <a:endParaRPr b="0" lang="en-US" sz="2000" spc="-1" strike="noStrike">
              <a:solidFill>
                <a:schemeClr val="dk1">
                  <a:lumMod val="75000"/>
                  <a:lumOff val="25000"/>
                </a:schemeClr>
              </a:solidFill>
              <a:latin typeface="Century Gothic"/>
            </a:endParaRPr>
          </a:p>
          <a:p>
            <a:pPr lvl="2" marL="1200240" indent="-285840" defTabSz="914400">
              <a:lnSpc>
                <a:spcPct val="100000"/>
              </a:lnSpc>
              <a:buClr>
                <a:srgbClr val="4b866e"/>
              </a:buClr>
              <a:buFont typeface="Arial"/>
              <a:buChar char="•"/>
            </a:pPr>
            <a:r>
              <a:rPr b="0" lang="en-US" sz="2000" spc="-1" strike="noStrike">
                <a:solidFill>
                  <a:schemeClr val="accent6">
                    <a:lumMod val="75000"/>
                  </a:schemeClr>
                </a:solidFill>
                <a:latin typeface="Century Gothic"/>
              </a:rPr>
              <a:t>Can blend different sizes to improve workability and durability</a:t>
            </a:r>
            <a:endParaRPr b="0" lang="en-US" sz="20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Relative Density</a:t>
            </a:r>
            <a:endParaRPr b="0" lang="en-US" sz="24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Shape</a:t>
            </a:r>
            <a:endParaRPr b="0" lang="en-US" sz="2400" spc="-1" strike="noStrike">
              <a:solidFill>
                <a:schemeClr val="dk1">
                  <a:lumMod val="75000"/>
                  <a:lumOff val="25000"/>
                </a:schemeClr>
              </a:solidFill>
              <a:latin typeface="Century Gothic"/>
            </a:endParaRPr>
          </a:p>
          <a:p>
            <a:pPr marL="457200" indent="-457200" algn="r" defTabSz="914400">
              <a:lnSpc>
                <a:spcPct val="100000"/>
              </a:lnSpc>
              <a:buClr>
                <a:srgbClr val="8b8b8b"/>
              </a:buClr>
              <a:buFont typeface="Arial"/>
              <a:buChar char="•"/>
            </a:pPr>
            <a:r>
              <a:rPr b="0" lang="en-US" sz="2800" spc="-1" strike="noStrike">
                <a:solidFill>
                  <a:schemeClr val="dk1">
                    <a:tint val="75000"/>
                  </a:schemeClr>
                </a:solidFill>
                <a:latin typeface="Century Gothic"/>
              </a:rPr>
              <a:t>Better concrete with good grading, size and shape</a:t>
            </a:r>
            <a:endParaRPr b="0" lang="en-US" sz="2800" spc="-1" strike="noStrike">
              <a:solidFill>
                <a:schemeClr val="dk1">
                  <a:lumMod val="75000"/>
                  <a:lumOff val="25000"/>
                </a:schemeClr>
              </a:solidFill>
              <a:latin typeface="Century Gothic"/>
            </a:endParaRPr>
          </a:p>
        </p:txBody>
      </p:sp>
      <p:sp>
        <p:nvSpPr>
          <p:cNvPr id="717" name="TextBox 4"/>
          <p:cNvSpPr/>
          <p:nvPr/>
        </p:nvSpPr>
        <p:spPr>
          <a:xfrm>
            <a:off x="1523880" y="188640"/>
            <a:ext cx="9143640" cy="69912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4000" spc="-1" strike="noStrike">
                <a:solidFill>
                  <a:schemeClr val="accent6">
                    <a:lumMod val="75000"/>
                  </a:schemeClr>
                </a:solidFill>
                <a:latin typeface="Century Gothic"/>
              </a:rPr>
              <a:t>Material influence on mix design</a:t>
            </a:r>
            <a:endParaRPr b="0" lang="en-US" sz="4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8" name="PlaceHolder 1"/>
          <p:cNvSpPr>
            <a:spLocks noGrp="1"/>
          </p:cNvSpPr>
          <p:nvPr>
            <p:ph type="title"/>
          </p:nvPr>
        </p:nvSpPr>
        <p:spPr>
          <a:xfrm>
            <a:off x="1356480" y="-12240"/>
            <a:ext cx="8911440" cy="1280520"/>
          </a:xfrm>
          <a:prstGeom prst="rect">
            <a:avLst/>
          </a:prstGeom>
          <a:noFill/>
          <a:ln w="0">
            <a:noFill/>
          </a:ln>
        </p:spPr>
        <p:txBody>
          <a:bodyPr lIns="91440" rIns="91440" tIns="45720" bIns="45720" anchor="t">
            <a:normAutofit/>
          </a:bodyPr>
          <a:p>
            <a:pPr indent="0" algn="ctr" defTabSz="457200">
              <a:lnSpc>
                <a:spcPct val="100000"/>
              </a:lnSpc>
              <a:buNone/>
            </a:pPr>
            <a:r>
              <a:rPr b="1" lang="en-GB" sz="4000" spc="-1" strike="noStrike">
                <a:solidFill>
                  <a:schemeClr val="dk1">
                    <a:lumMod val="85000"/>
                    <a:lumOff val="15000"/>
                  </a:schemeClr>
                </a:solidFill>
                <a:latin typeface="Century Gothic"/>
              </a:rPr>
              <a:t>Things to Remember</a:t>
            </a:r>
            <a:endParaRPr b="0" lang="en-US" sz="4000" spc="-1" strike="noStrike">
              <a:solidFill>
                <a:schemeClr val="dk1"/>
              </a:solidFill>
              <a:latin typeface="Century Gothic"/>
            </a:endParaRPr>
          </a:p>
        </p:txBody>
      </p:sp>
      <p:sp>
        <p:nvSpPr>
          <p:cNvPr id="719" name="PlaceHolder 2"/>
          <p:cNvSpPr>
            <a:spLocks noGrp="1"/>
          </p:cNvSpPr>
          <p:nvPr>
            <p:ph/>
          </p:nvPr>
        </p:nvSpPr>
        <p:spPr>
          <a:xfrm>
            <a:off x="2207520" y="1268640"/>
            <a:ext cx="8229240" cy="3951000"/>
          </a:xfrm>
          <a:prstGeom prst="rect">
            <a:avLst/>
          </a:prstGeom>
          <a:noFill/>
          <a:ln w="0">
            <a:noFill/>
          </a:ln>
        </p:spPr>
        <p:txBody>
          <a:bodyPr lIns="91440" rIns="91440" tIns="45720" bIns="45720" anchor="t">
            <a:normAutofit/>
          </a:bodyPr>
          <a:p>
            <a:pPr indent="-324000" algn="r" defTabSz="914400">
              <a:lnSpc>
                <a:spcPct val="100000"/>
              </a:lnSpc>
              <a:buClr>
                <a:srgbClr val="8b8b8b"/>
              </a:buClr>
              <a:buFont typeface="Arial"/>
              <a:buChar char="•"/>
            </a:pPr>
            <a:r>
              <a:rPr b="0" lang="en-GB" sz="2800" spc="-1" strike="noStrike">
                <a:solidFill>
                  <a:schemeClr val="dk1">
                    <a:tint val="75000"/>
                  </a:schemeClr>
                </a:solidFill>
                <a:latin typeface="Century Gothic"/>
              </a:rPr>
              <a:t>1 m</a:t>
            </a:r>
            <a:r>
              <a:rPr b="0" lang="en-GB" sz="2800" spc="-1" strike="noStrike" baseline="30000">
                <a:solidFill>
                  <a:schemeClr val="dk1">
                    <a:tint val="75000"/>
                  </a:schemeClr>
                </a:solidFill>
                <a:latin typeface="Century Gothic"/>
              </a:rPr>
              <a:t>3</a:t>
            </a:r>
            <a:r>
              <a:rPr b="0" lang="en-GB" sz="2800" spc="-1" strike="noStrike">
                <a:solidFill>
                  <a:schemeClr val="dk1">
                    <a:tint val="75000"/>
                  </a:schemeClr>
                </a:solidFill>
                <a:latin typeface="Century Gothic"/>
              </a:rPr>
              <a:t> of concrete weighs ±2400 kg</a:t>
            </a:r>
            <a:endParaRPr b="0" lang="en-US" sz="28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GB" sz="2400" spc="-1" strike="noStrike">
                <a:solidFill>
                  <a:schemeClr val="accent6">
                    <a:lumMod val="75000"/>
                  </a:schemeClr>
                </a:solidFill>
                <a:latin typeface="Century Gothic"/>
              </a:rPr>
              <a:t>2400 kg is a good approximation</a:t>
            </a:r>
            <a:endParaRPr b="0" lang="en-US" sz="24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GB" sz="2400" spc="-1" strike="noStrike">
                <a:solidFill>
                  <a:schemeClr val="accent6">
                    <a:lumMod val="75000"/>
                  </a:schemeClr>
                </a:solidFill>
                <a:latin typeface="Century Gothic"/>
              </a:rPr>
              <a:t>Use actual density if available</a:t>
            </a:r>
            <a:endParaRPr b="0" lang="en-US" sz="2400" spc="-1" strike="noStrike">
              <a:solidFill>
                <a:schemeClr val="dk1">
                  <a:lumMod val="75000"/>
                  <a:lumOff val="25000"/>
                </a:schemeClr>
              </a:solidFill>
              <a:latin typeface="Century Gothic"/>
            </a:endParaRPr>
          </a:p>
          <a:p>
            <a:pPr indent="-324000" algn="r" defTabSz="914400">
              <a:lnSpc>
                <a:spcPct val="100000"/>
              </a:lnSpc>
              <a:buClr>
                <a:srgbClr val="8b8b8b"/>
              </a:buClr>
              <a:buFont typeface="Arial"/>
              <a:buChar char="•"/>
            </a:pPr>
            <a:r>
              <a:rPr b="0" lang="en-GB" sz="2800" spc="-1" strike="noStrike">
                <a:solidFill>
                  <a:schemeClr val="dk1">
                    <a:tint val="75000"/>
                  </a:schemeClr>
                </a:solidFill>
                <a:latin typeface="Century Gothic"/>
              </a:rPr>
              <a:t>Yield of a mix</a:t>
            </a:r>
            <a:endParaRPr b="0" lang="en-US" sz="28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GB" sz="2400" spc="-1" strike="noStrike">
                <a:solidFill>
                  <a:schemeClr val="accent6">
                    <a:lumMod val="75000"/>
                  </a:schemeClr>
                </a:solidFill>
                <a:latin typeface="Century Gothic"/>
              </a:rPr>
              <a:t>2/3(volume of dry materials)</a:t>
            </a:r>
            <a:endParaRPr b="0" lang="en-US" sz="2400" spc="-1" strike="noStrike">
              <a:solidFill>
                <a:schemeClr val="dk1">
                  <a:lumMod val="75000"/>
                  <a:lumOff val="25000"/>
                </a:schemeClr>
              </a:solidFill>
              <a:latin typeface="Century Gothic"/>
            </a:endParaRPr>
          </a:p>
          <a:p>
            <a:pPr indent="-324000" algn="r" defTabSz="914400">
              <a:lnSpc>
                <a:spcPct val="100000"/>
              </a:lnSpc>
              <a:buClr>
                <a:srgbClr val="8b8b8b"/>
              </a:buClr>
              <a:buFont typeface="Arial"/>
              <a:buChar char="•"/>
            </a:pPr>
            <a:r>
              <a:rPr b="0" lang="en-GB" sz="2800" spc="-1" strike="noStrike">
                <a:solidFill>
                  <a:schemeClr val="dk1">
                    <a:tint val="75000"/>
                  </a:schemeClr>
                </a:solidFill>
                <a:latin typeface="Century Gothic"/>
              </a:rPr>
              <a:t>Volume of 50kg bag of cement is 33ℓ</a:t>
            </a:r>
            <a:endParaRPr b="0" lang="en-US" sz="2800" spc="-1" strike="noStrike">
              <a:solidFill>
                <a:schemeClr val="dk1">
                  <a:lumMod val="75000"/>
                  <a:lumOff val="25000"/>
                </a:schemeClr>
              </a:solidFill>
              <a:latin typeface="Century Gothic"/>
            </a:endParaRPr>
          </a:p>
          <a:p>
            <a:pPr indent="-324000" algn="r" defTabSz="914400">
              <a:lnSpc>
                <a:spcPct val="100000"/>
              </a:lnSpc>
              <a:buClr>
                <a:srgbClr val="8b8b8b"/>
              </a:buClr>
              <a:buFont typeface="Arial"/>
              <a:buChar char="•"/>
            </a:pPr>
            <a:r>
              <a:rPr b="0" lang="en-GB" sz="2800" spc="-1" strike="noStrike">
                <a:solidFill>
                  <a:schemeClr val="dk1">
                    <a:tint val="75000"/>
                  </a:schemeClr>
                </a:solidFill>
                <a:latin typeface="Century Gothic"/>
              </a:rPr>
              <a:t>1ℓ water = 1kg of water</a:t>
            </a:r>
            <a:endParaRPr b="0" lang="en-US" sz="2800" spc="-1" strike="noStrike">
              <a:solidFill>
                <a:schemeClr val="dk1">
                  <a:lumMod val="75000"/>
                  <a:lumOff val="25000"/>
                </a:schemeClr>
              </a:solidFill>
              <a:latin typeface="Century Gothic"/>
            </a:endParaRPr>
          </a:p>
          <a:p>
            <a:pPr indent="-324000" algn="r" defTabSz="914400">
              <a:lnSpc>
                <a:spcPct val="100000"/>
              </a:lnSpc>
              <a:buClr>
                <a:srgbClr val="8b8b8b"/>
              </a:buClr>
              <a:buFont typeface="Arial"/>
              <a:buChar char="•"/>
            </a:pPr>
            <a:r>
              <a:rPr b="0" lang="en-GB" sz="2800" spc="-1" strike="noStrike">
                <a:solidFill>
                  <a:schemeClr val="dk1">
                    <a:tint val="75000"/>
                  </a:schemeClr>
                </a:solidFill>
                <a:latin typeface="Century Gothic"/>
              </a:rPr>
              <a:t>1000ℓ = 1 m</a:t>
            </a:r>
            <a:r>
              <a:rPr b="0" lang="en-GB" sz="2800" spc="-1" strike="noStrike" baseline="30000">
                <a:solidFill>
                  <a:schemeClr val="dk1">
                    <a:tint val="75000"/>
                  </a:schemeClr>
                </a:solidFill>
                <a:latin typeface="Century Gothic"/>
              </a:rPr>
              <a:t>3</a:t>
            </a:r>
            <a:endParaRPr b="0" lang="en-US" sz="2800" spc="-1" strike="noStrike">
              <a:solidFill>
                <a:schemeClr val="dk1">
                  <a:lumMod val="75000"/>
                  <a:lumOff val="25000"/>
                </a:schemeClr>
              </a:solidFill>
              <a:latin typeface="Century Gothic"/>
            </a:endParaRPr>
          </a:p>
          <a:p>
            <a:pPr indent="-324000" algn="r" defTabSz="914400">
              <a:lnSpc>
                <a:spcPct val="100000"/>
              </a:lnSpc>
              <a:buClr>
                <a:srgbClr val="8b8b8b"/>
              </a:buClr>
              <a:buFont typeface="Arial"/>
              <a:buChar char="•"/>
            </a:pPr>
            <a:r>
              <a:rPr b="0" lang="en-GB" sz="2800" spc="-1" strike="noStrike">
                <a:solidFill>
                  <a:schemeClr val="dk1">
                    <a:tint val="75000"/>
                  </a:schemeClr>
                </a:solidFill>
                <a:latin typeface="Century Gothic"/>
              </a:rPr>
              <a:t>1 builders wheelbarrow holds 65ℓ</a:t>
            </a:r>
            <a:endParaRPr b="0" lang="en-US" sz="2800" spc="-1" strike="noStrike">
              <a:solidFill>
                <a:schemeClr val="dk1">
                  <a:lumMod val="75000"/>
                  <a:lumOff val="25000"/>
                </a:schemeClr>
              </a:solidFill>
              <a:latin typeface="Century Gothic"/>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0" name="PlaceHolder 1"/>
          <p:cNvSpPr>
            <a:spLocks noGrp="1"/>
          </p:cNvSpPr>
          <p:nvPr>
            <p:ph type="title"/>
          </p:nvPr>
        </p:nvSpPr>
        <p:spPr>
          <a:xfrm>
            <a:off x="2592720" y="624240"/>
            <a:ext cx="8911080" cy="1258200"/>
          </a:xfrm>
          <a:prstGeom prst="rect">
            <a:avLst/>
          </a:prstGeom>
          <a:noFill/>
          <a:ln w="0">
            <a:noFill/>
          </a:ln>
        </p:spPr>
        <p:txBody>
          <a:bodyPr lIns="90360" rIns="90360" tIns="44280" bIns="44280" anchor="t">
            <a:normAutofit/>
          </a:bodyPr>
          <a:p>
            <a:pPr indent="0" algn="ctr" defTabSz="457200">
              <a:lnSpc>
                <a:spcPct val="100000"/>
              </a:lnSpc>
              <a:buNone/>
            </a:pPr>
            <a:r>
              <a:rPr b="1" lang="en-US" sz="4000" spc="-1" strike="noStrike">
                <a:solidFill>
                  <a:schemeClr val="dk1">
                    <a:lumMod val="85000"/>
                    <a:lumOff val="15000"/>
                  </a:schemeClr>
                </a:solidFill>
                <a:latin typeface="Century Gothic"/>
              </a:rPr>
              <a:t>Bulking of Sand</a:t>
            </a:r>
            <a:endParaRPr b="0" lang="en-US" sz="4000" spc="-1" strike="noStrike">
              <a:solidFill>
                <a:schemeClr val="dk1"/>
              </a:solidFill>
              <a:latin typeface="Century Gothic"/>
            </a:endParaRPr>
          </a:p>
        </p:txBody>
      </p:sp>
      <p:sp>
        <p:nvSpPr>
          <p:cNvPr id="721" name="Rectangle 6"/>
          <p:cNvSpPr/>
          <p:nvPr/>
        </p:nvSpPr>
        <p:spPr>
          <a:xfrm>
            <a:off x="2135520" y="1196640"/>
            <a:ext cx="7920720" cy="2232000"/>
          </a:xfrm>
          <a:prstGeom prst="rect">
            <a:avLst/>
          </a:prstGeom>
          <a:noFill/>
          <a:ln w="12700">
            <a:noFill/>
          </a:ln>
        </p:spPr>
        <p:style>
          <a:lnRef idx="0"/>
          <a:fillRef idx="0"/>
          <a:effectRef idx="0"/>
          <a:fontRef idx="minor"/>
        </p:style>
        <p:txBody>
          <a:bodyPr wrap="none" lIns="90000" rIns="90000" tIns="45000" bIns="45000" anchor="ctr">
            <a:noAutofit/>
          </a:bodyPr>
          <a:p>
            <a:pPr marL="571680" indent="-571680" defTabSz="914400">
              <a:lnSpc>
                <a:spcPct val="100000"/>
              </a:lnSpc>
              <a:buClr>
                <a:srgbClr val="000000"/>
              </a:buClr>
              <a:buFont typeface="Arial"/>
              <a:buChar char="•"/>
            </a:pPr>
            <a:r>
              <a:rPr b="0" lang="en-US" sz="2800" spc="-1" strike="noStrike">
                <a:solidFill>
                  <a:schemeClr val="dk1"/>
                </a:solidFill>
                <a:latin typeface="Century Gothic"/>
              </a:rPr>
              <a:t>Water causes surface tension bridges =&gt;</a:t>
            </a:r>
            <a:endParaRPr b="0" lang="en-US" sz="2800" spc="-1" strike="noStrike">
              <a:solidFill>
                <a:srgbClr val="000000"/>
              </a:solidFill>
              <a:latin typeface="Arial"/>
            </a:endParaRPr>
          </a:p>
          <a:p>
            <a:pPr marL="571680" indent="-571680" defTabSz="914400">
              <a:lnSpc>
                <a:spcPct val="100000"/>
              </a:lnSpc>
              <a:buClr>
                <a:srgbClr val="000000"/>
              </a:buClr>
              <a:buFont typeface="Arial"/>
              <a:buChar char="•"/>
            </a:pPr>
            <a:r>
              <a:rPr b="0" lang="en-US" sz="2800" spc="-1" strike="noStrike">
                <a:solidFill>
                  <a:schemeClr val="dk1"/>
                </a:solidFill>
                <a:latin typeface="Century Gothic"/>
              </a:rPr>
              <a:t>Particles cannot slide =&gt;</a:t>
            </a:r>
            <a:endParaRPr b="0" lang="en-US" sz="2800" spc="-1" strike="noStrike">
              <a:solidFill>
                <a:srgbClr val="000000"/>
              </a:solidFill>
              <a:latin typeface="Arial"/>
            </a:endParaRPr>
          </a:p>
          <a:p>
            <a:pPr marL="571680" indent="-571680" defTabSz="914400">
              <a:lnSpc>
                <a:spcPct val="100000"/>
              </a:lnSpc>
              <a:buClr>
                <a:srgbClr val="000000"/>
              </a:buClr>
              <a:buFont typeface="Arial"/>
              <a:buChar char="•"/>
            </a:pPr>
            <a:r>
              <a:rPr b="0" lang="en-US" sz="2800" spc="-1" strike="noStrike">
                <a:solidFill>
                  <a:schemeClr val="dk1"/>
                </a:solidFill>
                <a:latin typeface="Century Gothic"/>
              </a:rPr>
              <a:t>Particles cannot pack as well together =&gt;</a:t>
            </a:r>
            <a:endParaRPr b="0" lang="en-US" sz="2800" spc="-1" strike="noStrike">
              <a:solidFill>
                <a:srgbClr val="000000"/>
              </a:solidFill>
              <a:latin typeface="Arial"/>
            </a:endParaRPr>
          </a:p>
          <a:p>
            <a:pPr marL="571680" indent="-571680" defTabSz="914400">
              <a:lnSpc>
                <a:spcPct val="100000"/>
              </a:lnSpc>
              <a:buClr>
                <a:srgbClr val="000000"/>
              </a:buClr>
              <a:buFont typeface="Arial"/>
              <a:buChar char="•"/>
            </a:pPr>
            <a:r>
              <a:rPr b="0" lang="en-US" sz="2800" spc="-1" strike="noStrike">
                <a:solidFill>
                  <a:schemeClr val="dk1"/>
                </a:solidFill>
                <a:latin typeface="Century Gothic"/>
              </a:rPr>
              <a:t>Increase in volume</a:t>
            </a:r>
            <a:endParaRPr b="0" lang="en-US" sz="2800" spc="-1" strike="noStrike">
              <a:solidFill>
                <a:srgbClr val="000000"/>
              </a:solidFill>
              <a:latin typeface="Arial"/>
            </a:endParaRPr>
          </a:p>
        </p:txBody>
      </p:sp>
      <p:pic>
        <p:nvPicPr>
          <p:cNvPr id="722" name="Picture 3" descr="js00413"/>
          <p:cNvPicPr/>
          <p:nvPr/>
        </p:nvPicPr>
        <p:blipFill>
          <a:blip r:embed="rId1"/>
          <a:stretch/>
        </p:blipFill>
        <p:spPr>
          <a:xfrm>
            <a:off x="3863880" y="3499200"/>
            <a:ext cx="3960000" cy="3358440"/>
          </a:xfrm>
          <a:prstGeom prst="rect">
            <a:avLst/>
          </a:prstGeom>
          <a:ln w="0">
            <a:noFill/>
          </a:ln>
        </p:spPr>
      </p:pic>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6" presetSubtype="26">
                                  <p:stCondLst>
                                    <p:cond delay="0"/>
                                  </p:stCondLst>
                                  <p:childTnLst>
                                    <p:set>
                                      <p:cBhvr>
                                        <p:cTn id="6" dur="1" fill="hold">
                                          <p:stCondLst>
                                            <p:cond delay="0"/>
                                          </p:stCondLst>
                                        </p:cTn>
                                        <p:tgtEl>
                                          <p:spTgt spid="722"/>
                                        </p:tgtEl>
                                        <p:attrNameLst>
                                          <p:attrName>style.visibility</p:attrName>
                                        </p:attrNameLst>
                                      </p:cBhvr>
                                      <p:to>
                                        <p:strVal val="visible"/>
                                      </p:to>
                                    </p:set>
                                    <p:animEffect filter="barn(inHorizontal)" transition="in">
                                      <p:cBhvr additive="repl">
                                        <p:cTn id="7" dur="500"/>
                                        <p:tgtEl>
                                          <p:spTgt spid="7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3" name="PlaceHolder 1"/>
          <p:cNvSpPr>
            <a:spLocks noGrp="1"/>
          </p:cNvSpPr>
          <p:nvPr>
            <p:ph type="title"/>
          </p:nvPr>
        </p:nvSpPr>
        <p:spPr>
          <a:xfrm>
            <a:off x="2593080" y="624240"/>
            <a:ext cx="8911440" cy="1280520"/>
          </a:xfrm>
          <a:prstGeom prst="rect">
            <a:avLst/>
          </a:prstGeom>
          <a:noFill/>
          <a:ln w="0">
            <a:noFill/>
          </a:ln>
        </p:spPr>
        <p:txBody>
          <a:bodyPr lIns="90360" rIns="90360" tIns="44280" bIns="44280" anchor="t">
            <a:normAutofit/>
          </a:bodyPr>
          <a:p>
            <a:pPr indent="0" algn="ctr" defTabSz="457200">
              <a:lnSpc>
                <a:spcPct val="100000"/>
              </a:lnSpc>
              <a:buNone/>
            </a:pPr>
            <a:r>
              <a:rPr b="1" lang="en-US" sz="4000" spc="-1" strike="noStrike">
                <a:solidFill>
                  <a:schemeClr val="dk1">
                    <a:lumMod val="85000"/>
                    <a:lumOff val="15000"/>
                  </a:schemeClr>
                </a:solidFill>
                <a:latin typeface="Century Gothic"/>
              </a:rPr>
              <a:t>Bulking of Sand</a:t>
            </a:r>
            <a:endParaRPr b="0" lang="en-US" sz="4000" spc="-1" strike="noStrike">
              <a:solidFill>
                <a:schemeClr val="dk1"/>
              </a:solidFill>
              <a:latin typeface="Century Gothic"/>
            </a:endParaRPr>
          </a:p>
        </p:txBody>
      </p:sp>
      <p:sp>
        <p:nvSpPr>
          <p:cNvPr id="724" name="TextBox 4"/>
          <p:cNvSpPr/>
          <p:nvPr/>
        </p:nvSpPr>
        <p:spPr>
          <a:xfrm>
            <a:off x="2063880" y="1628640"/>
            <a:ext cx="10127160" cy="2498760"/>
          </a:xfrm>
          <a:prstGeom prst="rect">
            <a:avLst/>
          </a:prstGeom>
          <a:noFill/>
          <a:ln w="0">
            <a:noFill/>
          </a:ln>
        </p:spPr>
        <p:style>
          <a:lnRef idx="0"/>
          <a:fillRef idx="0"/>
          <a:effectRef idx="0"/>
          <a:fontRef idx="minor"/>
        </p:style>
        <p:txBody>
          <a:bodyPr lIns="90000" rIns="90000" tIns="45000" bIns="45000" anchor="t">
            <a:spAutoFit/>
          </a:bodyPr>
          <a:p>
            <a:pPr marL="365040" indent="-365040" defTabSz="914400">
              <a:lnSpc>
                <a:spcPct val="100000"/>
              </a:lnSpc>
              <a:buClr>
                <a:srgbClr val="000000"/>
              </a:buClr>
              <a:buFont typeface="Arial"/>
              <a:buChar char="•"/>
            </a:pPr>
            <a:r>
              <a:rPr b="0" lang="en-US" sz="2800" spc="-1" strike="noStrike">
                <a:solidFill>
                  <a:schemeClr val="dk1"/>
                </a:solidFill>
                <a:latin typeface="Century Gothic"/>
              </a:rPr>
              <a:t>When volume batching, allowance to be made for bulking </a:t>
            </a:r>
            <a:endParaRPr b="0" lang="en-US" sz="2800" spc="-1" strike="noStrike">
              <a:solidFill>
                <a:srgbClr val="000000"/>
              </a:solidFill>
              <a:latin typeface="Arial"/>
            </a:endParaRPr>
          </a:p>
          <a:p>
            <a:pPr marL="365040" indent="-365040" defTabSz="914400">
              <a:lnSpc>
                <a:spcPct val="100000"/>
              </a:lnSpc>
              <a:buClr>
                <a:srgbClr val="000000"/>
              </a:buClr>
              <a:buFont typeface="Arial"/>
              <a:buChar char="•"/>
            </a:pPr>
            <a:r>
              <a:rPr b="0" lang="en-US" sz="2800" spc="-1" strike="noStrike">
                <a:solidFill>
                  <a:schemeClr val="dk1"/>
                </a:solidFill>
                <a:latin typeface="Century Gothic"/>
              </a:rPr>
              <a:t>Sand increases up to 20-30% as moisture content rises to 5%</a:t>
            </a:r>
            <a:endParaRPr b="0" lang="en-US" sz="2800" spc="-1" strike="noStrike">
              <a:solidFill>
                <a:srgbClr val="000000"/>
              </a:solidFill>
              <a:latin typeface="Arial"/>
            </a:endParaRPr>
          </a:p>
          <a:p>
            <a:pPr marL="365040" indent="-365040" defTabSz="914400">
              <a:lnSpc>
                <a:spcPct val="100000"/>
              </a:lnSpc>
              <a:buClr>
                <a:srgbClr val="000000"/>
              </a:buClr>
              <a:buFont typeface="Arial"/>
              <a:buChar char="•"/>
            </a:pPr>
            <a:r>
              <a:rPr b="0" lang="en-US" sz="2800" spc="-1" strike="noStrike">
                <a:solidFill>
                  <a:schemeClr val="dk1"/>
                </a:solidFill>
                <a:latin typeface="Century Gothic"/>
              </a:rPr>
              <a:t>Unless tests are done, assume 20% for bulking of sand</a:t>
            </a:r>
            <a:endParaRPr b="0" lang="en-US" sz="2800" spc="-1" strike="noStrike">
              <a:solidFill>
                <a:srgbClr val="000000"/>
              </a:solidFill>
              <a:latin typeface="Arial"/>
            </a:endParaRPr>
          </a:p>
          <a:p>
            <a:pPr defTabSz="914400">
              <a:lnSpc>
                <a:spcPct val="100000"/>
              </a:lnSpc>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25" name="Picture 2" descr="Image01"/>
          <p:cNvPicPr/>
          <p:nvPr/>
        </p:nvPicPr>
        <p:blipFill>
          <a:blip r:embed="rId1"/>
          <a:srcRect l="10477" t="6823" r="9208" b="9320"/>
          <a:stretch/>
        </p:blipFill>
        <p:spPr>
          <a:xfrm>
            <a:off x="1775520" y="1018440"/>
            <a:ext cx="4184280" cy="3274560"/>
          </a:xfrm>
          <a:prstGeom prst="rect">
            <a:avLst/>
          </a:prstGeom>
          <a:ln w="0">
            <a:noFill/>
          </a:ln>
        </p:spPr>
      </p:pic>
      <p:pic>
        <p:nvPicPr>
          <p:cNvPr id="726" name="Picture 3" descr="Image02"/>
          <p:cNvPicPr/>
          <p:nvPr/>
        </p:nvPicPr>
        <p:blipFill>
          <a:blip r:embed="rId2"/>
          <a:stretch/>
        </p:blipFill>
        <p:spPr>
          <a:xfrm>
            <a:off x="6095880" y="2494800"/>
            <a:ext cx="4360680" cy="3268440"/>
          </a:xfrm>
          <a:prstGeom prst="rect">
            <a:avLst/>
          </a:prstGeom>
          <a:ln w="0">
            <a:noFill/>
          </a:ln>
        </p:spPr>
      </p:pic>
      <p:sp>
        <p:nvSpPr>
          <p:cNvPr id="727" name="Text Box 4"/>
          <p:cNvSpPr/>
          <p:nvPr/>
        </p:nvSpPr>
        <p:spPr>
          <a:xfrm>
            <a:off x="1703520" y="4293000"/>
            <a:ext cx="4328640" cy="1186920"/>
          </a:xfrm>
          <a:prstGeom prst="rect">
            <a:avLst/>
          </a:prstGeom>
          <a:noFill/>
          <a:ln w="12700">
            <a:noFill/>
          </a:ln>
        </p:spPr>
        <p:style>
          <a:lnRef idx="0"/>
          <a:fillRef idx="0"/>
          <a:effectRef idx="0"/>
          <a:fontRef idx="minor"/>
        </p:style>
        <p:txBody>
          <a:bodyPr lIns="90000" rIns="90000" tIns="45000" bIns="45000" anchor="t">
            <a:spAutoFit/>
          </a:bodyPr>
          <a:p>
            <a:pPr algn="ctr" defTabSz="914400">
              <a:lnSpc>
                <a:spcPct val="100000"/>
              </a:lnSpc>
              <a:spcBef>
                <a:spcPts val="1800"/>
              </a:spcBef>
            </a:pPr>
            <a:r>
              <a:rPr b="0" lang="en-US" sz="3600" spc="-1" strike="noStrike">
                <a:solidFill>
                  <a:srgbClr val="000000"/>
                </a:solidFill>
                <a:latin typeface="Century Gothic"/>
              </a:rPr>
              <a:t>Dry un-bulked sand</a:t>
            </a:r>
            <a:endParaRPr b="0" lang="en-US" sz="3600" spc="-1" strike="noStrike">
              <a:solidFill>
                <a:srgbClr val="000000"/>
              </a:solidFill>
              <a:latin typeface="Arial"/>
            </a:endParaRPr>
          </a:p>
        </p:txBody>
      </p:sp>
      <p:sp>
        <p:nvSpPr>
          <p:cNvPr id="728" name="Text Box 5"/>
          <p:cNvSpPr/>
          <p:nvPr/>
        </p:nvSpPr>
        <p:spPr>
          <a:xfrm>
            <a:off x="5447880" y="5735160"/>
            <a:ext cx="4571640" cy="638280"/>
          </a:xfrm>
          <a:prstGeom prst="rect">
            <a:avLst/>
          </a:prstGeom>
          <a:noFill/>
          <a:ln w="12700">
            <a:noFill/>
          </a:ln>
        </p:spPr>
        <p:style>
          <a:lnRef idx="0"/>
          <a:fillRef idx="0"/>
          <a:effectRef idx="0"/>
          <a:fontRef idx="minor"/>
        </p:style>
        <p:txBody>
          <a:bodyPr lIns="90000" rIns="90000" tIns="45000" bIns="45000" anchor="t">
            <a:spAutoFit/>
          </a:bodyPr>
          <a:p>
            <a:pPr algn="r" defTabSz="914400">
              <a:lnSpc>
                <a:spcPct val="100000"/>
              </a:lnSpc>
              <a:spcBef>
                <a:spcPts val="1800"/>
              </a:spcBef>
            </a:pPr>
            <a:r>
              <a:rPr b="0" lang="en-US" sz="3600" spc="-1" strike="noStrike">
                <a:solidFill>
                  <a:srgbClr val="000000"/>
                </a:solidFill>
                <a:latin typeface="Century Gothic"/>
              </a:rPr>
              <a:t>Same sand - moist</a:t>
            </a:r>
            <a:endParaRPr b="0" lang="en-US" sz="3600" spc="-1" strike="noStrike">
              <a:solidFill>
                <a:srgbClr val="000000"/>
              </a:solidFill>
              <a:latin typeface="Arial"/>
            </a:endParaRPr>
          </a:p>
        </p:txBody>
      </p:sp>
      <p:sp>
        <p:nvSpPr>
          <p:cNvPr id="729" name="Text Box 6"/>
          <p:cNvSpPr/>
          <p:nvPr/>
        </p:nvSpPr>
        <p:spPr>
          <a:xfrm>
            <a:off x="1981080" y="243000"/>
            <a:ext cx="5257440" cy="699120"/>
          </a:xfrm>
          <a:prstGeom prst="rect">
            <a:avLst/>
          </a:prstGeom>
          <a:noFill/>
          <a:ln w="12700">
            <a:noFill/>
          </a:ln>
        </p:spPr>
        <p:style>
          <a:lnRef idx="0"/>
          <a:fillRef idx="0"/>
          <a:effectRef idx="0"/>
          <a:fontRef idx="minor"/>
        </p:style>
        <p:txBody>
          <a:bodyPr lIns="90000" rIns="90000" tIns="45000" bIns="45000" anchor="t">
            <a:spAutoFit/>
          </a:bodyPr>
          <a:p>
            <a:pPr defTabSz="914400">
              <a:lnSpc>
                <a:spcPct val="100000"/>
              </a:lnSpc>
              <a:spcBef>
                <a:spcPts val="2001"/>
              </a:spcBef>
            </a:pPr>
            <a:r>
              <a:rPr b="1" lang="en-US" sz="4000" spc="-1" strike="noStrike">
                <a:solidFill>
                  <a:schemeClr val="accent6">
                    <a:lumMod val="75000"/>
                  </a:schemeClr>
                </a:solidFill>
                <a:latin typeface="Century Gothic"/>
              </a:rPr>
              <a:t>Bulking of sand</a:t>
            </a:r>
            <a:endParaRPr b="0" lang="en-US" sz="4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0" name="PlaceHolder 1"/>
          <p:cNvSpPr>
            <a:spLocks noGrp="1"/>
          </p:cNvSpPr>
          <p:nvPr>
            <p:ph type="title"/>
          </p:nvPr>
        </p:nvSpPr>
        <p:spPr>
          <a:xfrm>
            <a:off x="2135160" y="0"/>
            <a:ext cx="8911440" cy="1280520"/>
          </a:xfrm>
          <a:prstGeom prst="rect">
            <a:avLst/>
          </a:prstGeom>
          <a:noFill/>
          <a:ln w="0">
            <a:noFill/>
          </a:ln>
        </p:spPr>
        <p:txBody>
          <a:bodyPr lIns="91440" rIns="91440" tIns="45720" bIns="45720" anchor="t">
            <a:normAutofit/>
          </a:bodyPr>
          <a:p>
            <a:pPr indent="0" algn="ctr" defTabSz="457200">
              <a:lnSpc>
                <a:spcPct val="100000"/>
              </a:lnSpc>
              <a:buNone/>
            </a:pPr>
            <a:r>
              <a:rPr b="1" lang="en-US" sz="4000" spc="-1" strike="noStrike">
                <a:solidFill>
                  <a:schemeClr val="dk1">
                    <a:lumMod val="85000"/>
                    <a:lumOff val="15000"/>
                  </a:schemeClr>
                </a:solidFill>
                <a:latin typeface="Century Gothic"/>
              </a:rPr>
              <a:t>Calculations for Bulking</a:t>
            </a:r>
            <a:endParaRPr b="0" lang="en-US" sz="4000" spc="-1" strike="noStrike">
              <a:solidFill>
                <a:schemeClr val="dk1"/>
              </a:solidFill>
              <a:latin typeface="Century Gothic"/>
            </a:endParaRPr>
          </a:p>
        </p:txBody>
      </p:sp>
      <p:sp>
        <p:nvSpPr>
          <p:cNvPr id="731" name="PlaceHolder 2"/>
          <p:cNvSpPr>
            <a:spLocks noGrp="1"/>
          </p:cNvSpPr>
          <p:nvPr>
            <p:ph/>
          </p:nvPr>
        </p:nvSpPr>
        <p:spPr>
          <a:xfrm>
            <a:off x="2063880" y="1124640"/>
            <a:ext cx="10040400" cy="4114440"/>
          </a:xfrm>
          <a:prstGeom prst="rect">
            <a:avLst/>
          </a:prstGeom>
          <a:noFill/>
          <a:ln w="0">
            <a:noFill/>
          </a:ln>
        </p:spPr>
        <p:txBody>
          <a:bodyPr lIns="91440" rIns="91440" tIns="45720" bIns="45720" anchor="t">
            <a:noAutofit/>
          </a:bodyPr>
          <a:p>
            <a:pPr indent="-324000" algn="r" defTabSz="914400">
              <a:lnSpc>
                <a:spcPct val="100000"/>
              </a:lnSpc>
              <a:buClr>
                <a:srgbClr val="8b8b8b"/>
              </a:buClr>
              <a:buFont typeface="Arial"/>
              <a:buChar char="•"/>
            </a:pPr>
            <a:r>
              <a:rPr b="0" lang="en-GB" sz="2800" spc="-1" strike="noStrike">
                <a:solidFill>
                  <a:schemeClr val="dk1">
                    <a:tint val="75000"/>
                  </a:schemeClr>
                </a:solidFill>
                <a:latin typeface="Century Gothic"/>
              </a:rPr>
              <a:t>To determine the bulking, a cylindrical container of volume A is filled with damp sand</a:t>
            </a:r>
            <a:endParaRPr b="0" lang="en-US" sz="2800" spc="-1" strike="noStrike">
              <a:solidFill>
                <a:schemeClr val="dk1">
                  <a:lumMod val="75000"/>
                  <a:lumOff val="25000"/>
                </a:schemeClr>
              </a:solidFill>
              <a:latin typeface="Century Gothic"/>
            </a:endParaRPr>
          </a:p>
          <a:p>
            <a:pPr indent="-324000" algn="r" defTabSz="914400">
              <a:lnSpc>
                <a:spcPct val="100000"/>
              </a:lnSpc>
              <a:buClr>
                <a:srgbClr val="8b8b8b"/>
              </a:buClr>
              <a:buFont typeface="Arial"/>
              <a:buChar char="•"/>
            </a:pPr>
            <a:r>
              <a:rPr b="0" lang="en-GB" sz="2800" spc="-1" strike="noStrike">
                <a:solidFill>
                  <a:schemeClr val="dk1">
                    <a:tint val="75000"/>
                  </a:schemeClr>
                </a:solidFill>
                <a:latin typeface="Century Gothic"/>
              </a:rPr>
              <a:t>Sand is then either dried and put back into the container or the empty container is filled with water and the damp sand put back in to displace the water.  In either case, the depth of the sand is measured to give the un-bulked volume B.</a:t>
            </a:r>
            <a:endParaRPr b="0" lang="en-US" sz="2800" spc="-1" strike="noStrike">
              <a:solidFill>
                <a:schemeClr val="dk1">
                  <a:lumMod val="75000"/>
                  <a:lumOff val="25000"/>
                </a:schemeClr>
              </a:solidFill>
              <a:latin typeface="Century Gothic"/>
            </a:endParaRPr>
          </a:p>
        </p:txBody>
      </p:sp>
      <p:grpSp>
        <p:nvGrpSpPr>
          <p:cNvPr id="732" name="Group 3"/>
          <p:cNvGrpSpPr/>
          <p:nvPr/>
        </p:nvGrpSpPr>
        <p:grpSpPr>
          <a:xfrm>
            <a:off x="3915000" y="4599360"/>
            <a:ext cx="5608800" cy="1039680"/>
            <a:chOff x="3915000" y="4599360"/>
            <a:chExt cx="5608800" cy="1039680"/>
          </a:xfrm>
        </p:grpSpPr>
        <p:grpSp>
          <p:nvGrpSpPr>
            <p:cNvPr id="733" name="Group 4"/>
            <p:cNvGrpSpPr/>
            <p:nvPr/>
          </p:nvGrpSpPr>
          <p:grpSpPr>
            <a:xfrm>
              <a:off x="3915000" y="4599360"/>
              <a:ext cx="3750120" cy="1039680"/>
              <a:chOff x="3915000" y="4599360"/>
              <a:chExt cx="3750120" cy="1039680"/>
            </a:xfrm>
          </p:grpSpPr>
          <p:sp>
            <p:nvSpPr>
              <p:cNvPr id="734" name="Text Box 4"/>
              <p:cNvSpPr/>
              <p:nvPr/>
            </p:nvSpPr>
            <p:spPr>
              <a:xfrm>
                <a:off x="3915000" y="4815360"/>
                <a:ext cx="2541600" cy="577440"/>
              </a:xfrm>
              <a:prstGeom prst="rect">
                <a:avLst/>
              </a:prstGeom>
              <a:noFill/>
              <a:ln w="12700">
                <a:noFill/>
              </a:ln>
            </p:spPr>
            <p:style>
              <a:lnRef idx="0"/>
              <a:fillRef idx="0"/>
              <a:effectRef idx="0"/>
              <a:fontRef idx="minor"/>
            </p:style>
            <p:txBody>
              <a:bodyPr wrap="none" lIns="90000" rIns="90000" tIns="45000" bIns="45000" anchor="t">
                <a:spAutoFit/>
              </a:bodyPr>
              <a:p>
                <a:pPr marL="457200" defTabSz="914400">
                  <a:lnSpc>
                    <a:spcPct val="100000"/>
                  </a:lnSpc>
                </a:pPr>
                <a:r>
                  <a:rPr b="1" lang="en-US" sz="3200" spc="-1" strike="noStrike">
                    <a:solidFill>
                      <a:schemeClr val="dk1"/>
                    </a:solidFill>
                    <a:latin typeface="Century Gothic"/>
                  </a:rPr>
                  <a:t>Bulking =</a:t>
                </a:r>
                <a:endParaRPr b="0" lang="en-US" sz="3200" spc="-1" strike="noStrike">
                  <a:solidFill>
                    <a:srgbClr val="000000"/>
                  </a:solidFill>
                  <a:latin typeface="Arial"/>
                </a:endParaRPr>
              </a:p>
            </p:txBody>
          </p:sp>
          <p:sp>
            <p:nvSpPr>
              <p:cNvPr id="735" name="Text Box 14"/>
              <p:cNvSpPr/>
              <p:nvPr/>
            </p:nvSpPr>
            <p:spPr>
              <a:xfrm>
                <a:off x="6940800" y="5122440"/>
                <a:ext cx="621000" cy="516600"/>
              </a:xfrm>
              <a:prstGeom prst="rect">
                <a:avLst/>
              </a:prstGeom>
              <a:noFill/>
              <a:ln w="12700">
                <a:noFill/>
              </a:ln>
            </p:spPr>
            <p:style>
              <a:lnRef idx="0"/>
              <a:fillRef idx="0"/>
              <a:effectRef idx="0"/>
              <a:fontRef idx="minor"/>
            </p:style>
            <p:txBody>
              <a:bodyPr lIns="90000" rIns="90000" tIns="45000" bIns="45000" anchor="t">
                <a:spAutoFit/>
              </a:bodyPr>
              <a:p>
                <a:pPr defTabSz="914400">
                  <a:lnSpc>
                    <a:spcPct val="100000"/>
                  </a:lnSpc>
                </a:pPr>
                <a:r>
                  <a:rPr b="1" lang="en-US" sz="2800" spc="-1" strike="noStrike">
                    <a:solidFill>
                      <a:schemeClr val="dk1"/>
                    </a:solidFill>
                    <a:latin typeface="Arial Narrow"/>
                  </a:rPr>
                  <a:t>B</a:t>
                </a:r>
                <a:endParaRPr b="0" lang="en-US" sz="2800" spc="-1" strike="noStrike">
                  <a:solidFill>
                    <a:srgbClr val="000000"/>
                  </a:solidFill>
                  <a:latin typeface="Arial"/>
                </a:endParaRPr>
              </a:p>
            </p:txBody>
          </p:sp>
          <p:sp>
            <p:nvSpPr>
              <p:cNvPr id="736" name="Text Box 5"/>
              <p:cNvSpPr/>
              <p:nvPr/>
            </p:nvSpPr>
            <p:spPr>
              <a:xfrm>
                <a:off x="6721200" y="4599360"/>
                <a:ext cx="848520" cy="516600"/>
              </a:xfrm>
              <a:prstGeom prst="rect">
                <a:avLst/>
              </a:prstGeom>
              <a:noFill/>
              <a:ln w="12700">
                <a:noFill/>
              </a:ln>
            </p:spPr>
            <p:style>
              <a:lnRef idx="0"/>
              <a:fillRef idx="0"/>
              <a:effectRef idx="0"/>
              <a:fontRef idx="minor"/>
            </p:style>
            <p:txBody>
              <a:bodyPr wrap="none" lIns="90000" rIns="90000" tIns="45000" bIns="45000" anchor="t">
                <a:spAutoFit/>
              </a:bodyPr>
              <a:p>
                <a:pPr defTabSz="914400">
                  <a:lnSpc>
                    <a:spcPct val="100000"/>
                  </a:lnSpc>
                </a:pPr>
                <a:r>
                  <a:rPr b="1" lang="en-US" sz="2800" spc="-1" strike="noStrike">
                    <a:solidFill>
                      <a:schemeClr val="dk1"/>
                    </a:solidFill>
                    <a:latin typeface="Arial Narrow"/>
                  </a:rPr>
                  <a:t>A - B</a:t>
                </a:r>
                <a:endParaRPr b="0" lang="en-US" sz="2800" spc="-1" strike="noStrike">
                  <a:solidFill>
                    <a:srgbClr val="000000"/>
                  </a:solidFill>
                  <a:latin typeface="Arial"/>
                </a:endParaRPr>
              </a:p>
            </p:txBody>
          </p:sp>
          <p:cxnSp>
            <p:nvCxnSpPr>
              <p:cNvPr id="737" name="Straight Connector 14"/>
              <p:cNvCxnSpPr/>
              <p:nvPr/>
            </p:nvCxnSpPr>
            <p:spPr>
              <a:xfrm flipV="1">
                <a:off x="6630840" y="5103000"/>
                <a:ext cx="1034640" cy="19800"/>
              </a:xfrm>
              <a:prstGeom prst="straightConnector1">
                <a:avLst/>
              </a:prstGeom>
              <a:ln cap="rnd" w="22225">
                <a:solidFill>
                  <a:srgbClr val="000000"/>
                </a:solidFill>
                <a:round/>
              </a:ln>
            </p:spPr>
          </p:cxnSp>
        </p:grpSp>
        <p:sp>
          <p:nvSpPr>
            <p:cNvPr id="738" name="Text Box 4"/>
            <p:cNvSpPr/>
            <p:nvPr/>
          </p:nvSpPr>
          <p:spPr>
            <a:xfrm>
              <a:off x="7422120" y="4815360"/>
              <a:ext cx="2101680" cy="516600"/>
            </a:xfrm>
            <a:prstGeom prst="rect">
              <a:avLst/>
            </a:prstGeom>
            <a:noFill/>
            <a:ln w="12700">
              <a:noFill/>
            </a:ln>
          </p:spPr>
          <p:style>
            <a:lnRef idx="0"/>
            <a:fillRef idx="0"/>
            <a:effectRef idx="0"/>
            <a:fontRef idx="minor"/>
          </p:style>
          <p:txBody>
            <a:bodyPr lIns="90000" rIns="90000" tIns="45000" bIns="45000" anchor="t">
              <a:spAutoFit/>
            </a:bodyPr>
            <a:p>
              <a:pPr marL="457200" defTabSz="914400">
                <a:lnSpc>
                  <a:spcPct val="100000"/>
                </a:lnSpc>
              </a:pPr>
              <a:r>
                <a:rPr b="1" lang="en-US" sz="2800" spc="-1" strike="noStrike">
                  <a:solidFill>
                    <a:schemeClr val="dk1"/>
                  </a:solidFill>
                  <a:latin typeface="Century Gothic"/>
                </a:rPr>
                <a:t>X 100%</a:t>
              </a:r>
              <a:endParaRPr b="0" lang="en-US" sz="28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9" name="PlaceHolder 1"/>
          <p:cNvSpPr>
            <a:spLocks noGrp="1"/>
          </p:cNvSpPr>
          <p:nvPr>
            <p:ph type="title"/>
          </p:nvPr>
        </p:nvSpPr>
        <p:spPr>
          <a:xfrm>
            <a:off x="2593080" y="624240"/>
            <a:ext cx="8911440" cy="1280520"/>
          </a:xfrm>
          <a:prstGeom prst="rect">
            <a:avLst/>
          </a:prstGeom>
          <a:noFill/>
          <a:ln w="0">
            <a:noFill/>
          </a:ln>
        </p:spPr>
        <p:txBody>
          <a:bodyPr lIns="91440" rIns="91440" tIns="45720" bIns="45720" anchor="t">
            <a:normAutofit/>
          </a:bodyPr>
          <a:p>
            <a:pPr indent="0" algn="ctr" defTabSz="457200">
              <a:lnSpc>
                <a:spcPct val="100000"/>
              </a:lnSpc>
              <a:buNone/>
            </a:pPr>
            <a:r>
              <a:rPr b="1" lang="en-US" sz="4000" spc="-1" strike="noStrike">
                <a:solidFill>
                  <a:schemeClr val="dk1">
                    <a:lumMod val="85000"/>
                    <a:lumOff val="15000"/>
                  </a:schemeClr>
                </a:solidFill>
                <a:latin typeface="Century Gothic"/>
              </a:rPr>
              <a:t>Calculations for Damp Sand</a:t>
            </a:r>
            <a:endParaRPr b="0" lang="en-US" sz="4000" spc="-1" strike="noStrike">
              <a:solidFill>
                <a:schemeClr val="dk1"/>
              </a:solidFill>
              <a:latin typeface="Century Gothic"/>
            </a:endParaRPr>
          </a:p>
        </p:txBody>
      </p:sp>
      <p:sp>
        <p:nvSpPr>
          <p:cNvPr id="740" name="PlaceHolder 2"/>
          <p:cNvSpPr>
            <a:spLocks noGrp="1"/>
          </p:cNvSpPr>
          <p:nvPr>
            <p:ph/>
          </p:nvPr>
        </p:nvSpPr>
        <p:spPr>
          <a:xfrm>
            <a:off x="2207160" y="2107440"/>
            <a:ext cx="9752040" cy="4114440"/>
          </a:xfrm>
          <a:prstGeom prst="rect">
            <a:avLst/>
          </a:prstGeom>
          <a:noFill/>
          <a:ln w="0">
            <a:noFill/>
          </a:ln>
        </p:spPr>
        <p:txBody>
          <a:bodyPr lIns="91440" rIns="91440" tIns="45720" bIns="45720" anchor="t">
            <a:noAutofit/>
          </a:bodyPr>
          <a:p>
            <a:pPr indent="-324000" algn="r" defTabSz="914400">
              <a:lnSpc>
                <a:spcPct val="100000"/>
              </a:lnSpc>
              <a:buClr>
                <a:srgbClr val="8b8b8b"/>
              </a:buClr>
              <a:buFont typeface="Arial"/>
              <a:buChar char="•"/>
            </a:pPr>
            <a:r>
              <a:rPr b="0" lang="en-US" sz="2800" spc="-1" strike="noStrike">
                <a:solidFill>
                  <a:schemeClr val="dk1">
                    <a:tint val="75000"/>
                  </a:schemeClr>
                </a:solidFill>
                <a:latin typeface="Century Gothic"/>
              </a:rPr>
              <a:t>700 kg dry sand with 7% moisture</a:t>
            </a:r>
            <a:endParaRPr b="0" lang="en-US" sz="2800" spc="-1" strike="noStrike">
              <a:solidFill>
                <a:schemeClr val="dk1">
                  <a:lumMod val="75000"/>
                  <a:lumOff val="25000"/>
                </a:schemeClr>
              </a:solidFill>
              <a:latin typeface="Century Gothic"/>
            </a:endParaRPr>
          </a:p>
          <a:p>
            <a:pPr indent="-324000" algn="r" defTabSz="914400">
              <a:lnSpc>
                <a:spcPct val="100000"/>
              </a:lnSpc>
              <a:buClr>
                <a:srgbClr val="8b8b8b"/>
              </a:buClr>
              <a:buFont typeface="Arial"/>
              <a:buChar char="•"/>
            </a:pPr>
            <a:r>
              <a:rPr b="0" lang="en-US" sz="2800" spc="-1" strike="noStrike">
                <a:solidFill>
                  <a:schemeClr val="dk1">
                    <a:tint val="75000"/>
                  </a:schemeClr>
                </a:solidFill>
                <a:latin typeface="Century Gothic"/>
              </a:rPr>
              <a:t>Batch 1,07 times 700 kg damp sand = 749 kg</a:t>
            </a:r>
            <a:endParaRPr b="0" lang="en-US" sz="2800" spc="-1" strike="noStrike">
              <a:solidFill>
                <a:schemeClr val="dk1">
                  <a:lumMod val="75000"/>
                  <a:lumOff val="25000"/>
                </a:schemeClr>
              </a:solidFill>
              <a:latin typeface="Century Gothic"/>
            </a:endParaRPr>
          </a:p>
          <a:p>
            <a:pPr indent="-324000" algn="r" defTabSz="914400">
              <a:lnSpc>
                <a:spcPct val="100000"/>
              </a:lnSpc>
              <a:buClr>
                <a:srgbClr val="8b8b8b"/>
              </a:buClr>
              <a:buFont typeface="Arial"/>
              <a:buChar char="•"/>
            </a:pPr>
            <a:r>
              <a:rPr b="0" lang="en-US" sz="2800" spc="-1" strike="noStrike">
                <a:solidFill>
                  <a:schemeClr val="dk1">
                    <a:tint val="75000"/>
                  </a:schemeClr>
                </a:solidFill>
                <a:latin typeface="Century Gothic"/>
              </a:rPr>
              <a:t>Of this 700 kg is sand and 49 kg is water</a:t>
            </a:r>
            <a:endParaRPr b="0" lang="en-US" sz="2800" spc="-1" strike="noStrike">
              <a:solidFill>
                <a:schemeClr val="dk1">
                  <a:lumMod val="75000"/>
                  <a:lumOff val="25000"/>
                </a:schemeClr>
              </a:solidFill>
              <a:latin typeface="Century Gothic"/>
            </a:endParaRPr>
          </a:p>
          <a:p>
            <a:pPr indent="-324000" algn="r" defTabSz="914400">
              <a:lnSpc>
                <a:spcPct val="100000"/>
              </a:lnSpc>
              <a:buClr>
                <a:srgbClr val="8b8b8b"/>
              </a:buClr>
              <a:buFont typeface="Arial"/>
              <a:buChar char="•"/>
            </a:pPr>
            <a:r>
              <a:rPr b="0" lang="en-US" sz="2800" spc="-1" strike="noStrike">
                <a:solidFill>
                  <a:schemeClr val="dk1">
                    <a:tint val="75000"/>
                  </a:schemeClr>
                </a:solidFill>
                <a:latin typeface="Century Gothic"/>
              </a:rPr>
              <a:t>So deduct 49 kg from the water</a:t>
            </a:r>
            <a:endParaRPr b="0" lang="en-US" sz="2800" spc="-1" strike="noStrike">
              <a:solidFill>
                <a:schemeClr val="dk1">
                  <a:lumMod val="75000"/>
                  <a:lumOff val="25000"/>
                </a:schemeClr>
              </a:solidFill>
              <a:latin typeface="Century Gothic"/>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1" name="PlaceHolder 1"/>
          <p:cNvSpPr>
            <a:spLocks noGrp="1"/>
          </p:cNvSpPr>
          <p:nvPr>
            <p:ph type="title"/>
          </p:nvPr>
        </p:nvSpPr>
        <p:spPr>
          <a:xfrm>
            <a:off x="1981080" y="275040"/>
            <a:ext cx="8229240" cy="654840"/>
          </a:xfrm>
          <a:prstGeom prst="rect">
            <a:avLst/>
          </a:prstGeom>
          <a:noFill/>
          <a:ln w="0">
            <a:noFill/>
          </a:ln>
        </p:spPr>
        <p:txBody>
          <a:bodyPr lIns="91440" rIns="91440" tIns="45720" bIns="45720" anchor="t">
            <a:normAutofit fontScale="95000"/>
          </a:bodyPr>
          <a:p>
            <a:pPr indent="0" algn="ctr" defTabSz="457200">
              <a:lnSpc>
                <a:spcPct val="100000"/>
              </a:lnSpc>
              <a:buNone/>
            </a:pPr>
            <a:r>
              <a:rPr b="0" lang="en-US" sz="4000" spc="-1" strike="noStrike">
                <a:solidFill>
                  <a:schemeClr val="dk1">
                    <a:lumMod val="85000"/>
                    <a:lumOff val="15000"/>
                  </a:schemeClr>
                </a:solidFill>
                <a:latin typeface="Century Gothic"/>
              </a:rPr>
              <a:t>Example </a:t>
            </a:r>
            <a:r>
              <a:rPr b="0" lang="en-ZA" sz="4000" spc="-1" strike="noStrike">
                <a:solidFill>
                  <a:schemeClr val="dk1">
                    <a:lumMod val="85000"/>
                    <a:lumOff val="15000"/>
                  </a:schemeClr>
                </a:solidFill>
                <a:latin typeface="Century Gothic"/>
              </a:rPr>
              <a:t>1</a:t>
            </a:r>
            <a:endParaRPr b="0" lang="en-US" sz="4000" spc="-1" strike="noStrike">
              <a:solidFill>
                <a:schemeClr val="dk1"/>
              </a:solidFill>
              <a:latin typeface="Century Gothic"/>
            </a:endParaRPr>
          </a:p>
        </p:txBody>
      </p:sp>
      <p:sp>
        <p:nvSpPr>
          <p:cNvPr id="742" name="PlaceHolder 2"/>
          <p:cNvSpPr>
            <a:spLocks noGrp="1"/>
          </p:cNvSpPr>
          <p:nvPr>
            <p:ph/>
          </p:nvPr>
        </p:nvSpPr>
        <p:spPr>
          <a:xfrm>
            <a:off x="2187000" y="1134720"/>
            <a:ext cx="9705600" cy="5462640"/>
          </a:xfrm>
          <a:prstGeom prst="rect">
            <a:avLst/>
          </a:prstGeom>
          <a:noFill/>
          <a:ln w="0">
            <a:noFill/>
          </a:ln>
        </p:spPr>
        <p:txBody>
          <a:bodyPr lIns="91440" rIns="91440" tIns="45720" bIns="45720" anchor="t">
            <a:normAutofit/>
          </a:bodyPr>
          <a:p>
            <a:pPr lvl="1" marL="457200" indent="-324000" defTabSz="914400">
              <a:lnSpc>
                <a:spcPct val="100000"/>
              </a:lnSpc>
              <a:buClr>
                <a:srgbClr val="000000"/>
              </a:buClr>
              <a:buFont typeface="Arial"/>
              <a:buChar char="•"/>
            </a:pPr>
            <a:r>
              <a:rPr b="0" lang="en-ZA" sz="2800" spc="-1" strike="noStrike">
                <a:solidFill>
                  <a:schemeClr val="dk1"/>
                </a:solidFill>
                <a:latin typeface="Century Gothic"/>
              </a:rPr>
              <a:t>The following are mix proportions for 1 m</a:t>
            </a:r>
            <a:r>
              <a:rPr b="0" lang="en-ZA" sz="2800" spc="-1" strike="noStrike" baseline="30000">
                <a:solidFill>
                  <a:schemeClr val="dk1"/>
                </a:solidFill>
                <a:latin typeface="Century Gothic"/>
              </a:rPr>
              <a:t>3 </a:t>
            </a:r>
            <a:r>
              <a:rPr b="0" lang="en-ZA" sz="2800" spc="-1" strike="noStrike">
                <a:solidFill>
                  <a:schemeClr val="dk1"/>
                </a:solidFill>
                <a:latin typeface="Century Gothic"/>
              </a:rPr>
              <a:t>of concrete from a laboratory</a:t>
            </a:r>
            <a:endParaRPr b="0" lang="en-US" sz="2800" spc="-1" strike="noStrike">
              <a:solidFill>
                <a:schemeClr val="dk1">
                  <a:lumMod val="75000"/>
                  <a:lumOff val="25000"/>
                </a:schemeClr>
              </a:solidFill>
              <a:latin typeface="Century Gothic"/>
            </a:endParaRPr>
          </a:p>
          <a:p>
            <a:pPr lvl="2" marL="1200240" indent="-285840" defTabSz="914400">
              <a:lnSpc>
                <a:spcPct val="100000"/>
              </a:lnSpc>
              <a:buClr>
                <a:srgbClr val="4b866e"/>
              </a:buClr>
              <a:buFont typeface="Arial"/>
              <a:buChar char="•"/>
            </a:pPr>
            <a:r>
              <a:rPr b="0" lang="en-ZA" sz="2400" spc="-1" strike="noStrike">
                <a:solidFill>
                  <a:schemeClr val="accent6">
                    <a:lumMod val="75000"/>
                  </a:schemeClr>
                </a:solidFill>
                <a:latin typeface="Century Gothic"/>
              </a:rPr>
              <a:t>Cement </a:t>
            </a:r>
            <a:r>
              <a:rPr b="0" lang="en-ZA" sz="2400" spc="-1" strike="noStrike">
                <a:solidFill>
                  <a:schemeClr val="accent6">
                    <a:lumMod val="75000"/>
                  </a:schemeClr>
                </a:solidFill>
                <a:latin typeface="Century Gothic"/>
              </a:rPr>
              <a:t>	</a:t>
            </a:r>
            <a:r>
              <a:rPr b="0" lang="en-ZA" sz="2400" spc="-1" strike="noStrike">
                <a:solidFill>
                  <a:schemeClr val="accent6">
                    <a:lumMod val="75000"/>
                  </a:schemeClr>
                </a:solidFill>
                <a:latin typeface="Century Gothic"/>
              </a:rPr>
              <a:t>375 kg</a:t>
            </a:r>
            <a:endParaRPr b="0" lang="en-US" sz="2400" spc="-1" strike="noStrike">
              <a:solidFill>
                <a:schemeClr val="dk1">
                  <a:lumMod val="75000"/>
                  <a:lumOff val="25000"/>
                </a:schemeClr>
              </a:solidFill>
              <a:latin typeface="Century Gothic"/>
            </a:endParaRPr>
          </a:p>
          <a:p>
            <a:pPr lvl="2" marL="1200240" indent="-285840" defTabSz="914400">
              <a:lnSpc>
                <a:spcPct val="100000"/>
              </a:lnSpc>
              <a:buClr>
                <a:srgbClr val="4b866e"/>
              </a:buClr>
              <a:buFont typeface="Arial"/>
              <a:buChar char="•"/>
            </a:pPr>
            <a:r>
              <a:rPr b="0" lang="en-ZA" sz="2400" spc="-1" strike="noStrike">
                <a:solidFill>
                  <a:schemeClr val="accent6">
                    <a:lumMod val="75000"/>
                  </a:schemeClr>
                </a:solidFill>
                <a:latin typeface="Century Gothic"/>
              </a:rPr>
              <a:t>Water</a:t>
            </a:r>
            <a:r>
              <a:rPr b="0" lang="en-ZA" sz="2400" spc="-1" strike="noStrike">
                <a:solidFill>
                  <a:schemeClr val="accent6">
                    <a:lumMod val="75000"/>
                  </a:schemeClr>
                </a:solidFill>
                <a:latin typeface="Century Gothic"/>
              </a:rPr>
              <a:t>	</a:t>
            </a:r>
            <a:r>
              <a:rPr b="0" lang="en-ZA" sz="2400" spc="-1" strike="noStrike">
                <a:solidFill>
                  <a:schemeClr val="accent6">
                    <a:lumMod val="75000"/>
                  </a:schemeClr>
                </a:solidFill>
                <a:latin typeface="Century Gothic"/>
              </a:rPr>
              <a:t>195 litres</a:t>
            </a:r>
            <a:endParaRPr b="0" lang="en-US" sz="2400" spc="-1" strike="noStrike">
              <a:solidFill>
                <a:schemeClr val="dk1">
                  <a:lumMod val="75000"/>
                  <a:lumOff val="25000"/>
                </a:schemeClr>
              </a:solidFill>
              <a:latin typeface="Century Gothic"/>
            </a:endParaRPr>
          </a:p>
          <a:p>
            <a:pPr lvl="2" marL="1200240" indent="-285840" defTabSz="914400">
              <a:lnSpc>
                <a:spcPct val="100000"/>
              </a:lnSpc>
              <a:buClr>
                <a:srgbClr val="4b866e"/>
              </a:buClr>
              <a:buFont typeface="Arial"/>
              <a:buChar char="•"/>
            </a:pPr>
            <a:r>
              <a:rPr b="0" lang="en-ZA" sz="2400" spc="-1" strike="noStrike">
                <a:solidFill>
                  <a:schemeClr val="accent6">
                    <a:lumMod val="75000"/>
                  </a:schemeClr>
                </a:solidFill>
                <a:latin typeface="Century Gothic"/>
              </a:rPr>
              <a:t>Stone</a:t>
            </a:r>
            <a:r>
              <a:rPr b="0" lang="en-ZA" sz="2400" spc="-1" strike="noStrike">
                <a:solidFill>
                  <a:schemeClr val="accent6">
                    <a:lumMod val="75000"/>
                  </a:schemeClr>
                </a:solidFill>
                <a:latin typeface="Century Gothic"/>
              </a:rPr>
              <a:t>	</a:t>
            </a:r>
            <a:r>
              <a:rPr b="0" lang="en-ZA" sz="2400" spc="-1" strike="noStrike">
                <a:solidFill>
                  <a:schemeClr val="accent6">
                    <a:lumMod val="75000"/>
                  </a:schemeClr>
                </a:solidFill>
                <a:latin typeface="Century Gothic"/>
              </a:rPr>
              <a:t>1103 kg</a:t>
            </a:r>
            <a:endParaRPr b="0" lang="en-US" sz="2400" spc="-1" strike="noStrike">
              <a:solidFill>
                <a:schemeClr val="dk1">
                  <a:lumMod val="75000"/>
                  <a:lumOff val="25000"/>
                </a:schemeClr>
              </a:solidFill>
              <a:latin typeface="Century Gothic"/>
            </a:endParaRPr>
          </a:p>
          <a:p>
            <a:pPr lvl="2" marL="1200240" indent="-285840" defTabSz="914400">
              <a:lnSpc>
                <a:spcPct val="100000"/>
              </a:lnSpc>
              <a:buClr>
                <a:srgbClr val="4b866e"/>
              </a:buClr>
              <a:buFont typeface="Arial"/>
              <a:buChar char="•"/>
            </a:pPr>
            <a:r>
              <a:rPr b="0" lang="en-ZA" sz="2400" spc="-1" strike="noStrike">
                <a:solidFill>
                  <a:schemeClr val="accent6">
                    <a:lumMod val="75000"/>
                  </a:schemeClr>
                </a:solidFill>
                <a:latin typeface="Century Gothic"/>
              </a:rPr>
              <a:t>Sand</a:t>
            </a:r>
            <a:r>
              <a:rPr b="0" lang="en-ZA" sz="2400" spc="-1" strike="noStrike">
                <a:solidFill>
                  <a:schemeClr val="accent6">
                    <a:lumMod val="75000"/>
                  </a:schemeClr>
                </a:solidFill>
                <a:latin typeface="Century Gothic"/>
              </a:rPr>
              <a:t>	</a:t>
            </a:r>
            <a:r>
              <a:rPr b="0" lang="en-ZA" sz="2400" spc="-1" strike="noStrike">
                <a:solidFill>
                  <a:schemeClr val="accent6">
                    <a:lumMod val="75000"/>
                  </a:schemeClr>
                </a:solidFill>
                <a:latin typeface="Century Gothic"/>
              </a:rPr>
              <a:t>	</a:t>
            </a:r>
            <a:r>
              <a:rPr b="0" lang="en-ZA" sz="2400" spc="-1" strike="noStrike">
                <a:solidFill>
                  <a:schemeClr val="accent6">
                    <a:lumMod val="75000"/>
                  </a:schemeClr>
                </a:solidFill>
                <a:latin typeface="Century Gothic"/>
              </a:rPr>
              <a:t>727 kg</a:t>
            </a:r>
            <a:endParaRPr b="0" lang="en-US" sz="2400" spc="-1" strike="noStrike">
              <a:solidFill>
                <a:schemeClr val="dk1">
                  <a:lumMod val="75000"/>
                  <a:lumOff val="25000"/>
                </a:schemeClr>
              </a:solidFill>
              <a:latin typeface="Century Gothic"/>
            </a:endParaRPr>
          </a:p>
          <a:p>
            <a:pPr lvl="1" marL="457200" indent="-324000" defTabSz="914400">
              <a:lnSpc>
                <a:spcPct val="100000"/>
              </a:lnSpc>
              <a:buClr>
                <a:srgbClr val="000000"/>
              </a:buClr>
              <a:buFont typeface="Arial"/>
              <a:buChar char="•"/>
            </a:pPr>
            <a:r>
              <a:rPr b="0" lang="en-ZA" sz="2800" spc="-1" strike="noStrike">
                <a:solidFill>
                  <a:schemeClr val="dk1"/>
                </a:solidFill>
                <a:latin typeface="Century Gothic"/>
              </a:rPr>
              <a:t>The following information is also given</a:t>
            </a:r>
            <a:endParaRPr b="0" lang="en-US" sz="2800" spc="-1" strike="noStrike">
              <a:solidFill>
                <a:schemeClr val="dk1">
                  <a:lumMod val="75000"/>
                  <a:lumOff val="25000"/>
                </a:schemeClr>
              </a:solidFill>
              <a:latin typeface="Century Gothic"/>
            </a:endParaRPr>
          </a:p>
          <a:p>
            <a:pPr lvl="2" marL="1200240" indent="-285840" defTabSz="914400">
              <a:lnSpc>
                <a:spcPct val="100000"/>
              </a:lnSpc>
              <a:buClr>
                <a:srgbClr val="4b866e"/>
              </a:buClr>
              <a:buFont typeface="Arial"/>
              <a:buChar char="•"/>
            </a:pPr>
            <a:r>
              <a:rPr b="0" lang="en-ZA" sz="2400" spc="-1" strike="noStrike">
                <a:solidFill>
                  <a:schemeClr val="accent6">
                    <a:lumMod val="75000"/>
                  </a:schemeClr>
                </a:solidFill>
                <a:latin typeface="Century Gothic"/>
              </a:rPr>
              <a:t>Moisture content of sand 6 %</a:t>
            </a:r>
            <a:endParaRPr b="0" lang="en-US" sz="2400" spc="-1" strike="noStrike">
              <a:solidFill>
                <a:schemeClr val="dk1">
                  <a:lumMod val="75000"/>
                  <a:lumOff val="25000"/>
                </a:schemeClr>
              </a:solidFill>
              <a:latin typeface="Century Gothic"/>
            </a:endParaRPr>
          </a:p>
          <a:p>
            <a:pPr lvl="2" marL="1200240" indent="-285840" defTabSz="914400">
              <a:lnSpc>
                <a:spcPct val="100000"/>
              </a:lnSpc>
              <a:buClr>
                <a:srgbClr val="4b866e"/>
              </a:buClr>
              <a:buFont typeface="Arial"/>
              <a:buChar char="•"/>
            </a:pPr>
            <a:r>
              <a:rPr b="0" lang="en-ZA" sz="2400" spc="-1" strike="noStrike">
                <a:solidFill>
                  <a:schemeClr val="accent6">
                    <a:lumMod val="75000"/>
                  </a:schemeClr>
                </a:solidFill>
                <a:latin typeface="Century Gothic"/>
              </a:rPr>
              <a:t>Moisture content of stone 1.5 %</a:t>
            </a:r>
            <a:endParaRPr b="0" lang="en-US" sz="2400" spc="-1" strike="noStrike">
              <a:solidFill>
                <a:schemeClr val="dk1">
                  <a:lumMod val="75000"/>
                  <a:lumOff val="25000"/>
                </a:schemeClr>
              </a:solidFill>
              <a:latin typeface="Century Gothic"/>
            </a:endParaRPr>
          </a:p>
          <a:p>
            <a:pPr lvl="2" marL="1200240" indent="-285840" defTabSz="914400">
              <a:lnSpc>
                <a:spcPct val="100000"/>
              </a:lnSpc>
              <a:buClr>
                <a:srgbClr val="4b866e"/>
              </a:buClr>
              <a:buFont typeface="Arial"/>
              <a:buChar char="•"/>
            </a:pPr>
            <a:r>
              <a:rPr b="0" lang="en-ZA" sz="2400" spc="-1" strike="noStrike">
                <a:solidFill>
                  <a:schemeClr val="accent6">
                    <a:lumMod val="75000"/>
                  </a:schemeClr>
                </a:solidFill>
                <a:latin typeface="Century Gothic"/>
              </a:rPr>
              <a:t>Capacity of mixer 400 litres</a:t>
            </a:r>
            <a:endParaRPr b="0" lang="en-US" sz="2400" spc="-1" strike="noStrike">
              <a:solidFill>
                <a:schemeClr val="dk1">
                  <a:lumMod val="75000"/>
                  <a:lumOff val="25000"/>
                </a:schemeClr>
              </a:solidFill>
              <a:latin typeface="Century Gothic"/>
            </a:endParaRPr>
          </a:p>
          <a:p>
            <a:pPr lvl="1" marL="457200" indent="-324000" defTabSz="914400">
              <a:lnSpc>
                <a:spcPct val="100000"/>
              </a:lnSpc>
              <a:buClr>
                <a:srgbClr val="000000"/>
              </a:buClr>
              <a:buFont typeface="Arial"/>
              <a:buChar char="•"/>
            </a:pPr>
            <a:r>
              <a:rPr b="0" lang="en-ZA" sz="2800" spc="-1" strike="noStrike">
                <a:solidFill>
                  <a:schemeClr val="dk1"/>
                </a:solidFill>
                <a:latin typeface="Century Gothic"/>
              </a:rPr>
              <a:t>Calculate the batch proportions</a:t>
            </a:r>
            <a:endParaRPr b="0" lang="en-US" sz="2800" spc="-1" strike="noStrike">
              <a:solidFill>
                <a:schemeClr val="dk1">
                  <a:lumMod val="75000"/>
                  <a:lumOff val="25000"/>
                </a:schemeClr>
              </a:solidFill>
              <a:latin typeface="Century Gothic"/>
            </a:endParaRPr>
          </a:p>
          <a:p>
            <a:pPr marL="914400" indent="0" defTabSz="914400">
              <a:lnSpc>
                <a:spcPct val="100000"/>
              </a:lnSpc>
              <a:buNone/>
            </a:pPr>
            <a:endParaRPr b="0" lang="en-US" sz="1800" spc="-1" strike="noStrike">
              <a:solidFill>
                <a:schemeClr val="dk1">
                  <a:lumMod val="75000"/>
                  <a:lumOff val="25000"/>
                </a:schemeClr>
              </a:solidFill>
              <a:latin typeface="Century Gothic"/>
            </a:endParaRPr>
          </a:p>
          <a:p>
            <a:pPr marL="914400" indent="0" defTabSz="914400">
              <a:lnSpc>
                <a:spcPct val="100000"/>
              </a:lnSpc>
              <a:buNone/>
            </a:pPr>
            <a:endParaRPr b="0" lang="en-US" sz="1800" spc="-1" strike="noStrike">
              <a:solidFill>
                <a:schemeClr val="dk1">
                  <a:lumMod val="75000"/>
                  <a:lumOff val="25000"/>
                </a:schemeClr>
              </a:solidFill>
              <a:latin typeface="Century Gothic"/>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3" name="PlaceHolder 1"/>
          <p:cNvSpPr>
            <a:spLocks noGrp="1"/>
          </p:cNvSpPr>
          <p:nvPr>
            <p:ph type="title"/>
          </p:nvPr>
        </p:nvSpPr>
        <p:spPr>
          <a:xfrm>
            <a:off x="609480" y="277920"/>
            <a:ext cx="10972440" cy="1139400"/>
          </a:xfrm>
          <a:prstGeom prst="rect">
            <a:avLst/>
          </a:prstGeom>
          <a:noFill/>
          <a:ln w="0">
            <a:noFill/>
          </a:ln>
        </p:spPr>
        <p:txBody>
          <a:bodyPr lIns="91440" rIns="91440" tIns="45720" bIns="45720" anchor="t">
            <a:noAutofit/>
          </a:bodyPr>
          <a:p>
            <a:pPr indent="0" defTabSz="457200">
              <a:lnSpc>
                <a:spcPct val="100000"/>
              </a:lnSpc>
              <a:buNone/>
            </a:pPr>
            <a:r>
              <a:rPr b="0" lang="en-ZA" sz="4000" spc="-1" strike="noStrike">
                <a:solidFill>
                  <a:schemeClr val="dk1">
                    <a:lumMod val="85000"/>
                    <a:lumOff val="15000"/>
                  </a:schemeClr>
                </a:solidFill>
                <a:latin typeface="Century Gothic"/>
              </a:rPr>
              <a:t>Solution to Tutorial 1</a:t>
            </a:r>
            <a:endParaRPr b="0" lang="en-US" sz="4000" spc="-1" strike="noStrike">
              <a:solidFill>
                <a:schemeClr val="dk1"/>
              </a:solidFill>
              <a:latin typeface="Century Gothic"/>
            </a:endParaRPr>
          </a:p>
        </p:txBody>
      </p:sp>
      <p:graphicFrame>
        <p:nvGraphicFramePr>
          <p:cNvPr id="744" name="Group 62"/>
          <p:cNvGraphicFramePr/>
          <p:nvPr/>
        </p:nvGraphicFramePr>
        <p:xfrm>
          <a:off x="1981080" y="1600200"/>
          <a:ext cx="8229240" cy="4525560"/>
        </p:xfrm>
        <a:graphic>
          <a:graphicData uri="http://schemas.openxmlformats.org/drawingml/2006/table">
            <a:tbl>
              <a:tblPr/>
              <a:tblGrid>
                <a:gridCol w="1645920"/>
                <a:gridCol w="1645920"/>
                <a:gridCol w="1747800"/>
                <a:gridCol w="1542960"/>
                <a:gridCol w="1645920"/>
              </a:tblGrid>
              <a:tr h="904680">
                <a:tc>
                  <a:txBody>
                    <a:bodyPr anchor="t">
                      <a:noAutofit/>
                    </a:bodyPr>
                    <a:p>
                      <a:pPr algn="ctr" defTabSz="914400">
                        <a:lnSpc>
                          <a:spcPct val="100000"/>
                        </a:lnSpc>
                        <a:spcBef>
                          <a:spcPts val="400"/>
                        </a:spcBef>
                        <a:tabLst>
                          <a:tab algn="l" pos="0"/>
                        </a:tabLst>
                      </a:pPr>
                      <a:r>
                        <a:rPr b="0" lang="en-ZA" sz="2000" spc="-1" strike="noStrike">
                          <a:solidFill>
                            <a:schemeClr val="dk1"/>
                          </a:solidFill>
                          <a:latin typeface="Arial"/>
                        </a:rPr>
                        <a:t>Material</a:t>
                      </a:r>
                      <a:endParaRPr b="0" lang="en-US" sz="2000" spc="-1" strike="noStrike">
                        <a:solidFill>
                          <a:srgbClr val="000000"/>
                        </a:solidFill>
                        <a:latin typeface="Arial"/>
                      </a:endParaRPr>
                    </a:p>
                  </a:txBody>
                  <a:tcPr anchor="t" marL="91440" marR="91440">
                    <a:lnL w="28080">
                      <a:solidFill>
                        <a:srgbClr val="000000"/>
                      </a:solidFill>
                      <a:prstDash val="solid"/>
                    </a:lnL>
                    <a:lnR w="12240">
                      <a:solidFill>
                        <a:srgbClr val="000000"/>
                      </a:solidFill>
                      <a:prstDash val="solid"/>
                    </a:lnR>
                    <a:lnT w="28080">
                      <a:solidFill>
                        <a:srgbClr val="000000"/>
                      </a:solidFill>
                      <a:prstDash val="solid"/>
                    </a:lnT>
                    <a:lnB w="12240">
                      <a:solidFill>
                        <a:srgbClr val="000000"/>
                      </a:solidFill>
                      <a:prstDash val="solid"/>
                    </a:lnB>
                    <a:noFill/>
                  </a:tcPr>
                </a:tc>
                <a:tc>
                  <a:txBody>
                    <a:bodyPr anchor="t">
                      <a:noAutofit/>
                    </a:bodyPr>
                    <a:p>
                      <a:pPr algn="ctr" defTabSz="914400">
                        <a:lnSpc>
                          <a:spcPct val="100000"/>
                        </a:lnSpc>
                        <a:spcBef>
                          <a:spcPts val="400"/>
                        </a:spcBef>
                        <a:tabLst>
                          <a:tab algn="l" pos="0"/>
                        </a:tabLst>
                      </a:pPr>
                      <a:r>
                        <a:rPr b="0" lang="en-ZA" sz="2000" spc="-1" strike="noStrike">
                          <a:solidFill>
                            <a:schemeClr val="dk1"/>
                          </a:solidFill>
                          <a:latin typeface="Arial"/>
                        </a:rPr>
                        <a:t>1 m</a:t>
                      </a:r>
                      <a:r>
                        <a:rPr b="0" lang="en-ZA" sz="2000" spc="-1" strike="noStrike" baseline="30000">
                          <a:solidFill>
                            <a:schemeClr val="dk1"/>
                          </a:solidFill>
                          <a:latin typeface="Arial"/>
                        </a:rPr>
                        <a:t>3</a:t>
                      </a:r>
                      <a:r>
                        <a:rPr b="0" lang="en-ZA" sz="2000" spc="-1" strike="noStrike">
                          <a:solidFill>
                            <a:schemeClr val="dk1"/>
                          </a:solidFill>
                          <a:latin typeface="Arial"/>
                        </a:rPr>
                        <a:t> Mix</a:t>
                      </a:r>
                      <a:endParaRPr b="0" lang="en-US" sz="20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28080">
                      <a:solidFill>
                        <a:srgbClr val="000000"/>
                      </a:solidFill>
                      <a:prstDash val="solid"/>
                    </a:lnT>
                    <a:lnB w="12240">
                      <a:solidFill>
                        <a:srgbClr val="000000"/>
                      </a:solidFill>
                      <a:prstDash val="solid"/>
                    </a:lnB>
                    <a:noFill/>
                  </a:tcPr>
                </a:tc>
                <a:tc>
                  <a:txBody>
                    <a:bodyPr anchor="t">
                      <a:noAutofit/>
                    </a:bodyPr>
                    <a:p>
                      <a:pPr algn="ctr" defTabSz="914400">
                        <a:lnSpc>
                          <a:spcPct val="100000"/>
                        </a:lnSpc>
                        <a:spcBef>
                          <a:spcPts val="400"/>
                        </a:spcBef>
                        <a:tabLst>
                          <a:tab algn="l" pos="0"/>
                        </a:tabLst>
                      </a:pPr>
                      <a:r>
                        <a:rPr b="0" lang="en-ZA" sz="2000" spc="-1" strike="noStrike">
                          <a:solidFill>
                            <a:schemeClr val="dk1"/>
                          </a:solidFill>
                          <a:latin typeface="Arial"/>
                        </a:rPr>
                        <a:t>Moisture</a:t>
                      </a:r>
                      <a:endParaRPr b="0" lang="en-US" sz="20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28080">
                      <a:solidFill>
                        <a:srgbClr val="000000"/>
                      </a:solidFill>
                      <a:prstDash val="solid"/>
                    </a:lnT>
                    <a:lnB w="12240">
                      <a:solidFill>
                        <a:srgbClr val="000000"/>
                      </a:solidFill>
                      <a:prstDash val="solid"/>
                    </a:lnB>
                    <a:noFill/>
                  </a:tcPr>
                </a:tc>
                <a:tc>
                  <a:txBody>
                    <a:bodyPr anchor="t">
                      <a:noAutofit/>
                    </a:bodyPr>
                    <a:p>
                      <a:pPr algn="ctr" defTabSz="914400">
                        <a:lnSpc>
                          <a:spcPct val="100000"/>
                        </a:lnSpc>
                        <a:spcBef>
                          <a:spcPts val="400"/>
                        </a:spcBef>
                        <a:tabLst>
                          <a:tab algn="l" pos="0"/>
                        </a:tabLst>
                      </a:pPr>
                      <a:r>
                        <a:rPr b="0" lang="en-ZA" sz="2000" spc="-1" strike="noStrike">
                          <a:solidFill>
                            <a:schemeClr val="dk1"/>
                          </a:solidFill>
                          <a:latin typeface="Arial"/>
                        </a:rPr>
                        <a:t>Batch</a:t>
                      </a:r>
                      <a:endParaRPr b="0" lang="en-US" sz="20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28080">
                      <a:solidFill>
                        <a:srgbClr val="000000"/>
                      </a:solidFill>
                      <a:prstDash val="solid"/>
                    </a:lnT>
                    <a:lnB w="12240">
                      <a:solidFill>
                        <a:srgbClr val="000000"/>
                      </a:solidFill>
                      <a:prstDash val="solid"/>
                    </a:lnB>
                    <a:noFill/>
                  </a:tcPr>
                </a:tc>
                <a:tc>
                  <a:txBody>
                    <a:bodyPr anchor="t">
                      <a:noAutofit/>
                    </a:bodyPr>
                    <a:p>
                      <a:pPr algn="ctr" defTabSz="914400">
                        <a:lnSpc>
                          <a:spcPct val="100000"/>
                        </a:lnSpc>
                        <a:spcBef>
                          <a:spcPts val="400"/>
                        </a:spcBef>
                        <a:tabLst>
                          <a:tab algn="l" pos="0"/>
                        </a:tabLst>
                      </a:pPr>
                      <a:r>
                        <a:rPr b="0" lang="en-ZA" sz="2000" spc="-1" strike="noStrike">
                          <a:solidFill>
                            <a:schemeClr val="dk1"/>
                          </a:solidFill>
                          <a:latin typeface="Arial"/>
                        </a:rPr>
                        <a:t>400 ℓ Mix</a:t>
                      </a:r>
                      <a:endParaRPr b="0" lang="en-US" sz="2000" spc="-1" strike="noStrike">
                        <a:solidFill>
                          <a:srgbClr val="000000"/>
                        </a:solidFill>
                        <a:latin typeface="Arial"/>
                      </a:endParaRPr>
                    </a:p>
                  </a:txBody>
                  <a:tcPr anchor="t" marL="91440" marR="91440">
                    <a:lnL w="12240">
                      <a:solidFill>
                        <a:srgbClr val="000000"/>
                      </a:solidFill>
                      <a:prstDash val="solid"/>
                    </a:lnL>
                    <a:lnR w="28080">
                      <a:solidFill>
                        <a:srgbClr val="000000"/>
                      </a:solidFill>
                      <a:prstDash val="solid"/>
                    </a:lnR>
                    <a:lnT w="28080">
                      <a:solidFill>
                        <a:srgbClr val="000000"/>
                      </a:solidFill>
                      <a:prstDash val="solid"/>
                    </a:lnT>
                    <a:lnB w="12240">
                      <a:solidFill>
                        <a:srgbClr val="000000"/>
                      </a:solidFill>
                      <a:prstDash val="solid"/>
                    </a:lnB>
                    <a:noFill/>
                  </a:tcPr>
                </a:tc>
              </a:tr>
              <a:tr h="904680">
                <a:tc>
                  <a:txBody>
                    <a:bodyPr anchor="t">
                      <a:noAutofit/>
                    </a:bodyPr>
                    <a:p>
                      <a:pPr defTabSz="914400">
                        <a:lnSpc>
                          <a:spcPct val="100000"/>
                        </a:lnSpc>
                        <a:spcBef>
                          <a:spcPts val="400"/>
                        </a:spcBef>
                        <a:tabLst>
                          <a:tab algn="l" pos="0"/>
                        </a:tabLst>
                      </a:pPr>
                      <a:r>
                        <a:rPr b="0" lang="en-ZA" sz="2000" spc="-1" strike="noStrike">
                          <a:solidFill>
                            <a:schemeClr val="dk1"/>
                          </a:solidFill>
                          <a:latin typeface="Arial"/>
                        </a:rPr>
                        <a:t>Cement</a:t>
                      </a:r>
                      <a:endParaRPr b="0" lang="en-US" sz="2000" spc="-1" strike="noStrike">
                        <a:solidFill>
                          <a:srgbClr val="000000"/>
                        </a:solidFill>
                        <a:latin typeface="Arial"/>
                      </a:endParaRPr>
                    </a:p>
                  </a:txBody>
                  <a:tcPr anchor="t" marL="91440" marR="91440">
                    <a:lnL w="2808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algn="ctr" defTabSz="914400">
                        <a:lnSpc>
                          <a:spcPct val="100000"/>
                        </a:lnSpc>
                        <a:spcBef>
                          <a:spcPts val="400"/>
                        </a:spcBef>
                        <a:tabLst>
                          <a:tab algn="l" pos="0"/>
                        </a:tabLst>
                      </a:pPr>
                      <a:r>
                        <a:rPr b="0" lang="en-ZA" sz="2000" spc="-1" strike="noStrike">
                          <a:solidFill>
                            <a:schemeClr val="dk1"/>
                          </a:solidFill>
                          <a:latin typeface="Arial"/>
                        </a:rPr>
                        <a:t>375 kg</a:t>
                      </a:r>
                      <a:endParaRPr b="0" lang="en-US" sz="20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algn="ctr" defTabSz="914400">
                        <a:lnSpc>
                          <a:spcPct val="100000"/>
                        </a:lnSpc>
                        <a:spcBef>
                          <a:spcPts val="400"/>
                        </a:spcBef>
                        <a:tabLst>
                          <a:tab algn="l" pos="0"/>
                        </a:tabLst>
                      </a:pPr>
                      <a:r>
                        <a:rPr b="0" lang="en-ZA" sz="2000" spc="-1" strike="noStrike">
                          <a:solidFill>
                            <a:schemeClr val="dk1"/>
                          </a:solidFill>
                          <a:latin typeface="Arial"/>
                        </a:rPr>
                        <a:t>375 kg</a:t>
                      </a:r>
                      <a:endParaRPr b="0" lang="en-US" sz="20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algn="ctr" defTabSz="914400">
                        <a:lnSpc>
                          <a:spcPct val="100000"/>
                        </a:lnSpc>
                        <a:spcBef>
                          <a:spcPts val="400"/>
                        </a:spcBef>
                        <a:tabLst>
                          <a:tab algn="l" pos="0"/>
                        </a:tabLst>
                      </a:pPr>
                      <a:r>
                        <a:rPr b="0" lang="en-ZA" sz="2000" spc="-1" strike="noStrike">
                          <a:solidFill>
                            <a:schemeClr val="dk1"/>
                          </a:solidFill>
                          <a:latin typeface="Arial"/>
                        </a:rPr>
                        <a:t>375 kg</a:t>
                      </a:r>
                      <a:endParaRPr b="0" lang="en-US" sz="20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algn="ctr" defTabSz="914400">
                        <a:lnSpc>
                          <a:spcPct val="100000"/>
                        </a:lnSpc>
                        <a:spcBef>
                          <a:spcPts val="400"/>
                        </a:spcBef>
                        <a:tabLst>
                          <a:tab algn="l" pos="0"/>
                        </a:tabLst>
                      </a:pPr>
                      <a:r>
                        <a:rPr b="0" lang="en-ZA" sz="2000" spc="-1" strike="noStrike">
                          <a:solidFill>
                            <a:schemeClr val="dk1"/>
                          </a:solidFill>
                          <a:latin typeface="Arial"/>
                        </a:rPr>
                        <a:t>150 kg</a:t>
                      </a:r>
                      <a:endParaRPr b="0" lang="en-US" sz="2000" spc="-1" strike="noStrike">
                        <a:solidFill>
                          <a:srgbClr val="000000"/>
                        </a:solidFill>
                        <a:latin typeface="Arial"/>
                      </a:endParaRPr>
                    </a:p>
                  </a:txBody>
                  <a:tcPr anchor="t" marL="91440" marR="91440">
                    <a:lnL w="12240">
                      <a:solidFill>
                        <a:srgbClr val="000000"/>
                      </a:solidFill>
                      <a:prstDash val="solid"/>
                    </a:lnL>
                    <a:lnR w="28080">
                      <a:solidFill>
                        <a:srgbClr val="000000"/>
                      </a:solidFill>
                      <a:prstDash val="solid"/>
                    </a:lnR>
                    <a:lnT w="12240">
                      <a:solidFill>
                        <a:srgbClr val="000000"/>
                      </a:solidFill>
                      <a:prstDash val="solid"/>
                    </a:lnT>
                    <a:lnB w="12240">
                      <a:solidFill>
                        <a:srgbClr val="000000"/>
                      </a:solidFill>
                      <a:prstDash val="solid"/>
                    </a:lnB>
                    <a:noFill/>
                  </a:tcPr>
                </a:tc>
              </a:tr>
              <a:tr h="906120">
                <a:tc>
                  <a:txBody>
                    <a:bodyPr anchor="t">
                      <a:noAutofit/>
                    </a:bodyPr>
                    <a:p>
                      <a:pPr defTabSz="914400">
                        <a:lnSpc>
                          <a:spcPct val="100000"/>
                        </a:lnSpc>
                        <a:spcBef>
                          <a:spcPts val="400"/>
                        </a:spcBef>
                        <a:tabLst>
                          <a:tab algn="l" pos="0"/>
                        </a:tabLst>
                      </a:pPr>
                      <a:r>
                        <a:rPr b="0" lang="en-ZA" sz="2000" spc="-1" strike="noStrike">
                          <a:solidFill>
                            <a:schemeClr val="dk1"/>
                          </a:solidFill>
                          <a:latin typeface="Arial"/>
                        </a:rPr>
                        <a:t>Water</a:t>
                      </a:r>
                      <a:endParaRPr b="0" lang="en-US" sz="2000" spc="-1" strike="noStrike">
                        <a:solidFill>
                          <a:srgbClr val="000000"/>
                        </a:solidFill>
                        <a:latin typeface="Arial"/>
                      </a:endParaRPr>
                    </a:p>
                  </a:txBody>
                  <a:tcPr anchor="t" marL="91440" marR="91440">
                    <a:lnL w="2808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algn="ctr" defTabSz="914400">
                        <a:lnSpc>
                          <a:spcPct val="100000"/>
                        </a:lnSpc>
                        <a:spcBef>
                          <a:spcPts val="400"/>
                        </a:spcBef>
                        <a:tabLst>
                          <a:tab algn="l" pos="0"/>
                        </a:tabLst>
                      </a:pPr>
                      <a:r>
                        <a:rPr b="0" lang="en-ZA" sz="2000" spc="-1" strike="noStrike">
                          <a:solidFill>
                            <a:schemeClr val="dk1"/>
                          </a:solidFill>
                          <a:latin typeface="Arial"/>
                        </a:rPr>
                        <a:t>195 ℓ</a:t>
                      </a:r>
                      <a:endParaRPr b="0" lang="en-US" sz="20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algn="ctr" defTabSz="914400">
                        <a:lnSpc>
                          <a:spcPct val="100000"/>
                        </a:lnSpc>
                        <a:spcBef>
                          <a:spcPts val="400"/>
                        </a:spcBef>
                        <a:tabLst>
                          <a:tab algn="l" pos="0"/>
                        </a:tabLst>
                      </a:pPr>
                      <a:r>
                        <a:rPr b="0" lang="en-ZA" sz="2000" spc="-1" strike="noStrike">
                          <a:solidFill>
                            <a:schemeClr val="dk1"/>
                          </a:solidFill>
                          <a:latin typeface="Arial"/>
                        </a:rPr>
                        <a:t>195 (-17-44) =</a:t>
                      </a:r>
                      <a:endParaRPr b="0" lang="en-US" sz="20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algn="ctr" defTabSz="914400">
                        <a:lnSpc>
                          <a:spcPct val="100000"/>
                        </a:lnSpc>
                        <a:spcBef>
                          <a:spcPts val="400"/>
                        </a:spcBef>
                        <a:tabLst>
                          <a:tab algn="l" pos="0"/>
                        </a:tabLst>
                      </a:pPr>
                      <a:r>
                        <a:rPr b="0" lang="en-ZA" sz="2000" spc="-1" strike="noStrike">
                          <a:solidFill>
                            <a:schemeClr val="dk1"/>
                          </a:solidFill>
                          <a:latin typeface="Arial"/>
                        </a:rPr>
                        <a:t>134 ℓ</a:t>
                      </a:r>
                      <a:endParaRPr b="0" lang="en-US" sz="20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algn="ctr" defTabSz="914400">
                        <a:lnSpc>
                          <a:spcPct val="100000"/>
                        </a:lnSpc>
                        <a:spcBef>
                          <a:spcPts val="400"/>
                        </a:spcBef>
                        <a:tabLst>
                          <a:tab algn="l" pos="0"/>
                        </a:tabLst>
                      </a:pPr>
                      <a:r>
                        <a:rPr b="0" lang="en-ZA" sz="2000" spc="-1" strike="noStrike">
                          <a:solidFill>
                            <a:schemeClr val="dk1"/>
                          </a:solidFill>
                          <a:latin typeface="Arial"/>
                        </a:rPr>
                        <a:t>54 ℓ</a:t>
                      </a:r>
                      <a:endParaRPr b="0" lang="en-US" sz="2000" spc="-1" strike="noStrike">
                        <a:solidFill>
                          <a:srgbClr val="000000"/>
                        </a:solidFill>
                        <a:latin typeface="Arial"/>
                      </a:endParaRPr>
                    </a:p>
                  </a:txBody>
                  <a:tcPr anchor="t" marL="91440" marR="91440">
                    <a:lnL w="12240">
                      <a:solidFill>
                        <a:srgbClr val="000000"/>
                      </a:solidFill>
                      <a:prstDash val="solid"/>
                    </a:lnL>
                    <a:lnR w="28080">
                      <a:solidFill>
                        <a:srgbClr val="000000"/>
                      </a:solidFill>
                      <a:prstDash val="solid"/>
                    </a:lnR>
                    <a:lnT w="12240">
                      <a:solidFill>
                        <a:srgbClr val="000000"/>
                      </a:solidFill>
                      <a:prstDash val="solid"/>
                    </a:lnT>
                    <a:lnB w="12240">
                      <a:solidFill>
                        <a:srgbClr val="000000"/>
                      </a:solidFill>
                      <a:prstDash val="solid"/>
                    </a:lnB>
                    <a:noFill/>
                  </a:tcPr>
                </a:tc>
              </a:tr>
              <a:tr h="904680">
                <a:tc>
                  <a:txBody>
                    <a:bodyPr anchor="t">
                      <a:noAutofit/>
                    </a:bodyPr>
                    <a:p>
                      <a:pPr defTabSz="914400">
                        <a:lnSpc>
                          <a:spcPct val="100000"/>
                        </a:lnSpc>
                        <a:spcBef>
                          <a:spcPts val="400"/>
                        </a:spcBef>
                        <a:tabLst>
                          <a:tab algn="l" pos="0"/>
                        </a:tabLst>
                      </a:pPr>
                      <a:r>
                        <a:rPr b="0" lang="en-ZA" sz="2000" spc="-1" strike="noStrike">
                          <a:solidFill>
                            <a:schemeClr val="dk1"/>
                          </a:solidFill>
                          <a:latin typeface="Arial"/>
                        </a:rPr>
                        <a:t>Stone</a:t>
                      </a:r>
                      <a:endParaRPr b="0" lang="en-US" sz="2000" spc="-1" strike="noStrike">
                        <a:solidFill>
                          <a:srgbClr val="000000"/>
                        </a:solidFill>
                        <a:latin typeface="Arial"/>
                      </a:endParaRPr>
                    </a:p>
                  </a:txBody>
                  <a:tcPr anchor="t" marL="91440" marR="91440">
                    <a:lnL w="2808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algn="ctr" defTabSz="914400">
                        <a:lnSpc>
                          <a:spcPct val="100000"/>
                        </a:lnSpc>
                        <a:spcBef>
                          <a:spcPts val="400"/>
                        </a:spcBef>
                        <a:tabLst>
                          <a:tab algn="l" pos="0"/>
                        </a:tabLst>
                      </a:pPr>
                      <a:r>
                        <a:rPr b="0" lang="en-ZA" sz="2000" spc="-1" strike="noStrike">
                          <a:solidFill>
                            <a:schemeClr val="dk1"/>
                          </a:solidFill>
                          <a:latin typeface="Arial"/>
                        </a:rPr>
                        <a:t>1103 kg</a:t>
                      </a:r>
                      <a:endParaRPr b="0" lang="en-US" sz="20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algn="ctr" defTabSz="914400">
                        <a:lnSpc>
                          <a:spcPct val="100000"/>
                        </a:lnSpc>
                        <a:spcBef>
                          <a:spcPts val="400"/>
                        </a:spcBef>
                        <a:tabLst>
                          <a:tab algn="l" pos="0"/>
                        </a:tabLst>
                      </a:pPr>
                      <a:r>
                        <a:rPr b="0" lang="en-ZA" sz="2000" spc="-1" strike="noStrike">
                          <a:solidFill>
                            <a:schemeClr val="dk1"/>
                          </a:solidFill>
                          <a:latin typeface="Arial"/>
                        </a:rPr>
                        <a:t>1103x0.015 =</a:t>
                      </a:r>
                      <a:endParaRPr b="0" lang="en-US" sz="2000" spc="-1" strike="noStrike">
                        <a:solidFill>
                          <a:srgbClr val="000000"/>
                        </a:solidFill>
                        <a:latin typeface="Arial"/>
                      </a:endParaRPr>
                    </a:p>
                    <a:p>
                      <a:pPr algn="ctr" defTabSz="914400">
                        <a:lnSpc>
                          <a:spcPct val="100000"/>
                        </a:lnSpc>
                        <a:spcBef>
                          <a:spcPts val="400"/>
                        </a:spcBef>
                        <a:tabLst>
                          <a:tab algn="l" pos="0"/>
                        </a:tabLst>
                      </a:pPr>
                      <a:r>
                        <a:rPr b="0" lang="en-ZA" sz="2000" spc="-1" strike="noStrike">
                          <a:solidFill>
                            <a:schemeClr val="dk1"/>
                          </a:solidFill>
                          <a:latin typeface="Arial"/>
                        </a:rPr>
                        <a:t>(17 kg)</a:t>
                      </a:r>
                      <a:endParaRPr b="0" lang="en-US" sz="20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algn="ctr" defTabSz="914400">
                        <a:lnSpc>
                          <a:spcPct val="100000"/>
                        </a:lnSpc>
                        <a:spcBef>
                          <a:spcPts val="400"/>
                        </a:spcBef>
                        <a:tabLst>
                          <a:tab algn="l" pos="0"/>
                        </a:tabLst>
                      </a:pPr>
                      <a:r>
                        <a:rPr b="0" lang="en-US" sz="2000" spc="-1" strike="noStrike">
                          <a:solidFill>
                            <a:schemeClr val="dk1"/>
                          </a:solidFill>
                          <a:latin typeface="Arial"/>
                        </a:rPr>
                        <a:t>1120 kg</a:t>
                      </a:r>
                      <a:endParaRPr b="0" lang="en-US" sz="20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algn="ctr" defTabSz="914400">
                        <a:lnSpc>
                          <a:spcPct val="100000"/>
                        </a:lnSpc>
                        <a:spcBef>
                          <a:spcPts val="400"/>
                        </a:spcBef>
                        <a:tabLst>
                          <a:tab algn="l" pos="0"/>
                        </a:tabLst>
                      </a:pPr>
                      <a:r>
                        <a:rPr b="0" lang="en-ZA" sz="2000" spc="-1" strike="noStrike">
                          <a:solidFill>
                            <a:schemeClr val="dk1"/>
                          </a:solidFill>
                          <a:latin typeface="Arial"/>
                        </a:rPr>
                        <a:t>448 kg</a:t>
                      </a:r>
                      <a:endParaRPr b="0" lang="en-US" sz="2000" spc="-1" strike="noStrike">
                        <a:solidFill>
                          <a:srgbClr val="000000"/>
                        </a:solidFill>
                        <a:latin typeface="Arial"/>
                      </a:endParaRPr>
                    </a:p>
                  </a:txBody>
                  <a:tcPr anchor="t" marL="91440" marR="91440">
                    <a:lnL w="12240">
                      <a:solidFill>
                        <a:srgbClr val="000000"/>
                      </a:solidFill>
                      <a:prstDash val="solid"/>
                    </a:lnL>
                    <a:lnR w="28080">
                      <a:solidFill>
                        <a:srgbClr val="000000"/>
                      </a:solidFill>
                      <a:prstDash val="solid"/>
                    </a:lnR>
                    <a:lnT w="12240">
                      <a:solidFill>
                        <a:srgbClr val="000000"/>
                      </a:solidFill>
                      <a:prstDash val="solid"/>
                    </a:lnT>
                    <a:lnB w="12240">
                      <a:solidFill>
                        <a:srgbClr val="000000"/>
                      </a:solidFill>
                      <a:prstDash val="solid"/>
                    </a:lnB>
                    <a:noFill/>
                  </a:tcPr>
                </a:tc>
              </a:tr>
              <a:tr h="904680">
                <a:tc>
                  <a:txBody>
                    <a:bodyPr anchor="t">
                      <a:noAutofit/>
                    </a:bodyPr>
                    <a:p>
                      <a:pPr defTabSz="914400">
                        <a:lnSpc>
                          <a:spcPct val="100000"/>
                        </a:lnSpc>
                        <a:spcBef>
                          <a:spcPts val="400"/>
                        </a:spcBef>
                        <a:tabLst>
                          <a:tab algn="l" pos="0"/>
                        </a:tabLst>
                      </a:pPr>
                      <a:r>
                        <a:rPr b="0" lang="en-ZA" sz="2000" spc="-1" strike="noStrike">
                          <a:solidFill>
                            <a:schemeClr val="dk1"/>
                          </a:solidFill>
                          <a:latin typeface="Arial"/>
                        </a:rPr>
                        <a:t>Sand</a:t>
                      </a:r>
                      <a:endParaRPr b="0" lang="en-US" sz="2000" spc="-1" strike="noStrike">
                        <a:solidFill>
                          <a:srgbClr val="000000"/>
                        </a:solidFill>
                        <a:latin typeface="Arial"/>
                      </a:endParaRPr>
                    </a:p>
                  </a:txBody>
                  <a:tcPr anchor="t" marL="91440" marR="91440">
                    <a:lnL w="28080">
                      <a:solidFill>
                        <a:srgbClr val="000000"/>
                      </a:solidFill>
                      <a:prstDash val="solid"/>
                    </a:lnL>
                    <a:lnR w="12240">
                      <a:solidFill>
                        <a:srgbClr val="000000"/>
                      </a:solidFill>
                      <a:prstDash val="solid"/>
                    </a:lnR>
                    <a:lnT w="12240">
                      <a:solidFill>
                        <a:srgbClr val="000000"/>
                      </a:solidFill>
                      <a:prstDash val="solid"/>
                    </a:lnT>
                    <a:lnB w="28080">
                      <a:solidFill>
                        <a:srgbClr val="000000"/>
                      </a:solidFill>
                      <a:prstDash val="solid"/>
                    </a:lnB>
                    <a:noFill/>
                  </a:tcPr>
                </a:tc>
                <a:tc>
                  <a:txBody>
                    <a:bodyPr anchor="t">
                      <a:noAutofit/>
                    </a:bodyPr>
                    <a:p>
                      <a:pPr algn="ctr" defTabSz="914400">
                        <a:lnSpc>
                          <a:spcPct val="100000"/>
                        </a:lnSpc>
                        <a:spcBef>
                          <a:spcPts val="400"/>
                        </a:spcBef>
                        <a:tabLst>
                          <a:tab algn="l" pos="0"/>
                        </a:tabLst>
                      </a:pPr>
                      <a:r>
                        <a:rPr b="0" lang="en-ZA" sz="2000" spc="-1" strike="noStrike">
                          <a:solidFill>
                            <a:schemeClr val="dk1"/>
                          </a:solidFill>
                          <a:latin typeface="Arial"/>
                        </a:rPr>
                        <a:t>727 kg</a:t>
                      </a:r>
                      <a:endParaRPr b="0" lang="en-US" sz="20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28080">
                      <a:solidFill>
                        <a:srgbClr val="000000"/>
                      </a:solidFill>
                      <a:prstDash val="solid"/>
                    </a:lnB>
                    <a:noFill/>
                  </a:tcPr>
                </a:tc>
                <a:tc>
                  <a:txBody>
                    <a:bodyPr anchor="t">
                      <a:noAutofit/>
                    </a:bodyPr>
                    <a:p>
                      <a:pPr algn="ctr" defTabSz="914400">
                        <a:lnSpc>
                          <a:spcPct val="100000"/>
                        </a:lnSpc>
                        <a:spcBef>
                          <a:spcPts val="400"/>
                        </a:spcBef>
                        <a:tabLst>
                          <a:tab algn="l" pos="0"/>
                        </a:tabLst>
                      </a:pPr>
                      <a:r>
                        <a:rPr b="0" lang="en-ZA" sz="2000" spc="-1" strike="noStrike">
                          <a:solidFill>
                            <a:schemeClr val="dk1"/>
                          </a:solidFill>
                          <a:latin typeface="Arial"/>
                        </a:rPr>
                        <a:t>727 x 0.06 =</a:t>
                      </a:r>
                      <a:endParaRPr b="0" lang="en-US" sz="2000" spc="-1" strike="noStrike">
                        <a:solidFill>
                          <a:srgbClr val="000000"/>
                        </a:solidFill>
                        <a:latin typeface="Arial"/>
                      </a:endParaRPr>
                    </a:p>
                    <a:p>
                      <a:pPr algn="ctr" defTabSz="914400">
                        <a:lnSpc>
                          <a:spcPct val="100000"/>
                        </a:lnSpc>
                        <a:spcBef>
                          <a:spcPts val="400"/>
                        </a:spcBef>
                        <a:tabLst>
                          <a:tab algn="l" pos="0"/>
                        </a:tabLst>
                      </a:pPr>
                      <a:r>
                        <a:rPr b="0" lang="en-ZA" sz="2000" spc="-1" strike="noStrike">
                          <a:solidFill>
                            <a:schemeClr val="dk1"/>
                          </a:solidFill>
                          <a:latin typeface="Arial"/>
                        </a:rPr>
                        <a:t>(44 kg)</a:t>
                      </a:r>
                      <a:endParaRPr b="0" lang="en-US" sz="20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28080">
                      <a:solidFill>
                        <a:srgbClr val="000000"/>
                      </a:solidFill>
                      <a:prstDash val="solid"/>
                    </a:lnB>
                    <a:noFill/>
                  </a:tcPr>
                </a:tc>
                <a:tc>
                  <a:txBody>
                    <a:bodyPr anchor="t">
                      <a:noAutofit/>
                    </a:bodyPr>
                    <a:p>
                      <a:pPr algn="ctr" defTabSz="914400">
                        <a:lnSpc>
                          <a:spcPct val="100000"/>
                        </a:lnSpc>
                        <a:spcBef>
                          <a:spcPts val="400"/>
                        </a:spcBef>
                        <a:tabLst>
                          <a:tab algn="l" pos="0"/>
                        </a:tabLst>
                      </a:pPr>
                      <a:r>
                        <a:rPr b="0" lang="en-US" sz="2000" spc="-1" strike="noStrike">
                          <a:solidFill>
                            <a:schemeClr val="dk1"/>
                          </a:solidFill>
                          <a:latin typeface="Arial"/>
                        </a:rPr>
                        <a:t>771 kg</a:t>
                      </a:r>
                      <a:endParaRPr b="0" lang="en-US" sz="20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28080">
                      <a:solidFill>
                        <a:srgbClr val="000000"/>
                      </a:solidFill>
                      <a:prstDash val="solid"/>
                    </a:lnB>
                    <a:noFill/>
                  </a:tcPr>
                </a:tc>
                <a:tc>
                  <a:txBody>
                    <a:bodyPr anchor="t">
                      <a:noAutofit/>
                    </a:bodyPr>
                    <a:p>
                      <a:pPr algn="ctr" defTabSz="914400">
                        <a:lnSpc>
                          <a:spcPct val="100000"/>
                        </a:lnSpc>
                        <a:spcBef>
                          <a:spcPts val="400"/>
                        </a:spcBef>
                        <a:tabLst>
                          <a:tab algn="l" pos="0"/>
                        </a:tabLst>
                      </a:pPr>
                      <a:r>
                        <a:rPr b="0" lang="en-ZA" sz="2000" spc="-1" strike="noStrike">
                          <a:solidFill>
                            <a:schemeClr val="dk1"/>
                          </a:solidFill>
                          <a:latin typeface="Arial"/>
                        </a:rPr>
                        <a:t>309 kg</a:t>
                      </a:r>
                      <a:endParaRPr b="0" lang="en-US" sz="2000" spc="-1" strike="noStrike">
                        <a:solidFill>
                          <a:srgbClr val="000000"/>
                        </a:solidFill>
                        <a:latin typeface="Arial"/>
                      </a:endParaRPr>
                    </a:p>
                  </a:txBody>
                  <a:tcPr anchor="t" marL="91440" marR="91440">
                    <a:lnL w="12240">
                      <a:solidFill>
                        <a:srgbClr val="000000"/>
                      </a:solidFill>
                      <a:prstDash val="solid"/>
                    </a:lnL>
                    <a:lnR w="28080">
                      <a:solidFill>
                        <a:srgbClr val="000000"/>
                      </a:solidFill>
                      <a:prstDash val="solid"/>
                    </a:lnR>
                    <a:lnT w="12240">
                      <a:solidFill>
                        <a:srgbClr val="000000"/>
                      </a:solidFill>
                      <a:prstDash val="solid"/>
                    </a:lnT>
                    <a:lnB w="28080">
                      <a:solidFill>
                        <a:srgbClr val="000000"/>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5" name="PlaceHolder 1"/>
          <p:cNvSpPr>
            <a:spLocks noGrp="1"/>
          </p:cNvSpPr>
          <p:nvPr>
            <p:ph type="title"/>
          </p:nvPr>
        </p:nvSpPr>
        <p:spPr>
          <a:xfrm>
            <a:off x="1981080" y="274680"/>
            <a:ext cx="8229240" cy="490320"/>
          </a:xfrm>
          <a:prstGeom prst="rect">
            <a:avLst/>
          </a:prstGeom>
          <a:noFill/>
          <a:ln w="0">
            <a:noFill/>
          </a:ln>
        </p:spPr>
        <p:txBody>
          <a:bodyPr lIns="91440" rIns="91440" tIns="45720" bIns="45720" anchor="t">
            <a:normAutofit fontScale="68611"/>
          </a:bodyPr>
          <a:p>
            <a:pPr indent="0" defTabSz="457200">
              <a:lnSpc>
                <a:spcPct val="100000"/>
              </a:lnSpc>
              <a:buNone/>
            </a:pPr>
            <a:r>
              <a:rPr b="0" lang="en-ZA" sz="4000" spc="-1" strike="noStrike">
                <a:solidFill>
                  <a:schemeClr val="dk1">
                    <a:lumMod val="85000"/>
                    <a:lumOff val="15000"/>
                  </a:schemeClr>
                </a:solidFill>
                <a:latin typeface="Century Gothic"/>
              </a:rPr>
              <a:t>Tutorial 2</a:t>
            </a:r>
            <a:endParaRPr b="0" lang="en-US" sz="4000" spc="-1" strike="noStrike">
              <a:solidFill>
                <a:schemeClr val="dk1"/>
              </a:solidFill>
              <a:latin typeface="Century Gothic"/>
            </a:endParaRPr>
          </a:p>
        </p:txBody>
      </p:sp>
      <p:sp>
        <p:nvSpPr>
          <p:cNvPr id="746" name="PlaceHolder 2"/>
          <p:cNvSpPr>
            <a:spLocks noGrp="1"/>
          </p:cNvSpPr>
          <p:nvPr>
            <p:ph/>
          </p:nvPr>
        </p:nvSpPr>
        <p:spPr>
          <a:xfrm>
            <a:off x="2259000" y="1063800"/>
            <a:ext cx="8229240" cy="5389200"/>
          </a:xfrm>
          <a:prstGeom prst="rect">
            <a:avLst/>
          </a:prstGeom>
          <a:noFill/>
          <a:ln w="0">
            <a:noFill/>
          </a:ln>
        </p:spPr>
        <p:txBody>
          <a:bodyPr lIns="91440" rIns="91440" tIns="45720" bIns="45720" anchor="t">
            <a:normAutofit/>
          </a:bodyPr>
          <a:p>
            <a:pPr lvl="1" marL="457200" indent="-324000" defTabSz="914400">
              <a:lnSpc>
                <a:spcPct val="100000"/>
              </a:lnSpc>
              <a:buClr>
                <a:srgbClr val="000000"/>
              </a:buClr>
              <a:buFont typeface="Arial"/>
              <a:buChar char="•"/>
            </a:pPr>
            <a:r>
              <a:rPr b="0" lang="en-ZA" sz="2800" spc="-1" strike="noStrike">
                <a:solidFill>
                  <a:schemeClr val="dk1"/>
                </a:solidFill>
                <a:latin typeface="Century Gothic"/>
              </a:rPr>
              <a:t>The following are mix proportions for 1 m</a:t>
            </a:r>
            <a:r>
              <a:rPr b="0" lang="en-ZA" sz="2800" spc="-1" strike="noStrike" baseline="30000">
                <a:solidFill>
                  <a:schemeClr val="dk1"/>
                </a:solidFill>
                <a:latin typeface="Century Gothic"/>
              </a:rPr>
              <a:t>3 </a:t>
            </a:r>
            <a:r>
              <a:rPr b="0" lang="en-ZA" sz="2800" spc="-1" strike="noStrike">
                <a:solidFill>
                  <a:schemeClr val="dk1"/>
                </a:solidFill>
                <a:latin typeface="Century Gothic"/>
              </a:rPr>
              <a:t>of concrete from a laboratory</a:t>
            </a:r>
            <a:endParaRPr b="0" lang="en-US" sz="2800" spc="-1" strike="noStrike">
              <a:solidFill>
                <a:schemeClr val="dk1">
                  <a:lumMod val="75000"/>
                  <a:lumOff val="25000"/>
                </a:schemeClr>
              </a:solidFill>
              <a:latin typeface="Century Gothic"/>
            </a:endParaRPr>
          </a:p>
          <a:p>
            <a:pPr lvl="2" marL="1200240" indent="-285840" defTabSz="914400">
              <a:lnSpc>
                <a:spcPct val="100000"/>
              </a:lnSpc>
              <a:buClr>
                <a:srgbClr val="4b866e"/>
              </a:buClr>
              <a:buFont typeface="Arial"/>
              <a:buChar char="•"/>
            </a:pPr>
            <a:r>
              <a:rPr b="0" lang="en-ZA" sz="2400" spc="-1" strike="noStrike">
                <a:solidFill>
                  <a:schemeClr val="accent6">
                    <a:lumMod val="75000"/>
                  </a:schemeClr>
                </a:solidFill>
                <a:latin typeface="Century Gothic"/>
              </a:rPr>
              <a:t>Cement </a:t>
            </a:r>
            <a:r>
              <a:rPr b="0" lang="en-ZA" sz="2400" spc="-1" strike="noStrike">
                <a:solidFill>
                  <a:schemeClr val="accent6">
                    <a:lumMod val="75000"/>
                  </a:schemeClr>
                </a:solidFill>
                <a:latin typeface="Century Gothic"/>
              </a:rPr>
              <a:t>	</a:t>
            </a:r>
            <a:r>
              <a:rPr b="0" lang="en-ZA" sz="2400" spc="-1" strike="noStrike">
                <a:solidFill>
                  <a:schemeClr val="accent6">
                    <a:lumMod val="75000"/>
                  </a:schemeClr>
                </a:solidFill>
                <a:latin typeface="Century Gothic"/>
              </a:rPr>
              <a:t>325 kg</a:t>
            </a:r>
            <a:endParaRPr b="0" lang="en-US" sz="2400" spc="-1" strike="noStrike">
              <a:solidFill>
                <a:schemeClr val="dk1">
                  <a:lumMod val="75000"/>
                  <a:lumOff val="25000"/>
                </a:schemeClr>
              </a:solidFill>
              <a:latin typeface="Century Gothic"/>
            </a:endParaRPr>
          </a:p>
          <a:p>
            <a:pPr lvl="2" marL="1200240" indent="-285840" defTabSz="914400">
              <a:lnSpc>
                <a:spcPct val="100000"/>
              </a:lnSpc>
              <a:buClr>
                <a:srgbClr val="4b866e"/>
              </a:buClr>
              <a:buFont typeface="Arial"/>
              <a:buChar char="•"/>
            </a:pPr>
            <a:r>
              <a:rPr b="0" lang="en-ZA" sz="2400" spc="-1" strike="noStrike">
                <a:solidFill>
                  <a:schemeClr val="accent6">
                    <a:lumMod val="75000"/>
                  </a:schemeClr>
                </a:solidFill>
                <a:latin typeface="Century Gothic"/>
              </a:rPr>
              <a:t>Water</a:t>
            </a:r>
            <a:r>
              <a:rPr b="0" lang="en-ZA" sz="2400" spc="-1" strike="noStrike">
                <a:solidFill>
                  <a:schemeClr val="accent6">
                    <a:lumMod val="75000"/>
                  </a:schemeClr>
                </a:solidFill>
                <a:latin typeface="Century Gothic"/>
              </a:rPr>
              <a:t>	</a:t>
            </a:r>
            <a:r>
              <a:rPr b="0" lang="en-ZA" sz="2400" spc="-1" strike="noStrike">
                <a:solidFill>
                  <a:schemeClr val="accent6">
                    <a:lumMod val="75000"/>
                  </a:schemeClr>
                </a:solidFill>
                <a:latin typeface="Century Gothic"/>
              </a:rPr>
              <a:t>	</a:t>
            </a:r>
            <a:r>
              <a:rPr b="0" lang="en-ZA" sz="2400" spc="-1" strike="noStrike">
                <a:solidFill>
                  <a:schemeClr val="accent6">
                    <a:lumMod val="75000"/>
                  </a:schemeClr>
                </a:solidFill>
                <a:latin typeface="Century Gothic"/>
              </a:rPr>
              <a:t>210 litres</a:t>
            </a:r>
            <a:endParaRPr b="0" lang="en-US" sz="2400" spc="-1" strike="noStrike">
              <a:solidFill>
                <a:schemeClr val="dk1">
                  <a:lumMod val="75000"/>
                  <a:lumOff val="25000"/>
                </a:schemeClr>
              </a:solidFill>
              <a:latin typeface="Century Gothic"/>
            </a:endParaRPr>
          </a:p>
          <a:p>
            <a:pPr lvl="2" marL="1200240" indent="-285840" defTabSz="914400">
              <a:lnSpc>
                <a:spcPct val="100000"/>
              </a:lnSpc>
              <a:buClr>
                <a:srgbClr val="4b866e"/>
              </a:buClr>
              <a:buFont typeface="Arial"/>
              <a:buChar char="•"/>
            </a:pPr>
            <a:r>
              <a:rPr b="0" lang="en-ZA" sz="2400" spc="-1" strike="noStrike">
                <a:solidFill>
                  <a:schemeClr val="accent6">
                    <a:lumMod val="75000"/>
                  </a:schemeClr>
                </a:solidFill>
                <a:latin typeface="Century Gothic"/>
              </a:rPr>
              <a:t>Stone</a:t>
            </a:r>
            <a:r>
              <a:rPr b="0" lang="en-ZA" sz="2400" spc="-1" strike="noStrike">
                <a:solidFill>
                  <a:schemeClr val="accent6">
                    <a:lumMod val="75000"/>
                  </a:schemeClr>
                </a:solidFill>
                <a:latin typeface="Century Gothic"/>
              </a:rPr>
              <a:t>	</a:t>
            </a:r>
            <a:r>
              <a:rPr b="0" lang="en-ZA" sz="2400" spc="-1" strike="noStrike">
                <a:solidFill>
                  <a:schemeClr val="accent6">
                    <a:lumMod val="75000"/>
                  </a:schemeClr>
                </a:solidFill>
                <a:latin typeface="Century Gothic"/>
              </a:rPr>
              <a:t>	</a:t>
            </a:r>
            <a:r>
              <a:rPr b="0" lang="en-ZA" sz="2400" spc="-1" strike="noStrike">
                <a:solidFill>
                  <a:schemeClr val="accent6">
                    <a:lumMod val="75000"/>
                  </a:schemeClr>
                </a:solidFill>
                <a:latin typeface="Century Gothic"/>
              </a:rPr>
              <a:t>1030 kg</a:t>
            </a:r>
            <a:endParaRPr b="0" lang="en-US" sz="2400" spc="-1" strike="noStrike">
              <a:solidFill>
                <a:schemeClr val="dk1">
                  <a:lumMod val="75000"/>
                  <a:lumOff val="25000"/>
                </a:schemeClr>
              </a:solidFill>
              <a:latin typeface="Century Gothic"/>
            </a:endParaRPr>
          </a:p>
          <a:p>
            <a:pPr lvl="2" marL="1200240" indent="-285840" defTabSz="914400">
              <a:lnSpc>
                <a:spcPct val="100000"/>
              </a:lnSpc>
              <a:buClr>
                <a:srgbClr val="4b866e"/>
              </a:buClr>
              <a:buFont typeface="Arial"/>
              <a:buChar char="•"/>
            </a:pPr>
            <a:r>
              <a:rPr b="0" lang="en-ZA" sz="2400" spc="-1" strike="noStrike">
                <a:solidFill>
                  <a:schemeClr val="accent6">
                    <a:lumMod val="75000"/>
                  </a:schemeClr>
                </a:solidFill>
                <a:latin typeface="Century Gothic"/>
              </a:rPr>
              <a:t>Sand</a:t>
            </a:r>
            <a:r>
              <a:rPr b="0" lang="en-ZA" sz="2400" spc="-1" strike="noStrike">
                <a:solidFill>
                  <a:schemeClr val="accent6">
                    <a:lumMod val="75000"/>
                  </a:schemeClr>
                </a:solidFill>
                <a:latin typeface="Century Gothic"/>
              </a:rPr>
              <a:t>	</a:t>
            </a:r>
            <a:r>
              <a:rPr b="0" lang="en-ZA" sz="2400" spc="-1" strike="noStrike">
                <a:solidFill>
                  <a:schemeClr val="accent6">
                    <a:lumMod val="75000"/>
                  </a:schemeClr>
                </a:solidFill>
                <a:latin typeface="Century Gothic"/>
              </a:rPr>
              <a:t>	</a:t>
            </a:r>
            <a:r>
              <a:rPr b="0" lang="en-ZA" sz="2400" spc="-1" strike="noStrike">
                <a:solidFill>
                  <a:schemeClr val="accent6">
                    <a:lumMod val="75000"/>
                  </a:schemeClr>
                </a:solidFill>
                <a:latin typeface="Century Gothic"/>
              </a:rPr>
              <a:t>835 kg</a:t>
            </a:r>
            <a:endParaRPr b="0" lang="en-US" sz="2400" spc="-1" strike="noStrike">
              <a:solidFill>
                <a:schemeClr val="dk1">
                  <a:lumMod val="75000"/>
                  <a:lumOff val="25000"/>
                </a:schemeClr>
              </a:solidFill>
              <a:latin typeface="Century Gothic"/>
            </a:endParaRPr>
          </a:p>
          <a:p>
            <a:pPr lvl="1" marL="457200" indent="-324000" defTabSz="914400">
              <a:lnSpc>
                <a:spcPct val="100000"/>
              </a:lnSpc>
              <a:buClr>
                <a:srgbClr val="000000"/>
              </a:buClr>
              <a:buFont typeface="Arial"/>
              <a:buChar char="•"/>
            </a:pPr>
            <a:r>
              <a:rPr b="0" lang="en-ZA" sz="2800" spc="-1" strike="noStrike">
                <a:solidFill>
                  <a:schemeClr val="dk1"/>
                </a:solidFill>
                <a:latin typeface="Century Gothic"/>
              </a:rPr>
              <a:t>The following information is also given</a:t>
            </a:r>
            <a:endParaRPr b="0" lang="en-US" sz="2800" spc="-1" strike="noStrike">
              <a:solidFill>
                <a:schemeClr val="dk1">
                  <a:lumMod val="75000"/>
                  <a:lumOff val="25000"/>
                </a:schemeClr>
              </a:solidFill>
              <a:latin typeface="Century Gothic"/>
            </a:endParaRPr>
          </a:p>
          <a:p>
            <a:pPr lvl="2" marL="1200240" indent="-285840" defTabSz="914400">
              <a:lnSpc>
                <a:spcPct val="100000"/>
              </a:lnSpc>
              <a:buClr>
                <a:srgbClr val="4b866e"/>
              </a:buClr>
              <a:buFont typeface="Arial"/>
              <a:buChar char="•"/>
            </a:pPr>
            <a:r>
              <a:rPr b="0" lang="en-ZA" sz="2400" spc="-1" strike="noStrike">
                <a:solidFill>
                  <a:schemeClr val="accent6">
                    <a:lumMod val="75000"/>
                  </a:schemeClr>
                </a:solidFill>
                <a:latin typeface="Century Gothic"/>
              </a:rPr>
              <a:t>Moisture content of sand 4.5%</a:t>
            </a:r>
            <a:endParaRPr b="0" lang="en-US" sz="2400" spc="-1" strike="noStrike">
              <a:solidFill>
                <a:schemeClr val="dk1">
                  <a:lumMod val="75000"/>
                  <a:lumOff val="25000"/>
                </a:schemeClr>
              </a:solidFill>
              <a:latin typeface="Century Gothic"/>
            </a:endParaRPr>
          </a:p>
          <a:p>
            <a:pPr lvl="2" marL="1200240" indent="-285840" defTabSz="914400">
              <a:lnSpc>
                <a:spcPct val="100000"/>
              </a:lnSpc>
              <a:buClr>
                <a:srgbClr val="4b866e"/>
              </a:buClr>
              <a:buFont typeface="Arial"/>
              <a:buChar char="•"/>
            </a:pPr>
            <a:r>
              <a:rPr b="0" lang="en-ZA" sz="2400" spc="-1" strike="noStrike">
                <a:solidFill>
                  <a:schemeClr val="accent6">
                    <a:lumMod val="75000"/>
                  </a:schemeClr>
                </a:solidFill>
                <a:latin typeface="Century Gothic"/>
              </a:rPr>
              <a:t>Moisture content of stone 2.0 %</a:t>
            </a:r>
            <a:endParaRPr b="0" lang="en-US" sz="2400" spc="-1" strike="noStrike">
              <a:solidFill>
                <a:schemeClr val="dk1">
                  <a:lumMod val="75000"/>
                  <a:lumOff val="25000"/>
                </a:schemeClr>
              </a:solidFill>
              <a:latin typeface="Century Gothic"/>
            </a:endParaRPr>
          </a:p>
          <a:p>
            <a:pPr lvl="2" marL="1200240" indent="-285840" defTabSz="914400">
              <a:lnSpc>
                <a:spcPct val="100000"/>
              </a:lnSpc>
              <a:buClr>
                <a:srgbClr val="4b866e"/>
              </a:buClr>
              <a:buFont typeface="Arial"/>
              <a:buChar char="•"/>
            </a:pPr>
            <a:r>
              <a:rPr b="0" lang="en-ZA" sz="2400" spc="-1" strike="noStrike">
                <a:solidFill>
                  <a:schemeClr val="accent6">
                    <a:lumMod val="75000"/>
                  </a:schemeClr>
                </a:solidFill>
                <a:latin typeface="Century Gothic"/>
              </a:rPr>
              <a:t>Capacity of mixer 300 litres</a:t>
            </a:r>
            <a:endParaRPr b="0" lang="en-US" sz="2400" spc="-1" strike="noStrike">
              <a:solidFill>
                <a:schemeClr val="dk1">
                  <a:lumMod val="75000"/>
                  <a:lumOff val="25000"/>
                </a:schemeClr>
              </a:solidFill>
              <a:latin typeface="Century Gothic"/>
            </a:endParaRPr>
          </a:p>
          <a:p>
            <a:pPr lvl="1" marL="457200" indent="-324000" defTabSz="914400">
              <a:lnSpc>
                <a:spcPct val="100000"/>
              </a:lnSpc>
              <a:buClr>
                <a:srgbClr val="000000"/>
              </a:buClr>
              <a:buFont typeface="Arial"/>
              <a:buChar char="•"/>
            </a:pPr>
            <a:r>
              <a:rPr b="0" lang="en-ZA" sz="2800" spc="-1" strike="noStrike">
                <a:solidFill>
                  <a:schemeClr val="dk1"/>
                </a:solidFill>
                <a:latin typeface="Century Gothic"/>
              </a:rPr>
              <a:t>Calculate the batch proportions</a:t>
            </a:r>
            <a:endParaRPr b="0" lang="en-US" sz="2800" spc="-1" strike="noStrike">
              <a:solidFill>
                <a:schemeClr val="dk1">
                  <a:lumMod val="75000"/>
                  <a:lumOff val="25000"/>
                </a:schemeClr>
              </a:solidFill>
              <a:latin typeface="Century Gothic"/>
            </a:endParaRPr>
          </a:p>
          <a:p>
            <a:pPr indent="0" algn="r" defTabSz="914400">
              <a:lnSpc>
                <a:spcPct val="100000"/>
              </a:lnSpc>
              <a:buNone/>
            </a:pPr>
            <a:endParaRPr b="0" lang="en-US" sz="900" spc="-1" strike="noStrike">
              <a:solidFill>
                <a:schemeClr val="dk1">
                  <a:lumMod val="75000"/>
                  <a:lumOff val="25000"/>
                </a:schemeClr>
              </a:solidFill>
              <a:latin typeface="Century Gothic"/>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7" name="PlaceHolder 1"/>
          <p:cNvSpPr>
            <a:spLocks noGrp="1"/>
          </p:cNvSpPr>
          <p:nvPr>
            <p:ph type="title"/>
          </p:nvPr>
        </p:nvSpPr>
        <p:spPr>
          <a:xfrm>
            <a:off x="609480" y="277920"/>
            <a:ext cx="10972440" cy="1139400"/>
          </a:xfrm>
          <a:prstGeom prst="rect">
            <a:avLst/>
          </a:prstGeom>
          <a:noFill/>
          <a:ln w="0">
            <a:noFill/>
          </a:ln>
        </p:spPr>
        <p:txBody>
          <a:bodyPr lIns="91440" rIns="91440" tIns="45720" bIns="45720" anchor="t">
            <a:noAutofit/>
          </a:bodyPr>
          <a:p>
            <a:pPr indent="0" defTabSz="457200">
              <a:lnSpc>
                <a:spcPct val="100000"/>
              </a:lnSpc>
              <a:buNone/>
            </a:pPr>
            <a:r>
              <a:rPr b="0" lang="en-ZA" sz="4000" spc="-1" strike="noStrike">
                <a:solidFill>
                  <a:schemeClr val="dk1">
                    <a:lumMod val="85000"/>
                    <a:lumOff val="15000"/>
                  </a:schemeClr>
                </a:solidFill>
                <a:latin typeface="Century Gothic"/>
              </a:rPr>
              <a:t>Solution to Tutorial 2</a:t>
            </a:r>
            <a:endParaRPr b="0" lang="en-US" sz="4000" spc="-1" strike="noStrike">
              <a:solidFill>
                <a:schemeClr val="dk1"/>
              </a:solidFill>
              <a:latin typeface="Century Gothic"/>
            </a:endParaRPr>
          </a:p>
        </p:txBody>
      </p:sp>
      <p:graphicFrame>
        <p:nvGraphicFramePr>
          <p:cNvPr id="748" name="Group 3"/>
          <p:cNvGraphicFramePr/>
          <p:nvPr/>
        </p:nvGraphicFramePr>
        <p:xfrm>
          <a:off x="1981080" y="1600200"/>
          <a:ext cx="8229240" cy="4525560"/>
        </p:xfrm>
        <a:graphic>
          <a:graphicData uri="http://schemas.openxmlformats.org/drawingml/2006/table">
            <a:tbl>
              <a:tblPr/>
              <a:tblGrid>
                <a:gridCol w="1645920"/>
                <a:gridCol w="1645920"/>
                <a:gridCol w="1747800"/>
                <a:gridCol w="1542960"/>
                <a:gridCol w="1645920"/>
              </a:tblGrid>
              <a:tr h="904680">
                <a:tc>
                  <a:txBody>
                    <a:bodyPr anchor="t">
                      <a:noAutofit/>
                    </a:bodyPr>
                    <a:p>
                      <a:pPr algn="ctr" defTabSz="914400">
                        <a:lnSpc>
                          <a:spcPct val="100000"/>
                        </a:lnSpc>
                        <a:spcBef>
                          <a:spcPts val="400"/>
                        </a:spcBef>
                        <a:tabLst>
                          <a:tab algn="l" pos="0"/>
                        </a:tabLst>
                      </a:pPr>
                      <a:r>
                        <a:rPr b="0" lang="en-ZA" sz="2000" spc="-1" strike="noStrike">
                          <a:solidFill>
                            <a:schemeClr val="dk1"/>
                          </a:solidFill>
                          <a:latin typeface="Arial"/>
                        </a:rPr>
                        <a:t>Material</a:t>
                      </a:r>
                      <a:endParaRPr b="0" lang="en-US" sz="2000" spc="-1" strike="noStrike">
                        <a:solidFill>
                          <a:srgbClr val="000000"/>
                        </a:solidFill>
                        <a:latin typeface="Arial"/>
                      </a:endParaRPr>
                    </a:p>
                  </a:txBody>
                  <a:tcPr anchor="t" marL="91440" marR="91440">
                    <a:lnL w="28080">
                      <a:solidFill>
                        <a:srgbClr val="000000"/>
                      </a:solidFill>
                      <a:prstDash val="solid"/>
                    </a:lnL>
                    <a:lnR w="12240">
                      <a:solidFill>
                        <a:srgbClr val="000000"/>
                      </a:solidFill>
                      <a:prstDash val="solid"/>
                    </a:lnR>
                    <a:lnT w="28080">
                      <a:solidFill>
                        <a:srgbClr val="000000"/>
                      </a:solidFill>
                      <a:prstDash val="solid"/>
                    </a:lnT>
                    <a:lnB w="12240">
                      <a:solidFill>
                        <a:srgbClr val="000000"/>
                      </a:solidFill>
                      <a:prstDash val="solid"/>
                    </a:lnB>
                    <a:noFill/>
                  </a:tcPr>
                </a:tc>
                <a:tc>
                  <a:txBody>
                    <a:bodyPr anchor="t">
                      <a:noAutofit/>
                    </a:bodyPr>
                    <a:p>
                      <a:pPr algn="ctr" defTabSz="914400">
                        <a:lnSpc>
                          <a:spcPct val="100000"/>
                        </a:lnSpc>
                        <a:spcBef>
                          <a:spcPts val="400"/>
                        </a:spcBef>
                        <a:tabLst>
                          <a:tab algn="l" pos="0"/>
                        </a:tabLst>
                      </a:pPr>
                      <a:r>
                        <a:rPr b="0" lang="en-ZA" sz="2000" spc="-1" strike="noStrike">
                          <a:solidFill>
                            <a:schemeClr val="dk1"/>
                          </a:solidFill>
                          <a:latin typeface="Arial"/>
                        </a:rPr>
                        <a:t>1 m</a:t>
                      </a:r>
                      <a:r>
                        <a:rPr b="0" lang="en-ZA" sz="2000" spc="-1" strike="noStrike" baseline="30000">
                          <a:solidFill>
                            <a:schemeClr val="dk1"/>
                          </a:solidFill>
                          <a:latin typeface="Arial"/>
                        </a:rPr>
                        <a:t>3</a:t>
                      </a:r>
                      <a:r>
                        <a:rPr b="0" lang="en-ZA" sz="2000" spc="-1" strike="noStrike">
                          <a:solidFill>
                            <a:schemeClr val="dk1"/>
                          </a:solidFill>
                          <a:latin typeface="Arial"/>
                        </a:rPr>
                        <a:t> Mix</a:t>
                      </a:r>
                      <a:endParaRPr b="0" lang="en-US" sz="20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28080">
                      <a:solidFill>
                        <a:srgbClr val="000000"/>
                      </a:solidFill>
                      <a:prstDash val="solid"/>
                    </a:lnT>
                    <a:lnB w="12240">
                      <a:solidFill>
                        <a:srgbClr val="000000"/>
                      </a:solidFill>
                      <a:prstDash val="solid"/>
                    </a:lnB>
                    <a:noFill/>
                  </a:tcPr>
                </a:tc>
                <a:tc>
                  <a:txBody>
                    <a:bodyPr anchor="t">
                      <a:noAutofit/>
                    </a:bodyPr>
                    <a:p>
                      <a:pPr algn="ctr" defTabSz="914400">
                        <a:lnSpc>
                          <a:spcPct val="100000"/>
                        </a:lnSpc>
                        <a:spcBef>
                          <a:spcPts val="400"/>
                        </a:spcBef>
                        <a:tabLst>
                          <a:tab algn="l" pos="0"/>
                        </a:tabLst>
                      </a:pPr>
                      <a:r>
                        <a:rPr b="0" lang="en-ZA" sz="2000" spc="-1" strike="noStrike">
                          <a:solidFill>
                            <a:schemeClr val="dk1"/>
                          </a:solidFill>
                          <a:latin typeface="Arial"/>
                        </a:rPr>
                        <a:t>Moisture</a:t>
                      </a:r>
                      <a:endParaRPr b="0" lang="en-US" sz="20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28080">
                      <a:solidFill>
                        <a:srgbClr val="000000"/>
                      </a:solidFill>
                      <a:prstDash val="solid"/>
                    </a:lnT>
                    <a:lnB w="12240">
                      <a:solidFill>
                        <a:srgbClr val="000000"/>
                      </a:solidFill>
                      <a:prstDash val="solid"/>
                    </a:lnB>
                    <a:noFill/>
                  </a:tcPr>
                </a:tc>
                <a:tc>
                  <a:txBody>
                    <a:bodyPr anchor="t">
                      <a:noAutofit/>
                    </a:bodyPr>
                    <a:p>
                      <a:pPr algn="ctr" defTabSz="914400">
                        <a:lnSpc>
                          <a:spcPct val="100000"/>
                        </a:lnSpc>
                        <a:spcBef>
                          <a:spcPts val="400"/>
                        </a:spcBef>
                        <a:tabLst>
                          <a:tab algn="l" pos="0"/>
                        </a:tabLst>
                      </a:pPr>
                      <a:r>
                        <a:rPr b="0" lang="en-ZA" sz="2000" spc="-1" strike="noStrike">
                          <a:solidFill>
                            <a:schemeClr val="dk1"/>
                          </a:solidFill>
                          <a:latin typeface="Arial"/>
                        </a:rPr>
                        <a:t>Batch</a:t>
                      </a:r>
                      <a:endParaRPr b="0" lang="en-US" sz="20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28080">
                      <a:solidFill>
                        <a:srgbClr val="000000"/>
                      </a:solidFill>
                      <a:prstDash val="solid"/>
                    </a:lnT>
                    <a:lnB w="12240">
                      <a:solidFill>
                        <a:srgbClr val="000000"/>
                      </a:solidFill>
                      <a:prstDash val="solid"/>
                    </a:lnB>
                    <a:noFill/>
                  </a:tcPr>
                </a:tc>
                <a:tc>
                  <a:txBody>
                    <a:bodyPr anchor="t">
                      <a:noAutofit/>
                    </a:bodyPr>
                    <a:p>
                      <a:pPr algn="ctr" defTabSz="914400">
                        <a:lnSpc>
                          <a:spcPct val="100000"/>
                        </a:lnSpc>
                        <a:spcBef>
                          <a:spcPts val="400"/>
                        </a:spcBef>
                        <a:tabLst>
                          <a:tab algn="l" pos="0"/>
                        </a:tabLst>
                      </a:pPr>
                      <a:r>
                        <a:rPr b="0" lang="en-ZA" sz="2000" spc="-1" strike="noStrike">
                          <a:solidFill>
                            <a:schemeClr val="dk1"/>
                          </a:solidFill>
                          <a:latin typeface="Arial"/>
                        </a:rPr>
                        <a:t>300 ℓ Mix</a:t>
                      </a:r>
                      <a:endParaRPr b="0" lang="en-US" sz="2000" spc="-1" strike="noStrike">
                        <a:solidFill>
                          <a:srgbClr val="000000"/>
                        </a:solidFill>
                        <a:latin typeface="Arial"/>
                      </a:endParaRPr>
                    </a:p>
                  </a:txBody>
                  <a:tcPr anchor="t" marL="91440" marR="91440">
                    <a:lnL w="12240">
                      <a:solidFill>
                        <a:srgbClr val="000000"/>
                      </a:solidFill>
                      <a:prstDash val="solid"/>
                    </a:lnL>
                    <a:lnR w="28080">
                      <a:solidFill>
                        <a:srgbClr val="000000"/>
                      </a:solidFill>
                      <a:prstDash val="solid"/>
                    </a:lnR>
                    <a:lnT w="28080">
                      <a:solidFill>
                        <a:srgbClr val="000000"/>
                      </a:solidFill>
                      <a:prstDash val="solid"/>
                    </a:lnT>
                    <a:lnB w="12240">
                      <a:solidFill>
                        <a:srgbClr val="000000"/>
                      </a:solidFill>
                      <a:prstDash val="solid"/>
                    </a:lnB>
                    <a:noFill/>
                  </a:tcPr>
                </a:tc>
              </a:tr>
              <a:tr h="904680">
                <a:tc>
                  <a:txBody>
                    <a:bodyPr anchor="t">
                      <a:noAutofit/>
                    </a:bodyPr>
                    <a:p>
                      <a:pPr defTabSz="914400">
                        <a:lnSpc>
                          <a:spcPct val="100000"/>
                        </a:lnSpc>
                        <a:spcBef>
                          <a:spcPts val="400"/>
                        </a:spcBef>
                        <a:tabLst>
                          <a:tab algn="l" pos="0"/>
                        </a:tabLst>
                      </a:pPr>
                      <a:r>
                        <a:rPr b="0" lang="en-ZA" sz="2000" spc="-1" strike="noStrike">
                          <a:solidFill>
                            <a:schemeClr val="dk1"/>
                          </a:solidFill>
                          <a:latin typeface="Arial"/>
                        </a:rPr>
                        <a:t>Cement</a:t>
                      </a:r>
                      <a:endParaRPr b="0" lang="en-US" sz="2000" spc="-1" strike="noStrike">
                        <a:solidFill>
                          <a:srgbClr val="000000"/>
                        </a:solidFill>
                        <a:latin typeface="Arial"/>
                      </a:endParaRPr>
                    </a:p>
                  </a:txBody>
                  <a:tcPr anchor="t" marL="91440" marR="91440">
                    <a:lnL w="2808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algn="ctr" defTabSz="914400">
                        <a:lnSpc>
                          <a:spcPct val="100000"/>
                        </a:lnSpc>
                        <a:spcBef>
                          <a:spcPts val="400"/>
                        </a:spcBef>
                        <a:tabLst>
                          <a:tab algn="l" pos="0"/>
                        </a:tabLst>
                      </a:pPr>
                      <a:r>
                        <a:rPr b="0" lang="en-ZA" sz="2000" spc="-1" strike="noStrike">
                          <a:solidFill>
                            <a:schemeClr val="dk1"/>
                          </a:solidFill>
                          <a:latin typeface="Arial"/>
                        </a:rPr>
                        <a:t>325 kg</a:t>
                      </a:r>
                      <a:endParaRPr b="0" lang="en-US" sz="20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algn="ctr" defTabSz="914400">
                        <a:lnSpc>
                          <a:spcPct val="100000"/>
                        </a:lnSpc>
                        <a:spcBef>
                          <a:spcPts val="400"/>
                        </a:spcBef>
                        <a:tabLst>
                          <a:tab algn="l" pos="0"/>
                        </a:tabLst>
                      </a:pPr>
                      <a:r>
                        <a:rPr b="0" lang="en-ZA" sz="2000" spc="-1" strike="noStrike">
                          <a:solidFill>
                            <a:schemeClr val="dk1"/>
                          </a:solidFill>
                          <a:latin typeface="Arial"/>
                        </a:rPr>
                        <a:t>325 kg</a:t>
                      </a:r>
                      <a:endParaRPr b="0" lang="en-US" sz="20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algn="ctr" defTabSz="914400">
                        <a:lnSpc>
                          <a:spcPct val="100000"/>
                        </a:lnSpc>
                        <a:spcBef>
                          <a:spcPts val="400"/>
                        </a:spcBef>
                        <a:tabLst>
                          <a:tab algn="l" pos="0"/>
                        </a:tabLst>
                      </a:pPr>
                      <a:r>
                        <a:rPr b="0" lang="en-ZA" sz="2000" spc="-1" strike="noStrike">
                          <a:solidFill>
                            <a:schemeClr val="dk1"/>
                          </a:solidFill>
                          <a:latin typeface="Arial"/>
                        </a:rPr>
                        <a:t>325 kg</a:t>
                      </a:r>
                      <a:endParaRPr b="0" lang="en-US" sz="20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algn="ctr" defTabSz="914400">
                        <a:lnSpc>
                          <a:spcPct val="100000"/>
                        </a:lnSpc>
                        <a:spcBef>
                          <a:spcPts val="400"/>
                        </a:spcBef>
                        <a:tabLst>
                          <a:tab algn="l" pos="0"/>
                        </a:tabLst>
                      </a:pPr>
                      <a:r>
                        <a:rPr b="0" lang="en-ZA" sz="2000" spc="-1" strike="noStrike">
                          <a:solidFill>
                            <a:schemeClr val="dk1"/>
                          </a:solidFill>
                          <a:latin typeface="Arial"/>
                        </a:rPr>
                        <a:t>98 kg</a:t>
                      </a:r>
                      <a:endParaRPr b="0" lang="en-US" sz="2000" spc="-1" strike="noStrike">
                        <a:solidFill>
                          <a:srgbClr val="000000"/>
                        </a:solidFill>
                        <a:latin typeface="Arial"/>
                      </a:endParaRPr>
                    </a:p>
                  </a:txBody>
                  <a:tcPr anchor="t" marL="91440" marR="91440">
                    <a:lnL w="12240">
                      <a:solidFill>
                        <a:srgbClr val="000000"/>
                      </a:solidFill>
                      <a:prstDash val="solid"/>
                    </a:lnL>
                    <a:lnR w="28080">
                      <a:solidFill>
                        <a:srgbClr val="000000"/>
                      </a:solidFill>
                      <a:prstDash val="solid"/>
                    </a:lnR>
                    <a:lnT w="12240">
                      <a:solidFill>
                        <a:srgbClr val="000000"/>
                      </a:solidFill>
                      <a:prstDash val="solid"/>
                    </a:lnT>
                    <a:lnB w="12240">
                      <a:solidFill>
                        <a:srgbClr val="000000"/>
                      </a:solidFill>
                      <a:prstDash val="solid"/>
                    </a:lnB>
                    <a:noFill/>
                  </a:tcPr>
                </a:tc>
              </a:tr>
              <a:tr h="906120">
                <a:tc>
                  <a:txBody>
                    <a:bodyPr anchor="t">
                      <a:noAutofit/>
                    </a:bodyPr>
                    <a:p>
                      <a:pPr defTabSz="914400">
                        <a:lnSpc>
                          <a:spcPct val="100000"/>
                        </a:lnSpc>
                        <a:spcBef>
                          <a:spcPts val="400"/>
                        </a:spcBef>
                        <a:tabLst>
                          <a:tab algn="l" pos="0"/>
                        </a:tabLst>
                      </a:pPr>
                      <a:r>
                        <a:rPr b="0" lang="en-ZA" sz="2000" spc="-1" strike="noStrike">
                          <a:solidFill>
                            <a:schemeClr val="dk1"/>
                          </a:solidFill>
                          <a:latin typeface="Arial"/>
                        </a:rPr>
                        <a:t>Water</a:t>
                      </a:r>
                      <a:endParaRPr b="0" lang="en-US" sz="2000" spc="-1" strike="noStrike">
                        <a:solidFill>
                          <a:srgbClr val="000000"/>
                        </a:solidFill>
                        <a:latin typeface="Arial"/>
                      </a:endParaRPr>
                    </a:p>
                  </a:txBody>
                  <a:tcPr anchor="t" marL="91440" marR="91440">
                    <a:lnL w="2808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algn="ctr" defTabSz="914400">
                        <a:lnSpc>
                          <a:spcPct val="100000"/>
                        </a:lnSpc>
                        <a:spcBef>
                          <a:spcPts val="400"/>
                        </a:spcBef>
                        <a:tabLst>
                          <a:tab algn="l" pos="0"/>
                        </a:tabLst>
                      </a:pPr>
                      <a:r>
                        <a:rPr b="0" lang="en-ZA" sz="2000" spc="-1" strike="noStrike">
                          <a:solidFill>
                            <a:schemeClr val="dk1"/>
                          </a:solidFill>
                          <a:latin typeface="Arial"/>
                        </a:rPr>
                        <a:t>210 ℓ</a:t>
                      </a:r>
                      <a:endParaRPr b="0" lang="en-US" sz="20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algn="ctr" defTabSz="914400">
                        <a:lnSpc>
                          <a:spcPct val="100000"/>
                        </a:lnSpc>
                        <a:spcBef>
                          <a:spcPts val="400"/>
                        </a:spcBef>
                        <a:tabLst>
                          <a:tab algn="l" pos="0"/>
                        </a:tabLst>
                      </a:pPr>
                      <a:r>
                        <a:rPr b="0" lang="en-ZA" sz="2000" spc="-1" strike="noStrike">
                          <a:solidFill>
                            <a:schemeClr val="dk1"/>
                          </a:solidFill>
                          <a:latin typeface="Arial"/>
                        </a:rPr>
                        <a:t>210 (-21-38) =</a:t>
                      </a:r>
                      <a:endParaRPr b="0" lang="en-US" sz="20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algn="ctr" defTabSz="914400">
                        <a:lnSpc>
                          <a:spcPct val="100000"/>
                        </a:lnSpc>
                        <a:spcBef>
                          <a:spcPts val="400"/>
                        </a:spcBef>
                        <a:tabLst>
                          <a:tab algn="l" pos="0"/>
                        </a:tabLst>
                      </a:pPr>
                      <a:r>
                        <a:rPr b="0" lang="en-ZA" sz="2000" spc="-1" strike="noStrike">
                          <a:solidFill>
                            <a:schemeClr val="dk1"/>
                          </a:solidFill>
                          <a:latin typeface="Arial"/>
                        </a:rPr>
                        <a:t>151 ℓ</a:t>
                      </a:r>
                      <a:endParaRPr b="0" lang="en-US" sz="20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algn="ctr" defTabSz="914400">
                        <a:lnSpc>
                          <a:spcPct val="100000"/>
                        </a:lnSpc>
                        <a:spcBef>
                          <a:spcPts val="400"/>
                        </a:spcBef>
                        <a:tabLst>
                          <a:tab algn="l" pos="0"/>
                        </a:tabLst>
                      </a:pPr>
                      <a:r>
                        <a:rPr b="0" lang="en-ZA" sz="2000" spc="-1" strike="noStrike">
                          <a:solidFill>
                            <a:schemeClr val="dk1"/>
                          </a:solidFill>
                          <a:latin typeface="Arial"/>
                        </a:rPr>
                        <a:t>46 ℓ</a:t>
                      </a:r>
                      <a:endParaRPr b="0" lang="en-US" sz="2000" spc="-1" strike="noStrike">
                        <a:solidFill>
                          <a:srgbClr val="000000"/>
                        </a:solidFill>
                        <a:latin typeface="Arial"/>
                      </a:endParaRPr>
                    </a:p>
                  </a:txBody>
                  <a:tcPr anchor="t" marL="91440" marR="91440">
                    <a:lnL w="12240">
                      <a:solidFill>
                        <a:srgbClr val="000000"/>
                      </a:solidFill>
                      <a:prstDash val="solid"/>
                    </a:lnL>
                    <a:lnR w="28080">
                      <a:solidFill>
                        <a:srgbClr val="000000"/>
                      </a:solidFill>
                      <a:prstDash val="solid"/>
                    </a:lnR>
                    <a:lnT w="12240">
                      <a:solidFill>
                        <a:srgbClr val="000000"/>
                      </a:solidFill>
                      <a:prstDash val="solid"/>
                    </a:lnT>
                    <a:lnB w="12240">
                      <a:solidFill>
                        <a:srgbClr val="000000"/>
                      </a:solidFill>
                      <a:prstDash val="solid"/>
                    </a:lnB>
                    <a:noFill/>
                  </a:tcPr>
                </a:tc>
              </a:tr>
              <a:tr h="904680">
                <a:tc>
                  <a:txBody>
                    <a:bodyPr anchor="t">
                      <a:noAutofit/>
                    </a:bodyPr>
                    <a:p>
                      <a:pPr defTabSz="914400">
                        <a:lnSpc>
                          <a:spcPct val="100000"/>
                        </a:lnSpc>
                        <a:spcBef>
                          <a:spcPts val="400"/>
                        </a:spcBef>
                        <a:tabLst>
                          <a:tab algn="l" pos="0"/>
                        </a:tabLst>
                      </a:pPr>
                      <a:r>
                        <a:rPr b="0" lang="en-ZA" sz="2000" spc="-1" strike="noStrike">
                          <a:solidFill>
                            <a:schemeClr val="dk1"/>
                          </a:solidFill>
                          <a:latin typeface="Arial"/>
                        </a:rPr>
                        <a:t>Stone</a:t>
                      </a:r>
                      <a:endParaRPr b="0" lang="en-US" sz="2000" spc="-1" strike="noStrike">
                        <a:solidFill>
                          <a:srgbClr val="000000"/>
                        </a:solidFill>
                        <a:latin typeface="Arial"/>
                      </a:endParaRPr>
                    </a:p>
                  </a:txBody>
                  <a:tcPr anchor="t" marL="91440" marR="91440">
                    <a:lnL w="2808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algn="ctr" defTabSz="914400">
                        <a:lnSpc>
                          <a:spcPct val="100000"/>
                        </a:lnSpc>
                        <a:spcBef>
                          <a:spcPts val="400"/>
                        </a:spcBef>
                        <a:tabLst>
                          <a:tab algn="l" pos="0"/>
                        </a:tabLst>
                      </a:pPr>
                      <a:r>
                        <a:rPr b="0" lang="en-ZA" sz="2000" spc="-1" strike="noStrike">
                          <a:solidFill>
                            <a:schemeClr val="dk1"/>
                          </a:solidFill>
                          <a:latin typeface="Arial"/>
                        </a:rPr>
                        <a:t>1030 kg </a:t>
                      </a:r>
                      <a:endParaRPr b="0" lang="en-US" sz="20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algn="ctr" defTabSz="914400">
                        <a:lnSpc>
                          <a:spcPct val="100000"/>
                        </a:lnSpc>
                        <a:spcBef>
                          <a:spcPts val="400"/>
                        </a:spcBef>
                        <a:tabLst>
                          <a:tab algn="l" pos="0"/>
                        </a:tabLst>
                      </a:pPr>
                      <a:r>
                        <a:rPr b="0" lang="en-ZA" sz="2000" spc="-1" strike="noStrike">
                          <a:solidFill>
                            <a:schemeClr val="dk1"/>
                          </a:solidFill>
                          <a:latin typeface="Arial"/>
                        </a:rPr>
                        <a:t>1030x0.02 =</a:t>
                      </a:r>
                      <a:endParaRPr b="0" lang="en-US" sz="2000" spc="-1" strike="noStrike">
                        <a:solidFill>
                          <a:srgbClr val="000000"/>
                        </a:solidFill>
                        <a:latin typeface="Arial"/>
                      </a:endParaRPr>
                    </a:p>
                    <a:p>
                      <a:pPr algn="ctr" defTabSz="914400">
                        <a:lnSpc>
                          <a:spcPct val="100000"/>
                        </a:lnSpc>
                        <a:spcBef>
                          <a:spcPts val="400"/>
                        </a:spcBef>
                        <a:tabLst>
                          <a:tab algn="l" pos="0"/>
                        </a:tabLst>
                      </a:pPr>
                      <a:r>
                        <a:rPr b="0" lang="en-ZA" sz="2000" spc="-1" strike="noStrike">
                          <a:solidFill>
                            <a:schemeClr val="dk1"/>
                          </a:solidFill>
                          <a:latin typeface="Arial"/>
                        </a:rPr>
                        <a:t>(21 kg)</a:t>
                      </a:r>
                      <a:endParaRPr b="0" lang="en-US" sz="20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algn="ctr" defTabSz="914400">
                        <a:lnSpc>
                          <a:spcPct val="100000"/>
                        </a:lnSpc>
                        <a:spcBef>
                          <a:spcPts val="400"/>
                        </a:spcBef>
                        <a:tabLst>
                          <a:tab algn="l" pos="0"/>
                        </a:tabLst>
                      </a:pPr>
                      <a:r>
                        <a:rPr b="0" lang="en-US" sz="2000" spc="-1" strike="noStrike">
                          <a:solidFill>
                            <a:schemeClr val="dk1"/>
                          </a:solidFill>
                          <a:latin typeface="Arial"/>
                        </a:rPr>
                        <a:t>1051 kg</a:t>
                      </a:r>
                      <a:endParaRPr b="0" lang="en-US" sz="20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t">
                      <a:noAutofit/>
                    </a:bodyPr>
                    <a:p>
                      <a:pPr algn="ctr" defTabSz="914400">
                        <a:lnSpc>
                          <a:spcPct val="100000"/>
                        </a:lnSpc>
                        <a:spcBef>
                          <a:spcPts val="400"/>
                        </a:spcBef>
                        <a:tabLst>
                          <a:tab algn="l" pos="0"/>
                        </a:tabLst>
                      </a:pPr>
                      <a:r>
                        <a:rPr b="0" lang="en-ZA" sz="2000" spc="-1" strike="noStrike">
                          <a:solidFill>
                            <a:schemeClr val="dk1"/>
                          </a:solidFill>
                          <a:latin typeface="Arial"/>
                        </a:rPr>
                        <a:t> </a:t>
                      </a:r>
                      <a:r>
                        <a:rPr b="0" lang="en-ZA" sz="2000" spc="-1" strike="noStrike">
                          <a:solidFill>
                            <a:schemeClr val="dk1"/>
                          </a:solidFill>
                          <a:latin typeface="Arial"/>
                        </a:rPr>
                        <a:t>315 kg</a:t>
                      </a:r>
                      <a:endParaRPr b="0" lang="en-US" sz="2000" spc="-1" strike="noStrike">
                        <a:solidFill>
                          <a:srgbClr val="000000"/>
                        </a:solidFill>
                        <a:latin typeface="Arial"/>
                      </a:endParaRPr>
                    </a:p>
                  </a:txBody>
                  <a:tcPr anchor="t" marL="91440" marR="91440">
                    <a:lnL w="12240">
                      <a:solidFill>
                        <a:srgbClr val="000000"/>
                      </a:solidFill>
                      <a:prstDash val="solid"/>
                    </a:lnL>
                    <a:lnR w="28080">
                      <a:solidFill>
                        <a:srgbClr val="000000"/>
                      </a:solidFill>
                      <a:prstDash val="solid"/>
                    </a:lnR>
                    <a:lnT w="12240">
                      <a:solidFill>
                        <a:srgbClr val="000000"/>
                      </a:solidFill>
                      <a:prstDash val="solid"/>
                    </a:lnT>
                    <a:lnB w="12240">
                      <a:solidFill>
                        <a:srgbClr val="000000"/>
                      </a:solidFill>
                      <a:prstDash val="solid"/>
                    </a:lnB>
                    <a:noFill/>
                  </a:tcPr>
                </a:tc>
              </a:tr>
              <a:tr h="904680">
                <a:tc>
                  <a:txBody>
                    <a:bodyPr anchor="t">
                      <a:noAutofit/>
                    </a:bodyPr>
                    <a:p>
                      <a:pPr defTabSz="914400">
                        <a:lnSpc>
                          <a:spcPct val="100000"/>
                        </a:lnSpc>
                        <a:spcBef>
                          <a:spcPts val="400"/>
                        </a:spcBef>
                        <a:tabLst>
                          <a:tab algn="l" pos="0"/>
                        </a:tabLst>
                      </a:pPr>
                      <a:r>
                        <a:rPr b="0" lang="en-ZA" sz="2000" spc="-1" strike="noStrike">
                          <a:solidFill>
                            <a:schemeClr val="dk1"/>
                          </a:solidFill>
                          <a:latin typeface="Arial"/>
                        </a:rPr>
                        <a:t>Sand</a:t>
                      </a:r>
                      <a:endParaRPr b="0" lang="en-US" sz="2000" spc="-1" strike="noStrike">
                        <a:solidFill>
                          <a:srgbClr val="000000"/>
                        </a:solidFill>
                        <a:latin typeface="Arial"/>
                      </a:endParaRPr>
                    </a:p>
                  </a:txBody>
                  <a:tcPr anchor="t" marL="91440" marR="91440">
                    <a:lnL w="28080">
                      <a:solidFill>
                        <a:srgbClr val="000000"/>
                      </a:solidFill>
                      <a:prstDash val="solid"/>
                    </a:lnL>
                    <a:lnR w="12240">
                      <a:solidFill>
                        <a:srgbClr val="000000"/>
                      </a:solidFill>
                      <a:prstDash val="solid"/>
                    </a:lnR>
                    <a:lnT w="12240">
                      <a:solidFill>
                        <a:srgbClr val="000000"/>
                      </a:solidFill>
                      <a:prstDash val="solid"/>
                    </a:lnT>
                    <a:lnB w="28080">
                      <a:solidFill>
                        <a:srgbClr val="000000"/>
                      </a:solidFill>
                      <a:prstDash val="solid"/>
                    </a:lnB>
                    <a:noFill/>
                  </a:tcPr>
                </a:tc>
                <a:tc>
                  <a:txBody>
                    <a:bodyPr anchor="t">
                      <a:noAutofit/>
                    </a:bodyPr>
                    <a:p>
                      <a:pPr algn="ctr" defTabSz="914400">
                        <a:lnSpc>
                          <a:spcPct val="100000"/>
                        </a:lnSpc>
                        <a:spcBef>
                          <a:spcPts val="400"/>
                        </a:spcBef>
                        <a:tabLst>
                          <a:tab algn="l" pos="0"/>
                        </a:tabLst>
                      </a:pPr>
                      <a:r>
                        <a:rPr b="0" lang="en-ZA" sz="2000" spc="-1" strike="noStrike">
                          <a:solidFill>
                            <a:schemeClr val="dk1"/>
                          </a:solidFill>
                          <a:latin typeface="Arial"/>
                        </a:rPr>
                        <a:t>835 kg</a:t>
                      </a:r>
                      <a:endParaRPr b="0" lang="en-US" sz="20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28080">
                      <a:solidFill>
                        <a:srgbClr val="000000"/>
                      </a:solidFill>
                      <a:prstDash val="solid"/>
                    </a:lnB>
                    <a:noFill/>
                  </a:tcPr>
                </a:tc>
                <a:tc>
                  <a:txBody>
                    <a:bodyPr anchor="t">
                      <a:noAutofit/>
                    </a:bodyPr>
                    <a:p>
                      <a:pPr algn="ctr" defTabSz="914400">
                        <a:lnSpc>
                          <a:spcPct val="100000"/>
                        </a:lnSpc>
                        <a:spcBef>
                          <a:spcPts val="400"/>
                        </a:spcBef>
                        <a:tabLst>
                          <a:tab algn="l" pos="0"/>
                        </a:tabLst>
                      </a:pPr>
                      <a:r>
                        <a:rPr b="0" lang="en-ZA" sz="2000" spc="-1" strike="noStrike">
                          <a:solidFill>
                            <a:schemeClr val="dk1"/>
                          </a:solidFill>
                          <a:latin typeface="Arial"/>
                        </a:rPr>
                        <a:t>835 x 0.045 =</a:t>
                      </a:r>
                      <a:endParaRPr b="0" lang="en-US" sz="2000" spc="-1" strike="noStrike">
                        <a:solidFill>
                          <a:srgbClr val="000000"/>
                        </a:solidFill>
                        <a:latin typeface="Arial"/>
                      </a:endParaRPr>
                    </a:p>
                    <a:p>
                      <a:pPr algn="ctr" defTabSz="914400">
                        <a:lnSpc>
                          <a:spcPct val="100000"/>
                        </a:lnSpc>
                        <a:spcBef>
                          <a:spcPts val="400"/>
                        </a:spcBef>
                        <a:tabLst>
                          <a:tab algn="l" pos="0"/>
                        </a:tabLst>
                      </a:pPr>
                      <a:r>
                        <a:rPr b="0" lang="en-ZA" sz="2000" spc="-1" strike="noStrike">
                          <a:solidFill>
                            <a:schemeClr val="dk1"/>
                          </a:solidFill>
                          <a:latin typeface="Arial"/>
                        </a:rPr>
                        <a:t>(38 kg)</a:t>
                      </a:r>
                      <a:endParaRPr b="0" lang="en-US" sz="20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28080">
                      <a:solidFill>
                        <a:srgbClr val="000000"/>
                      </a:solidFill>
                      <a:prstDash val="solid"/>
                    </a:lnB>
                    <a:noFill/>
                  </a:tcPr>
                </a:tc>
                <a:tc>
                  <a:txBody>
                    <a:bodyPr anchor="t">
                      <a:noAutofit/>
                    </a:bodyPr>
                    <a:p>
                      <a:pPr algn="ctr" defTabSz="914400">
                        <a:lnSpc>
                          <a:spcPct val="100000"/>
                        </a:lnSpc>
                        <a:spcBef>
                          <a:spcPts val="400"/>
                        </a:spcBef>
                        <a:tabLst>
                          <a:tab algn="l" pos="0"/>
                        </a:tabLst>
                      </a:pPr>
                      <a:r>
                        <a:rPr b="0" lang="en-US" sz="2000" spc="-1" strike="noStrike">
                          <a:solidFill>
                            <a:schemeClr val="dk1"/>
                          </a:solidFill>
                          <a:latin typeface="Arial"/>
                        </a:rPr>
                        <a:t>873 kg</a:t>
                      </a:r>
                      <a:endParaRPr b="0" lang="en-US" sz="2000" spc="-1" strike="noStrike">
                        <a:solidFill>
                          <a:srgbClr val="000000"/>
                        </a:solidFill>
                        <a:latin typeface="Arial"/>
                      </a:endParaRPr>
                    </a:p>
                  </a:txBody>
                  <a:tcPr anchor="t" marL="91440" marR="91440">
                    <a:lnL w="12240">
                      <a:solidFill>
                        <a:srgbClr val="000000"/>
                      </a:solidFill>
                      <a:prstDash val="solid"/>
                    </a:lnL>
                    <a:lnR w="12240">
                      <a:solidFill>
                        <a:srgbClr val="000000"/>
                      </a:solidFill>
                      <a:prstDash val="solid"/>
                    </a:lnR>
                    <a:lnT w="12240">
                      <a:solidFill>
                        <a:srgbClr val="000000"/>
                      </a:solidFill>
                      <a:prstDash val="solid"/>
                    </a:lnT>
                    <a:lnB w="28080">
                      <a:solidFill>
                        <a:srgbClr val="000000"/>
                      </a:solidFill>
                      <a:prstDash val="solid"/>
                    </a:lnB>
                    <a:noFill/>
                  </a:tcPr>
                </a:tc>
                <a:tc>
                  <a:txBody>
                    <a:bodyPr anchor="t">
                      <a:noAutofit/>
                    </a:bodyPr>
                    <a:p>
                      <a:pPr algn="ctr" defTabSz="914400">
                        <a:lnSpc>
                          <a:spcPct val="100000"/>
                        </a:lnSpc>
                        <a:spcBef>
                          <a:spcPts val="400"/>
                        </a:spcBef>
                        <a:tabLst>
                          <a:tab algn="l" pos="0"/>
                        </a:tabLst>
                      </a:pPr>
                      <a:r>
                        <a:rPr b="0" lang="en-ZA" sz="2000" spc="-1" strike="noStrike">
                          <a:solidFill>
                            <a:schemeClr val="dk1"/>
                          </a:solidFill>
                          <a:latin typeface="Arial"/>
                        </a:rPr>
                        <a:t>262 kg</a:t>
                      </a:r>
                      <a:endParaRPr b="0" lang="en-US" sz="2000" spc="-1" strike="noStrike">
                        <a:solidFill>
                          <a:srgbClr val="000000"/>
                        </a:solidFill>
                        <a:latin typeface="Arial"/>
                      </a:endParaRPr>
                    </a:p>
                  </a:txBody>
                  <a:tcPr anchor="t" marL="91440" marR="91440">
                    <a:lnL w="12240">
                      <a:solidFill>
                        <a:srgbClr val="000000"/>
                      </a:solidFill>
                      <a:prstDash val="solid"/>
                    </a:lnL>
                    <a:lnR w="28080">
                      <a:solidFill>
                        <a:srgbClr val="000000"/>
                      </a:solidFill>
                      <a:prstDash val="solid"/>
                    </a:lnR>
                    <a:lnT w="12240">
                      <a:solidFill>
                        <a:srgbClr val="000000"/>
                      </a:solidFill>
                      <a:prstDash val="solid"/>
                    </a:lnT>
                    <a:lnB w="28080">
                      <a:solidFill>
                        <a:srgbClr val="000000"/>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9" name="PlaceHolder 1"/>
          <p:cNvSpPr>
            <a:spLocks noGrp="1"/>
          </p:cNvSpPr>
          <p:nvPr>
            <p:ph type="title"/>
          </p:nvPr>
        </p:nvSpPr>
        <p:spPr>
          <a:xfrm>
            <a:off x="1981080" y="274680"/>
            <a:ext cx="8229240" cy="490320"/>
          </a:xfrm>
          <a:prstGeom prst="rect">
            <a:avLst/>
          </a:prstGeom>
          <a:noFill/>
          <a:ln w="0">
            <a:noFill/>
          </a:ln>
        </p:spPr>
        <p:txBody>
          <a:bodyPr lIns="91440" rIns="91440" tIns="45720" bIns="45720" anchor="t">
            <a:normAutofit fontScale="68611"/>
          </a:bodyPr>
          <a:p>
            <a:pPr indent="0" defTabSz="457200">
              <a:lnSpc>
                <a:spcPct val="100000"/>
              </a:lnSpc>
              <a:buNone/>
            </a:pPr>
            <a:r>
              <a:rPr b="0" lang="en-ZA" sz="4000" spc="-1" strike="noStrike">
                <a:solidFill>
                  <a:schemeClr val="dk1">
                    <a:lumMod val="85000"/>
                    <a:lumOff val="15000"/>
                  </a:schemeClr>
                </a:solidFill>
                <a:latin typeface="Century Gothic"/>
              </a:rPr>
              <a:t>Tutorial 3</a:t>
            </a:r>
            <a:endParaRPr b="0" lang="en-US" sz="4000" spc="-1" strike="noStrike">
              <a:solidFill>
                <a:schemeClr val="dk1"/>
              </a:solidFill>
              <a:latin typeface="Century Gothic"/>
            </a:endParaRPr>
          </a:p>
        </p:txBody>
      </p:sp>
      <p:sp>
        <p:nvSpPr>
          <p:cNvPr id="750" name="PlaceHolder 2"/>
          <p:cNvSpPr>
            <a:spLocks noGrp="1"/>
          </p:cNvSpPr>
          <p:nvPr>
            <p:ph/>
          </p:nvPr>
        </p:nvSpPr>
        <p:spPr>
          <a:xfrm>
            <a:off x="1992600" y="1700640"/>
            <a:ext cx="9763560" cy="4454280"/>
          </a:xfrm>
          <a:prstGeom prst="rect">
            <a:avLst/>
          </a:prstGeom>
          <a:noFill/>
          <a:ln w="0">
            <a:noFill/>
          </a:ln>
        </p:spPr>
        <p:txBody>
          <a:bodyPr lIns="91440" rIns="91440" tIns="45720" bIns="45720" anchor="t">
            <a:noAutofit/>
          </a:bodyPr>
          <a:p>
            <a:pPr lvl="1" marL="914400" indent="-457200" defTabSz="914400">
              <a:lnSpc>
                <a:spcPct val="100000"/>
              </a:lnSpc>
              <a:buClr>
                <a:srgbClr val="000000"/>
              </a:buClr>
              <a:buFont typeface="Arial"/>
              <a:buChar char="•"/>
            </a:pPr>
            <a:r>
              <a:rPr b="0" lang="en-ZA" sz="2800" spc="-1" strike="noStrike">
                <a:solidFill>
                  <a:schemeClr val="dk1"/>
                </a:solidFill>
                <a:latin typeface="Century Gothic"/>
              </a:rPr>
              <a:t>The mix proportions of a concrete mix are given as follows. How much of each material will be required for a slab that is 15 m long, 5m wide and 150 mm deep? </a:t>
            </a:r>
            <a:endParaRPr b="0" lang="en-US" sz="2800" spc="-1" strike="noStrike">
              <a:solidFill>
                <a:schemeClr val="dk1">
                  <a:lumMod val="75000"/>
                  <a:lumOff val="25000"/>
                </a:schemeClr>
              </a:solidFill>
              <a:latin typeface="Century Gothic"/>
            </a:endParaRPr>
          </a:p>
          <a:p>
            <a:pPr lvl="2" marL="1371600" indent="-457200" defTabSz="914400">
              <a:lnSpc>
                <a:spcPct val="100000"/>
              </a:lnSpc>
              <a:buClr>
                <a:srgbClr val="4b866e"/>
              </a:buClr>
              <a:buFont typeface="Arial"/>
              <a:buChar char="•"/>
            </a:pPr>
            <a:r>
              <a:rPr b="0" lang="en-ZA" sz="2400" spc="-1" strike="noStrike">
                <a:solidFill>
                  <a:schemeClr val="accent6">
                    <a:lumMod val="75000"/>
                  </a:schemeClr>
                </a:solidFill>
                <a:latin typeface="Century Gothic"/>
              </a:rPr>
              <a:t>Cement </a:t>
            </a:r>
            <a:r>
              <a:rPr b="0" lang="en-ZA" sz="2400" spc="-1" strike="noStrike">
                <a:solidFill>
                  <a:schemeClr val="accent6">
                    <a:lumMod val="75000"/>
                  </a:schemeClr>
                </a:solidFill>
                <a:latin typeface="Century Gothic"/>
              </a:rPr>
              <a:t>	</a:t>
            </a:r>
            <a:r>
              <a:rPr b="0" lang="en-ZA" sz="2400" spc="-1" strike="noStrike">
                <a:solidFill>
                  <a:schemeClr val="accent6">
                    <a:lumMod val="75000"/>
                  </a:schemeClr>
                </a:solidFill>
                <a:latin typeface="Century Gothic"/>
              </a:rPr>
              <a:t>50 kg</a:t>
            </a:r>
            <a:endParaRPr b="0" lang="en-US" sz="2400" spc="-1" strike="noStrike">
              <a:solidFill>
                <a:schemeClr val="dk1">
                  <a:lumMod val="75000"/>
                  <a:lumOff val="25000"/>
                </a:schemeClr>
              </a:solidFill>
              <a:latin typeface="Century Gothic"/>
            </a:endParaRPr>
          </a:p>
          <a:p>
            <a:pPr lvl="2" marL="1371600" indent="-457200" defTabSz="914400">
              <a:lnSpc>
                <a:spcPct val="100000"/>
              </a:lnSpc>
              <a:buClr>
                <a:srgbClr val="4b866e"/>
              </a:buClr>
              <a:buFont typeface="Arial"/>
              <a:buChar char="•"/>
            </a:pPr>
            <a:r>
              <a:rPr b="0" lang="en-ZA" sz="2400" spc="-1" strike="noStrike">
                <a:solidFill>
                  <a:schemeClr val="accent6">
                    <a:lumMod val="75000"/>
                  </a:schemeClr>
                </a:solidFill>
                <a:latin typeface="Century Gothic"/>
              </a:rPr>
              <a:t>Water </a:t>
            </a:r>
            <a:r>
              <a:rPr b="0" lang="en-ZA" sz="2400" spc="-1" strike="noStrike">
                <a:solidFill>
                  <a:schemeClr val="accent6">
                    <a:lumMod val="75000"/>
                  </a:schemeClr>
                </a:solidFill>
                <a:latin typeface="Century Gothic"/>
              </a:rPr>
              <a:t>	</a:t>
            </a:r>
            <a:r>
              <a:rPr b="0" lang="en-ZA" sz="2400" spc="-1" strike="noStrike">
                <a:solidFill>
                  <a:schemeClr val="accent6">
                    <a:lumMod val="75000"/>
                  </a:schemeClr>
                </a:solidFill>
                <a:latin typeface="Century Gothic"/>
              </a:rPr>
              <a:t>	</a:t>
            </a:r>
            <a:r>
              <a:rPr b="0" lang="en-ZA" sz="2400" spc="-1" strike="noStrike">
                <a:solidFill>
                  <a:schemeClr val="accent6">
                    <a:lumMod val="75000"/>
                  </a:schemeClr>
                </a:solidFill>
                <a:latin typeface="Century Gothic"/>
              </a:rPr>
              <a:t>30 ℓ</a:t>
            </a:r>
            <a:endParaRPr b="0" lang="en-US" sz="2400" spc="-1" strike="noStrike">
              <a:solidFill>
                <a:schemeClr val="dk1">
                  <a:lumMod val="75000"/>
                  <a:lumOff val="25000"/>
                </a:schemeClr>
              </a:solidFill>
              <a:latin typeface="Century Gothic"/>
            </a:endParaRPr>
          </a:p>
          <a:p>
            <a:pPr lvl="2" marL="1371600" indent="-457200" defTabSz="914400">
              <a:lnSpc>
                <a:spcPct val="100000"/>
              </a:lnSpc>
              <a:buClr>
                <a:srgbClr val="4b866e"/>
              </a:buClr>
              <a:buFont typeface="Arial"/>
              <a:buChar char="•"/>
            </a:pPr>
            <a:r>
              <a:rPr b="0" lang="en-ZA" sz="2400" spc="-1" strike="noStrike">
                <a:solidFill>
                  <a:schemeClr val="accent6">
                    <a:lumMod val="75000"/>
                  </a:schemeClr>
                </a:solidFill>
                <a:latin typeface="Century Gothic"/>
              </a:rPr>
              <a:t>Sand</a:t>
            </a:r>
            <a:r>
              <a:rPr b="0" lang="en-ZA" sz="2400" spc="-1" strike="noStrike">
                <a:solidFill>
                  <a:schemeClr val="accent6">
                    <a:lumMod val="75000"/>
                  </a:schemeClr>
                </a:solidFill>
                <a:latin typeface="Century Gothic"/>
              </a:rPr>
              <a:t>	</a:t>
            </a:r>
            <a:r>
              <a:rPr b="0" lang="en-ZA" sz="2400" spc="-1" strike="noStrike">
                <a:solidFill>
                  <a:schemeClr val="accent6">
                    <a:lumMod val="75000"/>
                  </a:schemeClr>
                </a:solidFill>
                <a:latin typeface="Century Gothic"/>
              </a:rPr>
              <a:t>	</a:t>
            </a:r>
            <a:r>
              <a:rPr b="0" lang="en-ZA" sz="2400" spc="-1" strike="noStrike">
                <a:solidFill>
                  <a:schemeClr val="accent6">
                    <a:lumMod val="75000"/>
                  </a:schemeClr>
                </a:solidFill>
                <a:latin typeface="Century Gothic"/>
              </a:rPr>
              <a:t>123 kg</a:t>
            </a:r>
            <a:endParaRPr b="0" lang="en-US" sz="2400" spc="-1" strike="noStrike">
              <a:solidFill>
                <a:schemeClr val="dk1">
                  <a:lumMod val="75000"/>
                  <a:lumOff val="25000"/>
                </a:schemeClr>
              </a:solidFill>
              <a:latin typeface="Century Gothic"/>
            </a:endParaRPr>
          </a:p>
          <a:p>
            <a:pPr lvl="2" marL="1371600" indent="-457200" defTabSz="914400">
              <a:lnSpc>
                <a:spcPct val="100000"/>
              </a:lnSpc>
              <a:buClr>
                <a:srgbClr val="4b866e"/>
              </a:buClr>
              <a:buFont typeface="Arial"/>
              <a:buChar char="•"/>
            </a:pPr>
            <a:r>
              <a:rPr b="0" lang="en-ZA" sz="2400" spc="-1" strike="noStrike">
                <a:solidFill>
                  <a:schemeClr val="accent6">
                    <a:lumMod val="75000"/>
                  </a:schemeClr>
                </a:solidFill>
                <a:latin typeface="Century Gothic"/>
              </a:rPr>
              <a:t>Stone</a:t>
            </a:r>
            <a:r>
              <a:rPr b="0" lang="en-ZA" sz="2400" spc="-1" strike="noStrike">
                <a:solidFill>
                  <a:schemeClr val="accent6">
                    <a:lumMod val="75000"/>
                  </a:schemeClr>
                </a:solidFill>
                <a:latin typeface="Century Gothic"/>
              </a:rPr>
              <a:t>	</a:t>
            </a:r>
            <a:r>
              <a:rPr b="0" lang="en-ZA" sz="2400" spc="-1" strike="noStrike">
                <a:solidFill>
                  <a:schemeClr val="accent6">
                    <a:lumMod val="75000"/>
                  </a:schemeClr>
                </a:solidFill>
                <a:latin typeface="Century Gothic"/>
              </a:rPr>
              <a:t>	</a:t>
            </a:r>
            <a:r>
              <a:rPr b="0" lang="en-ZA" sz="2400" spc="-1" strike="noStrike">
                <a:solidFill>
                  <a:schemeClr val="accent6">
                    <a:lumMod val="75000"/>
                  </a:schemeClr>
                </a:solidFill>
                <a:latin typeface="Century Gothic"/>
              </a:rPr>
              <a:t>140 kg </a:t>
            </a:r>
            <a:endParaRPr b="0" lang="en-US" sz="2400" spc="-1" strike="noStrike">
              <a:solidFill>
                <a:schemeClr val="dk1">
                  <a:lumMod val="75000"/>
                  <a:lumOff val="25000"/>
                </a:schemeClr>
              </a:solidFill>
              <a:latin typeface="Century Gothic"/>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1" name="PlaceHolder 1"/>
          <p:cNvSpPr>
            <a:spLocks noGrp="1"/>
          </p:cNvSpPr>
          <p:nvPr>
            <p:ph type="title"/>
          </p:nvPr>
        </p:nvSpPr>
        <p:spPr>
          <a:xfrm>
            <a:off x="1991520" y="476640"/>
            <a:ext cx="8229240" cy="417240"/>
          </a:xfrm>
          <a:prstGeom prst="rect">
            <a:avLst/>
          </a:prstGeom>
          <a:noFill/>
          <a:ln w="0">
            <a:noFill/>
          </a:ln>
        </p:spPr>
        <p:txBody>
          <a:bodyPr lIns="91440" rIns="91440" tIns="45720" bIns="45720" anchor="t">
            <a:normAutofit fontScale="28055"/>
          </a:bodyPr>
          <a:p>
            <a:pPr indent="0" defTabSz="457200">
              <a:lnSpc>
                <a:spcPct val="100000"/>
              </a:lnSpc>
              <a:buNone/>
            </a:pPr>
            <a:r>
              <a:rPr b="0" lang="en-ZA" sz="4000" spc="-1" strike="noStrike">
                <a:solidFill>
                  <a:schemeClr val="dk1">
                    <a:lumMod val="85000"/>
                    <a:lumOff val="15000"/>
                  </a:schemeClr>
                </a:solidFill>
                <a:latin typeface="Century Gothic"/>
              </a:rPr>
              <a:t>Solution to Tutorial 3</a:t>
            </a:r>
            <a:br>
              <a:rPr sz="4000"/>
            </a:br>
            <a:endParaRPr b="0" lang="en-US" sz="4000" spc="-1" strike="noStrike">
              <a:solidFill>
                <a:schemeClr val="dk1"/>
              </a:solidFill>
              <a:latin typeface="Century Gothic"/>
            </a:endParaRPr>
          </a:p>
        </p:txBody>
      </p:sp>
      <p:sp>
        <p:nvSpPr>
          <p:cNvPr id="752" name="PlaceHolder 2"/>
          <p:cNvSpPr>
            <a:spLocks noGrp="1"/>
          </p:cNvSpPr>
          <p:nvPr>
            <p:ph/>
          </p:nvPr>
        </p:nvSpPr>
        <p:spPr>
          <a:xfrm>
            <a:off x="1523880" y="1025640"/>
            <a:ext cx="9143640" cy="5832000"/>
          </a:xfrm>
          <a:prstGeom prst="rect">
            <a:avLst/>
          </a:prstGeom>
          <a:noFill/>
          <a:ln w="0">
            <a:noFill/>
          </a:ln>
        </p:spPr>
        <p:txBody>
          <a:bodyPr lIns="91440" rIns="91440" tIns="45720" bIns="45720" anchor="t">
            <a:noAutofit/>
          </a:bodyPr>
          <a:p>
            <a:pPr lvl="1" marL="990720" indent="-533520" defTabSz="914400">
              <a:lnSpc>
                <a:spcPct val="100000"/>
              </a:lnSpc>
              <a:buClr>
                <a:srgbClr val="000000"/>
              </a:buClr>
              <a:buFont typeface="OpenSymbol"/>
              <a:buAutoNum type="arabicPeriod"/>
            </a:pPr>
            <a:r>
              <a:rPr b="0" lang="en-ZA" sz="2800" spc="-1" strike="noStrike">
                <a:solidFill>
                  <a:schemeClr val="dk1"/>
                </a:solidFill>
                <a:latin typeface="Century Gothic"/>
              </a:rPr>
              <a:t>Mass of mix </a:t>
            </a:r>
            <a:r>
              <a:rPr b="0" lang="en-ZA" sz="2800" spc="-1" strike="noStrike">
                <a:solidFill>
                  <a:schemeClr val="dk1"/>
                </a:solidFill>
                <a:latin typeface="Century Gothic"/>
              </a:rPr>
              <a:t>	</a:t>
            </a:r>
            <a:r>
              <a:rPr b="0" lang="en-ZA" sz="2800" spc="-1" strike="noStrike">
                <a:solidFill>
                  <a:schemeClr val="dk1"/>
                </a:solidFill>
                <a:latin typeface="Century Gothic"/>
              </a:rPr>
              <a:t>= 50+30+123+140 = 343 kg</a:t>
            </a:r>
            <a:endParaRPr b="0" lang="en-US" sz="2800" spc="-1" strike="noStrike">
              <a:solidFill>
                <a:schemeClr val="dk1">
                  <a:lumMod val="75000"/>
                  <a:lumOff val="25000"/>
                </a:schemeClr>
              </a:solidFill>
              <a:latin typeface="Century Gothic"/>
            </a:endParaRPr>
          </a:p>
          <a:p>
            <a:pPr lvl="1" marL="990720" indent="-533520" defTabSz="914400">
              <a:lnSpc>
                <a:spcPct val="100000"/>
              </a:lnSpc>
              <a:buClr>
                <a:srgbClr val="000000"/>
              </a:buClr>
              <a:buFont typeface="OpenSymbol"/>
              <a:buAutoNum type="arabicPeriod"/>
            </a:pPr>
            <a:r>
              <a:rPr b="0" lang="en-ZA" sz="2800" spc="-1" strike="noStrike">
                <a:solidFill>
                  <a:schemeClr val="dk1"/>
                </a:solidFill>
                <a:latin typeface="Century Gothic"/>
              </a:rPr>
              <a:t>Yield of mix </a:t>
            </a:r>
            <a:r>
              <a:rPr b="0" lang="en-ZA" sz="2800" spc="-1" strike="noStrike">
                <a:solidFill>
                  <a:schemeClr val="dk1"/>
                </a:solidFill>
                <a:latin typeface="Century Gothic"/>
              </a:rPr>
              <a:t>	</a:t>
            </a:r>
            <a:r>
              <a:rPr b="0" lang="en-ZA" sz="2800" spc="-1" strike="noStrike">
                <a:solidFill>
                  <a:schemeClr val="dk1"/>
                </a:solidFill>
                <a:latin typeface="Century Gothic"/>
              </a:rPr>
              <a:t>= Mass </a:t>
            </a:r>
            <a:r>
              <a:rPr b="0" lang="en-US" sz="2800" spc="-1" strike="noStrike">
                <a:solidFill>
                  <a:schemeClr val="dk1"/>
                </a:solidFill>
                <a:latin typeface="Century Gothic"/>
              </a:rPr>
              <a:t>÷ 2400 x 1000 ℓ</a:t>
            </a:r>
            <a:endParaRPr b="0" lang="en-US" sz="2800" spc="-1" strike="noStrike">
              <a:solidFill>
                <a:schemeClr val="dk1">
                  <a:lumMod val="75000"/>
                  <a:lumOff val="25000"/>
                </a:schemeClr>
              </a:solidFill>
              <a:latin typeface="Century Gothic"/>
            </a:endParaRPr>
          </a:p>
          <a:p>
            <a:pPr marL="990720" indent="-533520" defTabSz="914400">
              <a:lnSpc>
                <a:spcPct val="100000"/>
              </a:lnSpc>
              <a:buNone/>
              <a:tabLst>
                <a:tab algn="l" pos="0"/>
              </a:tabLst>
            </a:pPr>
            <a:r>
              <a:rPr b="0" lang="en-ZA" sz="2800" spc="-1" strike="noStrike">
                <a:solidFill>
                  <a:schemeClr val="dk1"/>
                </a:solidFill>
                <a:latin typeface="Century Gothic"/>
              </a:rPr>
              <a:t>	</a:t>
            </a:r>
            <a:r>
              <a:rPr b="0" lang="en-ZA" sz="2800" spc="-1" strike="noStrike">
                <a:solidFill>
                  <a:schemeClr val="dk1"/>
                </a:solidFill>
                <a:latin typeface="Century Gothic"/>
              </a:rPr>
              <a:t>	</a:t>
            </a:r>
            <a:r>
              <a:rPr b="0" lang="en-ZA" sz="2800" spc="-1" strike="noStrike">
                <a:solidFill>
                  <a:schemeClr val="dk1"/>
                </a:solidFill>
                <a:latin typeface="Century Gothic"/>
              </a:rPr>
              <a:t>	</a:t>
            </a:r>
            <a:r>
              <a:rPr b="0" lang="en-ZA" sz="2800" spc="-1" strike="noStrike">
                <a:solidFill>
                  <a:schemeClr val="dk1"/>
                </a:solidFill>
                <a:latin typeface="Century Gothic"/>
              </a:rPr>
              <a:t>	</a:t>
            </a:r>
            <a:r>
              <a:rPr b="0" lang="en-ZA" sz="2800" spc="-1" strike="noStrike">
                <a:solidFill>
                  <a:schemeClr val="dk1"/>
                </a:solidFill>
                <a:latin typeface="Century Gothic"/>
              </a:rPr>
              <a:t>	</a:t>
            </a:r>
            <a:r>
              <a:rPr b="0" lang="en-ZA" sz="2800" spc="-1" strike="noStrike">
                <a:solidFill>
                  <a:schemeClr val="dk1"/>
                </a:solidFill>
                <a:latin typeface="Century Gothic"/>
              </a:rPr>
              <a:t>	</a:t>
            </a:r>
            <a:r>
              <a:rPr b="0" lang="en-ZA" sz="2800" spc="-1" strike="noStrike">
                <a:solidFill>
                  <a:schemeClr val="dk1"/>
                </a:solidFill>
                <a:latin typeface="Century Gothic"/>
              </a:rPr>
              <a:t>= 343 </a:t>
            </a:r>
            <a:r>
              <a:rPr b="0" lang="en-US" sz="2800" spc="-1" strike="noStrike">
                <a:solidFill>
                  <a:schemeClr val="dk1"/>
                </a:solidFill>
                <a:latin typeface="Century Gothic"/>
              </a:rPr>
              <a:t>÷ 2400 x 1000 ℓ</a:t>
            </a:r>
            <a:endParaRPr b="0" lang="en-US" sz="2800" spc="-1" strike="noStrike">
              <a:solidFill>
                <a:schemeClr val="dk1">
                  <a:lumMod val="75000"/>
                  <a:lumOff val="25000"/>
                </a:schemeClr>
              </a:solidFill>
              <a:latin typeface="Century Gothic"/>
            </a:endParaRPr>
          </a:p>
          <a:p>
            <a:pPr marL="990720" indent="-533520" defTabSz="914400">
              <a:lnSpc>
                <a:spcPct val="100000"/>
              </a:lnSpc>
              <a:buNone/>
              <a:tabLst>
                <a:tab algn="l" pos="0"/>
              </a:tabLst>
            </a:pPr>
            <a:r>
              <a:rPr b="0" lang="en-ZA" sz="2800" spc="-1" strike="noStrike">
                <a:solidFill>
                  <a:schemeClr val="dk1"/>
                </a:solidFill>
                <a:latin typeface="Century Gothic"/>
              </a:rPr>
              <a:t>	</a:t>
            </a:r>
            <a:r>
              <a:rPr b="0" lang="en-ZA" sz="2800" spc="-1" strike="noStrike">
                <a:solidFill>
                  <a:schemeClr val="dk1"/>
                </a:solidFill>
                <a:latin typeface="Century Gothic"/>
              </a:rPr>
              <a:t>	</a:t>
            </a:r>
            <a:r>
              <a:rPr b="0" lang="en-ZA" sz="2800" spc="-1" strike="noStrike">
                <a:solidFill>
                  <a:schemeClr val="dk1"/>
                </a:solidFill>
                <a:latin typeface="Century Gothic"/>
              </a:rPr>
              <a:t>	</a:t>
            </a:r>
            <a:r>
              <a:rPr b="0" lang="en-ZA" sz="2800" spc="-1" strike="noStrike">
                <a:solidFill>
                  <a:schemeClr val="dk1"/>
                </a:solidFill>
                <a:latin typeface="Century Gothic"/>
              </a:rPr>
              <a:t>	</a:t>
            </a:r>
            <a:r>
              <a:rPr b="0" lang="en-ZA" sz="2800" spc="-1" strike="noStrike">
                <a:solidFill>
                  <a:schemeClr val="dk1"/>
                </a:solidFill>
                <a:latin typeface="Century Gothic"/>
              </a:rPr>
              <a:t>	</a:t>
            </a:r>
            <a:r>
              <a:rPr b="0" lang="en-ZA" sz="2800" spc="-1" strike="noStrike">
                <a:solidFill>
                  <a:schemeClr val="dk1"/>
                </a:solidFill>
                <a:latin typeface="Century Gothic"/>
              </a:rPr>
              <a:t>	</a:t>
            </a:r>
            <a:r>
              <a:rPr b="0" lang="en-ZA" sz="2800" spc="-1" strike="noStrike">
                <a:solidFill>
                  <a:schemeClr val="dk1"/>
                </a:solidFill>
                <a:latin typeface="Century Gothic"/>
              </a:rPr>
              <a:t>= 143 ℓ</a:t>
            </a:r>
            <a:endParaRPr b="0" lang="en-US" sz="2800" spc="-1" strike="noStrike">
              <a:solidFill>
                <a:schemeClr val="dk1">
                  <a:lumMod val="75000"/>
                  <a:lumOff val="25000"/>
                </a:schemeClr>
              </a:solidFill>
              <a:latin typeface="Century Gothic"/>
            </a:endParaRPr>
          </a:p>
          <a:p>
            <a:pPr lvl="1" marL="990720" indent="-533520" defTabSz="914400">
              <a:lnSpc>
                <a:spcPct val="100000"/>
              </a:lnSpc>
              <a:buClr>
                <a:srgbClr val="000000"/>
              </a:buClr>
              <a:buFont typeface="OpenSymbol"/>
              <a:buAutoNum type="arabicPeriod"/>
              <a:tabLst>
                <a:tab algn="l" pos="0"/>
              </a:tabLst>
            </a:pPr>
            <a:r>
              <a:rPr b="0" lang="en-ZA" sz="2800" spc="-1" strike="noStrike">
                <a:solidFill>
                  <a:schemeClr val="dk1"/>
                </a:solidFill>
                <a:latin typeface="Century Gothic"/>
              </a:rPr>
              <a:t>Volume of concrete = 15 x 5 x 0.15 = 11.25 m</a:t>
            </a:r>
            <a:r>
              <a:rPr b="0" lang="en-ZA" sz="2800" spc="-1" strike="noStrike" baseline="30000">
                <a:solidFill>
                  <a:schemeClr val="dk1"/>
                </a:solidFill>
                <a:latin typeface="Century Gothic"/>
              </a:rPr>
              <a:t>3</a:t>
            </a:r>
            <a:endParaRPr b="0" lang="en-US" sz="2800" spc="-1" strike="noStrike">
              <a:solidFill>
                <a:schemeClr val="dk1">
                  <a:lumMod val="75000"/>
                  <a:lumOff val="25000"/>
                </a:schemeClr>
              </a:solidFill>
              <a:latin typeface="Century Gothic"/>
            </a:endParaRPr>
          </a:p>
          <a:p>
            <a:pPr lvl="1" marL="990720" indent="-533520" defTabSz="914400">
              <a:lnSpc>
                <a:spcPct val="100000"/>
              </a:lnSpc>
              <a:buClr>
                <a:srgbClr val="000000"/>
              </a:buClr>
              <a:buFont typeface="OpenSymbol"/>
              <a:buAutoNum type="arabicPeriod"/>
              <a:tabLst>
                <a:tab algn="l" pos="0"/>
              </a:tabLst>
            </a:pPr>
            <a:r>
              <a:rPr b="0" lang="en-ZA" sz="2800" spc="-1" strike="noStrike">
                <a:solidFill>
                  <a:schemeClr val="dk1"/>
                </a:solidFill>
                <a:latin typeface="Century Gothic"/>
              </a:rPr>
              <a:t>No of batches = 11.25 x 1000 </a:t>
            </a:r>
            <a:r>
              <a:rPr b="0" lang="en-US" sz="2800" spc="-1" strike="noStrike">
                <a:solidFill>
                  <a:schemeClr val="dk1"/>
                </a:solidFill>
                <a:latin typeface="Century Gothic"/>
              </a:rPr>
              <a:t>÷ 143 = 78.7 (79)</a:t>
            </a:r>
            <a:endParaRPr b="0" lang="en-US" sz="2800" spc="-1" strike="noStrike">
              <a:solidFill>
                <a:schemeClr val="dk1">
                  <a:lumMod val="75000"/>
                  <a:lumOff val="25000"/>
                </a:schemeClr>
              </a:solidFill>
              <a:latin typeface="Century Gothic"/>
            </a:endParaRPr>
          </a:p>
          <a:p>
            <a:pPr lvl="1" marL="990720" indent="-533520" defTabSz="914400">
              <a:lnSpc>
                <a:spcPct val="100000"/>
              </a:lnSpc>
              <a:buClr>
                <a:srgbClr val="000000"/>
              </a:buClr>
              <a:buFont typeface="OpenSymbol"/>
              <a:buAutoNum type="arabicPeriod"/>
              <a:tabLst>
                <a:tab algn="l" pos="0"/>
              </a:tabLst>
            </a:pPr>
            <a:r>
              <a:rPr b="0" lang="en-ZA" sz="2800" spc="-1" strike="noStrike">
                <a:solidFill>
                  <a:schemeClr val="dk1"/>
                </a:solidFill>
                <a:latin typeface="Century Gothic"/>
              </a:rPr>
              <a:t>Quantities of materials</a:t>
            </a:r>
            <a:endParaRPr b="0" lang="en-US" sz="2800" spc="-1" strike="noStrike">
              <a:solidFill>
                <a:schemeClr val="dk1">
                  <a:lumMod val="75000"/>
                  <a:lumOff val="25000"/>
                </a:schemeClr>
              </a:solidFill>
              <a:latin typeface="Century Gothic"/>
            </a:endParaRPr>
          </a:p>
          <a:p>
            <a:pPr lvl="2" marL="1371600" indent="-457200" defTabSz="914400">
              <a:lnSpc>
                <a:spcPct val="100000"/>
              </a:lnSpc>
              <a:buClr>
                <a:srgbClr val="4b866e"/>
              </a:buClr>
              <a:buFont typeface="OpenSymbol"/>
              <a:buAutoNum type="arabicPeriod"/>
              <a:tabLst>
                <a:tab algn="l" pos="0"/>
              </a:tabLst>
            </a:pPr>
            <a:r>
              <a:rPr b="0" lang="en-ZA" sz="2400" spc="-1" strike="noStrike">
                <a:solidFill>
                  <a:schemeClr val="accent6">
                    <a:lumMod val="75000"/>
                  </a:schemeClr>
                </a:solidFill>
                <a:latin typeface="Century Gothic"/>
              </a:rPr>
              <a:t>Cement </a:t>
            </a:r>
            <a:r>
              <a:rPr b="0" lang="en-ZA" sz="2400" spc="-1" strike="noStrike">
                <a:solidFill>
                  <a:schemeClr val="accent6">
                    <a:lumMod val="75000"/>
                  </a:schemeClr>
                </a:solidFill>
                <a:latin typeface="Century Gothic"/>
              </a:rPr>
              <a:t>	</a:t>
            </a:r>
            <a:r>
              <a:rPr b="0" lang="en-ZA" sz="2400" spc="-1" strike="noStrike">
                <a:solidFill>
                  <a:schemeClr val="accent6">
                    <a:lumMod val="75000"/>
                  </a:schemeClr>
                </a:solidFill>
                <a:latin typeface="Century Gothic"/>
              </a:rPr>
              <a:t>50 kg x 79 </a:t>
            </a:r>
            <a:r>
              <a:rPr b="0" lang="en-ZA" sz="2400" spc="-1" strike="noStrike">
                <a:solidFill>
                  <a:schemeClr val="accent6">
                    <a:lumMod val="75000"/>
                  </a:schemeClr>
                </a:solidFill>
                <a:latin typeface="Century Gothic"/>
              </a:rPr>
              <a:t>	</a:t>
            </a:r>
            <a:r>
              <a:rPr b="0" lang="en-ZA" sz="2400" spc="-1" strike="noStrike">
                <a:solidFill>
                  <a:schemeClr val="accent6">
                    <a:lumMod val="75000"/>
                  </a:schemeClr>
                </a:solidFill>
                <a:latin typeface="Century Gothic"/>
              </a:rPr>
              <a:t>= 3950 kg (79 bags)</a:t>
            </a:r>
            <a:endParaRPr b="0" lang="en-US" sz="2400" spc="-1" strike="noStrike">
              <a:solidFill>
                <a:schemeClr val="dk1">
                  <a:lumMod val="75000"/>
                  <a:lumOff val="25000"/>
                </a:schemeClr>
              </a:solidFill>
              <a:latin typeface="Century Gothic"/>
            </a:endParaRPr>
          </a:p>
          <a:p>
            <a:pPr lvl="2" marL="1371600" indent="-457200" defTabSz="914400">
              <a:lnSpc>
                <a:spcPct val="100000"/>
              </a:lnSpc>
              <a:buClr>
                <a:srgbClr val="4b866e"/>
              </a:buClr>
              <a:buFont typeface="OpenSymbol"/>
              <a:buAutoNum type="arabicPeriod"/>
              <a:tabLst>
                <a:tab algn="l" pos="0"/>
              </a:tabLst>
            </a:pPr>
            <a:r>
              <a:rPr b="0" lang="en-ZA" sz="2400" spc="-1" strike="noStrike">
                <a:solidFill>
                  <a:schemeClr val="accent6">
                    <a:lumMod val="75000"/>
                  </a:schemeClr>
                </a:solidFill>
                <a:latin typeface="Century Gothic"/>
              </a:rPr>
              <a:t>Water </a:t>
            </a:r>
            <a:r>
              <a:rPr b="0" lang="en-ZA" sz="2400" spc="-1" strike="noStrike">
                <a:solidFill>
                  <a:schemeClr val="accent6">
                    <a:lumMod val="75000"/>
                  </a:schemeClr>
                </a:solidFill>
                <a:latin typeface="Century Gothic"/>
              </a:rPr>
              <a:t>	</a:t>
            </a:r>
            <a:r>
              <a:rPr b="0" lang="en-ZA" sz="2400" spc="-1" strike="noStrike">
                <a:solidFill>
                  <a:schemeClr val="accent6">
                    <a:lumMod val="75000"/>
                  </a:schemeClr>
                </a:solidFill>
                <a:latin typeface="Century Gothic"/>
              </a:rPr>
              <a:t>30 ℓ x 79 </a:t>
            </a:r>
            <a:r>
              <a:rPr b="0" lang="en-ZA" sz="2400" spc="-1" strike="noStrike">
                <a:solidFill>
                  <a:schemeClr val="accent6">
                    <a:lumMod val="75000"/>
                  </a:schemeClr>
                </a:solidFill>
                <a:latin typeface="Century Gothic"/>
              </a:rPr>
              <a:t>	</a:t>
            </a:r>
            <a:r>
              <a:rPr b="0" lang="en-ZA" sz="2400" spc="-1" strike="noStrike">
                <a:solidFill>
                  <a:schemeClr val="accent6">
                    <a:lumMod val="75000"/>
                  </a:schemeClr>
                </a:solidFill>
                <a:latin typeface="Century Gothic"/>
              </a:rPr>
              <a:t>	</a:t>
            </a:r>
            <a:r>
              <a:rPr b="0" lang="en-ZA" sz="2400" spc="-1" strike="noStrike">
                <a:solidFill>
                  <a:schemeClr val="accent6">
                    <a:lumMod val="75000"/>
                  </a:schemeClr>
                </a:solidFill>
                <a:latin typeface="Century Gothic"/>
              </a:rPr>
              <a:t>	</a:t>
            </a:r>
            <a:r>
              <a:rPr b="0" lang="en-ZA" sz="2400" spc="-1" strike="noStrike">
                <a:solidFill>
                  <a:schemeClr val="accent6">
                    <a:lumMod val="75000"/>
                  </a:schemeClr>
                </a:solidFill>
                <a:latin typeface="Century Gothic"/>
              </a:rPr>
              <a:t>= 2370 ℓ</a:t>
            </a:r>
            <a:endParaRPr b="0" lang="en-US" sz="2400" spc="-1" strike="noStrike">
              <a:solidFill>
                <a:schemeClr val="dk1">
                  <a:lumMod val="75000"/>
                  <a:lumOff val="25000"/>
                </a:schemeClr>
              </a:solidFill>
              <a:latin typeface="Century Gothic"/>
            </a:endParaRPr>
          </a:p>
          <a:p>
            <a:pPr lvl="2" marL="1371600" indent="-457200" defTabSz="914400">
              <a:lnSpc>
                <a:spcPct val="100000"/>
              </a:lnSpc>
              <a:buClr>
                <a:srgbClr val="4b866e"/>
              </a:buClr>
              <a:buFont typeface="OpenSymbol"/>
              <a:buAutoNum type="arabicPeriod"/>
              <a:tabLst>
                <a:tab algn="l" pos="0"/>
              </a:tabLst>
            </a:pPr>
            <a:r>
              <a:rPr b="0" lang="en-ZA" sz="2400" spc="-1" strike="noStrike">
                <a:solidFill>
                  <a:schemeClr val="accent6">
                    <a:lumMod val="75000"/>
                  </a:schemeClr>
                </a:solidFill>
                <a:latin typeface="Century Gothic"/>
              </a:rPr>
              <a:t>Sand</a:t>
            </a:r>
            <a:r>
              <a:rPr b="0" lang="en-ZA" sz="2400" spc="-1" strike="noStrike">
                <a:solidFill>
                  <a:schemeClr val="accent6">
                    <a:lumMod val="75000"/>
                  </a:schemeClr>
                </a:solidFill>
                <a:latin typeface="Century Gothic"/>
              </a:rPr>
              <a:t>	</a:t>
            </a:r>
            <a:r>
              <a:rPr b="0" lang="en-ZA" sz="2400" spc="-1" strike="noStrike">
                <a:solidFill>
                  <a:schemeClr val="accent6">
                    <a:lumMod val="75000"/>
                  </a:schemeClr>
                </a:solidFill>
                <a:latin typeface="Century Gothic"/>
              </a:rPr>
              <a:t>123 kg x 79 </a:t>
            </a:r>
            <a:r>
              <a:rPr b="0" lang="en-ZA" sz="2400" spc="-1" strike="noStrike">
                <a:solidFill>
                  <a:schemeClr val="accent6">
                    <a:lumMod val="75000"/>
                  </a:schemeClr>
                </a:solidFill>
                <a:latin typeface="Century Gothic"/>
              </a:rPr>
              <a:t>	</a:t>
            </a:r>
            <a:r>
              <a:rPr b="0" lang="en-ZA" sz="2400" spc="-1" strike="noStrike">
                <a:solidFill>
                  <a:schemeClr val="accent6">
                    <a:lumMod val="75000"/>
                  </a:schemeClr>
                </a:solidFill>
                <a:latin typeface="Century Gothic"/>
              </a:rPr>
              <a:t>	</a:t>
            </a:r>
            <a:r>
              <a:rPr b="0" lang="en-ZA" sz="2400" spc="-1" strike="noStrike">
                <a:solidFill>
                  <a:schemeClr val="accent6">
                    <a:lumMod val="75000"/>
                  </a:schemeClr>
                </a:solidFill>
                <a:latin typeface="Century Gothic"/>
              </a:rPr>
              <a:t>= 9717 kg</a:t>
            </a:r>
            <a:endParaRPr b="0" lang="en-US" sz="2400" spc="-1" strike="noStrike">
              <a:solidFill>
                <a:schemeClr val="dk1">
                  <a:lumMod val="75000"/>
                  <a:lumOff val="25000"/>
                </a:schemeClr>
              </a:solidFill>
              <a:latin typeface="Century Gothic"/>
            </a:endParaRPr>
          </a:p>
          <a:p>
            <a:pPr lvl="2" marL="1371600" indent="-457200" defTabSz="914400">
              <a:lnSpc>
                <a:spcPct val="100000"/>
              </a:lnSpc>
              <a:buClr>
                <a:srgbClr val="4b866e"/>
              </a:buClr>
              <a:buFont typeface="OpenSymbol"/>
              <a:buAutoNum type="arabicPeriod"/>
              <a:tabLst>
                <a:tab algn="l" pos="0"/>
              </a:tabLst>
            </a:pPr>
            <a:r>
              <a:rPr b="0" lang="en-ZA" sz="2400" spc="-1" strike="noStrike">
                <a:solidFill>
                  <a:schemeClr val="accent6">
                    <a:lumMod val="75000"/>
                  </a:schemeClr>
                </a:solidFill>
                <a:latin typeface="Century Gothic"/>
              </a:rPr>
              <a:t>Stone</a:t>
            </a:r>
            <a:r>
              <a:rPr b="0" lang="en-ZA" sz="2400" spc="-1" strike="noStrike">
                <a:solidFill>
                  <a:schemeClr val="accent6">
                    <a:lumMod val="75000"/>
                  </a:schemeClr>
                </a:solidFill>
                <a:latin typeface="Century Gothic"/>
              </a:rPr>
              <a:t>	</a:t>
            </a:r>
            <a:r>
              <a:rPr b="0" lang="en-ZA" sz="2400" spc="-1" strike="noStrike">
                <a:solidFill>
                  <a:schemeClr val="accent6">
                    <a:lumMod val="75000"/>
                  </a:schemeClr>
                </a:solidFill>
                <a:latin typeface="Century Gothic"/>
              </a:rPr>
              <a:t>140 kg x 79 </a:t>
            </a:r>
            <a:r>
              <a:rPr b="0" lang="en-ZA" sz="2400" spc="-1" strike="noStrike">
                <a:solidFill>
                  <a:schemeClr val="accent6">
                    <a:lumMod val="75000"/>
                  </a:schemeClr>
                </a:solidFill>
                <a:latin typeface="Century Gothic"/>
              </a:rPr>
              <a:t>	</a:t>
            </a:r>
            <a:r>
              <a:rPr b="0" lang="en-ZA" sz="2400" spc="-1" strike="noStrike">
                <a:solidFill>
                  <a:schemeClr val="accent6">
                    <a:lumMod val="75000"/>
                  </a:schemeClr>
                </a:solidFill>
                <a:latin typeface="Century Gothic"/>
              </a:rPr>
              <a:t>	</a:t>
            </a:r>
            <a:r>
              <a:rPr b="0" lang="en-ZA" sz="2400" spc="-1" strike="noStrike">
                <a:solidFill>
                  <a:schemeClr val="accent6">
                    <a:lumMod val="75000"/>
                  </a:schemeClr>
                </a:solidFill>
                <a:latin typeface="Century Gothic"/>
              </a:rPr>
              <a:t>= 11060 kg</a:t>
            </a:r>
            <a:endParaRPr b="0" lang="en-US" sz="2400" spc="-1" strike="noStrike">
              <a:solidFill>
                <a:schemeClr val="dk1">
                  <a:lumMod val="75000"/>
                  <a:lumOff val="25000"/>
                </a:schemeClr>
              </a:solidFill>
              <a:latin typeface="Century Gothic"/>
            </a:endParaRPr>
          </a:p>
          <a:p>
            <a:pPr indent="0" defTabSz="914400">
              <a:lnSpc>
                <a:spcPct val="100000"/>
              </a:lnSpc>
              <a:buNone/>
              <a:tabLst>
                <a:tab algn="l" pos="0"/>
              </a:tabLst>
            </a:pPr>
            <a:endParaRPr b="0" lang="en-US" sz="1800" spc="-1" strike="noStrike">
              <a:solidFill>
                <a:schemeClr val="dk1">
                  <a:lumMod val="75000"/>
                  <a:lumOff val="25000"/>
                </a:schemeClr>
              </a:solidFill>
              <a:latin typeface="Century Gothic"/>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3" name="TextBox 9"/>
          <p:cNvSpPr/>
          <p:nvPr/>
        </p:nvSpPr>
        <p:spPr>
          <a:xfrm>
            <a:off x="1523880" y="1208880"/>
            <a:ext cx="4499640" cy="699120"/>
          </a:xfrm>
          <a:prstGeom prst="rect">
            <a:avLst/>
          </a:prstGeom>
          <a:noFill/>
          <a:ln w="9525">
            <a:noFill/>
          </a:ln>
        </p:spPr>
        <p:style>
          <a:lnRef idx="0"/>
          <a:fillRef idx="0"/>
          <a:effectRef idx="0"/>
          <a:fontRef idx="minor"/>
        </p:style>
        <p:txBody>
          <a:bodyPr lIns="90000" rIns="90000" tIns="45000" bIns="45000" anchor="t">
            <a:spAutoFit/>
          </a:bodyPr>
          <a:p>
            <a:pPr algn="ctr" defTabSz="914400">
              <a:lnSpc>
                <a:spcPct val="100000"/>
              </a:lnSpc>
            </a:pPr>
            <a:r>
              <a:rPr b="1" lang="en-US" sz="4000" spc="-1" strike="noStrike">
                <a:solidFill>
                  <a:schemeClr val="dk1"/>
                </a:solidFill>
                <a:latin typeface="Calibri"/>
              </a:rPr>
              <a:t>Mixing</a:t>
            </a:r>
            <a:endParaRPr b="0" lang="en-US" sz="4000" spc="-1" strike="noStrike">
              <a:solidFill>
                <a:srgbClr val="000000"/>
              </a:solidFill>
              <a:latin typeface="Arial"/>
            </a:endParaRPr>
          </a:p>
        </p:txBody>
      </p:sp>
      <p:pic>
        <p:nvPicPr>
          <p:cNvPr id="754" name="Picture 1027" descr="js00010"/>
          <p:cNvPicPr/>
          <p:nvPr/>
        </p:nvPicPr>
        <p:blipFill>
          <a:blip r:embed="rId1"/>
          <a:srcRect l="13280" t="213" r="11115" b="-743"/>
          <a:stretch/>
        </p:blipFill>
        <p:spPr>
          <a:xfrm>
            <a:off x="7017480" y="0"/>
            <a:ext cx="5035680" cy="6929640"/>
          </a:xfrm>
          <a:prstGeom prst="rect">
            <a:avLst/>
          </a:prstGeom>
          <a:ln w="9525">
            <a:noFill/>
          </a:ln>
        </p:spPr>
      </p:pic>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5" name="PlaceHolder 1"/>
          <p:cNvSpPr>
            <a:spLocks noGrp="1"/>
          </p:cNvSpPr>
          <p:nvPr>
            <p:ph type="title"/>
          </p:nvPr>
        </p:nvSpPr>
        <p:spPr>
          <a:xfrm>
            <a:off x="1992240" y="0"/>
            <a:ext cx="8229240" cy="1142640"/>
          </a:xfrm>
          <a:prstGeom prst="rect">
            <a:avLst/>
          </a:prstGeom>
          <a:noFill/>
          <a:ln w="0">
            <a:noFill/>
          </a:ln>
        </p:spPr>
        <p:txBody>
          <a:bodyPr lIns="91440" rIns="91440" tIns="45720" bIns="45720" anchor="t">
            <a:noAutofit/>
          </a:bodyPr>
          <a:p>
            <a:pPr indent="0" algn="ctr" defTabSz="457200">
              <a:lnSpc>
                <a:spcPct val="100000"/>
              </a:lnSpc>
              <a:buNone/>
            </a:pPr>
            <a:r>
              <a:rPr b="1" lang="en-US" sz="4000" spc="-1" strike="noStrike">
                <a:solidFill>
                  <a:schemeClr val="dk1">
                    <a:lumMod val="85000"/>
                    <a:lumOff val="15000"/>
                  </a:schemeClr>
                </a:solidFill>
                <a:latin typeface="Century Gothic"/>
              </a:rPr>
              <a:t>M</a:t>
            </a:r>
            <a:r>
              <a:rPr b="1" lang="en-GB" sz="4000" spc="-1" strike="noStrike">
                <a:solidFill>
                  <a:schemeClr val="dk1">
                    <a:lumMod val="85000"/>
                    <a:lumOff val="15000"/>
                  </a:schemeClr>
                </a:solidFill>
                <a:latin typeface="Century Gothic"/>
              </a:rPr>
              <a:t>ixing</a:t>
            </a:r>
            <a:endParaRPr b="0" lang="en-US" sz="4000" spc="-1" strike="noStrike">
              <a:solidFill>
                <a:schemeClr val="dk1"/>
              </a:solidFill>
              <a:latin typeface="Century Gothic"/>
            </a:endParaRPr>
          </a:p>
        </p:txBody>
      </p:sp>
      <p:sp>
        <p:nvSpPr>
          <p:cNvPr id="756" name="PlaceHolder 2"/>
          <p:cNvSpPr>
            <a:spLocks noGrp="1"/>
          </p:cNvSpPr>
          <p:nvPr>
            <p:ph/>
          </p:nvPr>
        </p:nvSpPr>
        <p:spPr>
          <a:xfrm>
            <a:off x="1412280" y="1053000"/>
            <a:ext cx="10779480" cy="5089680"/>
          </a:xfrm>
          <a:prstGeom prst="rect">
            <a:avLst/>
          </a:prstGeom>
          <a:noFill/>
          <a:ln w="0">
            <a:noFill/>
          </a:ln>
        </p:spPr>
        <p:txBody>
          <a:bodyPr lIns="91440" rIns="91440" tIns="45720" bIns="45720" anchor="t">
            <a:normAutofit/>
          </a:bodyPr>
          <a:p>
            <a:pPr indent="0" algn="r" defTabSz="914400">
              <a:lnSpc>
                <a:spcPct val="100000"/>
              </a:lnSpc>
              <a:buNone/>
            </a:pPr>
            <a:r>
              <a:rPr b="0" lang="en-US" sz="2800" spc="-1" strike="noStrike">
                <a:solidFill>
                  <a:schemeClr val="dk1">
                    <a:tint val="75000"/>
                  </a:schemeClr>
                </a:solidFill>
                <a:latin typeface="Century Gothic"/>
              </a:rPr>
              <a:t>Precautions to be taken to maintain </a:t>
            </a:r>
            <a:r>
              <a:rPr b="0" lang="en-US" sz="2800" spc="-1" strike="noStrike" u="sng">
                <a:solidFill>
                  <a:schemeClr val="dk1">
                    <a:tint val="75000"/>
                  </a:schemeClr>
                </a:solidFill>
                <a:uFillTx/>
                <a:latin typeface="Century Gothic"/>
              </a:rPr>
              <a:t>uniformity</a:t>
            </a:r>
            <a:r>
              <a:rPr b="0" lang="en-US" sz="2800" spc="-1" strike="noStrike">
                <a:solidFill>
                  <a:schemeClr val="dk1">
                    <a:tint val="75000"/>
                  </a:schemeClr>
                </a:solidFill>
                <a:latin typeface="Century Gothic"/>
              </a:rPr>
              <a:t>, </a:t>
            </a:r>
            <a:r>
              <a:rPr b="0" lang="en-US" sz="2800" spc="-1" strike="noStrike" u="sng">
                <a:solidFill>
                  <a:schemeClr val="dk1">
                    <a:tint val="75000"/>
                  </a:schemeClr>
                </a:solidFill>
                <a:uFillTx/>
                <a:latin typeface="Century Gothic"/>
              </a:rPr>
              <a:t>consistency</a:t>
            </a:r>
            <a:r>
              <a:rPr b="0" lang="en-US" sz="2800" spc="-1" strike="noStrike">
                <a:solidFill>
                  <a:schemeClr val="dk1">
                    <a:tint val="75000"/>
                  </a:schemeClr>
                </a:solidFill>
                <a:latin typeface="Century Gothic"/>
              </a:rPr>
              <a:t> and </a:t>
            </a:r>
            <a:r>
              <a:rPr b="0" lang="en-US" sz="2800" spc="-1" strike="noStrike" u="sng">
                <a:solidFill>
                  <a:schemeClr val="dk1">
                    <a:tint val="75000"/>
                  </a:schemeClr>
                </a:solidFill>
                <a:uFillTx/>
                <a:latin typeface="Century Gothic"/>
              </a:rPr>
              <a:t>homogeneity</a:t>
            </a:r>
            <a:r>
              <a:rPr b="0" lang="en-US" sz="2800" spc="-1" strike="noStrike">
                <a:solidFill>
                  <a:schemeClr val="dk1">
                    <a:tint val="75000"/>
                  </a:schemeClr>
                </a:solidFill>
                <a:latin typeface="Century Gothic"/>
              </a:rPr>
              <a:t>:</a:t>
            </a:r>
            <a:endParaRPr b="0" lang="en-US" sz="28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Concrete to be thoroughly mixed</a:t>
            </a:r>
            <a:endParaRPr b="0" lang="en-US" sz="24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Uniform throughout each batch, at required consistency</a:t>
            </a:r>
            <a:endParaRPr b="0" lang="en-US" sz="24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Materials loaded in right order</a:t>
            </a:r>
            <a:endParaRPr b="0" lang="en-US" sz="2400" spc="-1" strike="noStrike">
              <a:solidFill>
                <a:schemeClr val="dk1">
                  <a:lumMod val="75000"/>
                  <a:lumOff val="25000"/>
                </a:schemeClr>
              </a:solidFill>
              <a:latin typeface="Century Gothic"/>
            </a:endParaRPr>
          </a:p>
          <a:p>
            <a:pPr lvl="2" marL="1200240" indent="-285840" defTabSz="914400">
              <a:lnSpc>
                <a:spcPct val="100000"/>
              </a:lnSpc>
              <a:buClr>
                <a:srgbClr val="4b866e"/>
              </a:buClr>
              <a:buFont typeface="Arial"/>
              <a:buChar char="•"/>
            </a:pPr>
            <a:r>
              <a:rPr b="0" lang="en-US" sz="2000" spc="-1" strike="noStrike">
                <a:solidFill>
                  <a:schemeClr val="accent6">
                    <a:lumMod val="75000"/>
                  </a:schemeClr>
                </a:solidFill>
                <a:latin typeface="Century Gothic"/>
              </a:rPr>
              <a:t>Stone, sand, cement and then the water</a:t>
            </a:r>
            <a:endParaRPr b="0" lang="en-US" sz="20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Hopper is uniformly loaded</a:t>
            </a:r>
            <a:endParaRPr b="0" lang="en-US" sz="24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Keep some water back and add later if needed</a:t>
            </a:r>
            <a:endParaRPr b="0" lang="en-US" sz="24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Discharge mix in one operation</a:t>
            </a:r>
            <a:endParaRPr b="0" lang="en-US" sz="24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Normal mixing time is two minutes after all materials, including water has been added</a:t>
            </a:r>
            <a:endParaRPr b="0" lang="en-US" sz="24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Clean mixer thoroughly at the end of day</a:t>
            </a:r>
            <a:endParaRPr b="0" lang="en-US" sz="2400" spc="-1" strike="noStrike">
              <a:solidFill>
                <a:schemeClr val="dk1">
                  <a:lumMod val="75000"/>
                  <a:lumOff val="25000"/>
                </a:schemeClr>
              </a:solidFill>
              <a:latin typeface="Century Gothic"/>
            </a:endParaRPr>
          </a:p>
          <a:p>
            <a:pPr indent="0" algn="r" defTabSz="914400">
              <a:lnSpc>
                <a:spcPct val="100000"/>
              </a:lnSpc>
              <a:buNone/>
            </a:pPr>
            <a:endParaRPr b="0" lang="en-US" sz="900" spc="-1" strike="noStrike">
              <a:solidFill>
                <a:schemeClr val="dk1">
                  <a:lumMod val="75000"/>
                  <a:lumOff val="25000"/>
                </a:schemeClr>
              </a:solidFill>
              <a:latin typeface="Century Gothic"/>
            </a:endParaRPr>
          </a:p>
          <a:p>
            <a:pPr indent="0" algn="r" defTabSz="914400">
              <a:lnSpc>
                <a:spcPct val="100000"/>
              </a:lnSpc>
              <a:buNone/>
            </a:pPr>
            <a:endParaRPr b="0" lang="en-US" sz="900" spc="-1" strike="noStrike">
              <a:solidFill>
                <a:schemeClr val="dk1">
                  <a:lumMod val="75000"/>
                  <a:lumOff val="25000"/>
                </a:schemeClr>
              </a:solidFill>
              <a:latin typeface="Century Gothic"/>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7" name="PlaceHolder 1"/>
          <p:cNvSpPr>
            <a:spLocks noGrp="1"/>
          </p:cNvSpPr>
          <p:nvPr>
            <p:ph type="title"/>
          </p:nvPr>
        </p:nvSpPr>
        <p:spPr>
          <a:xfrm>
            <a:off x="2351160" y="189000"/>
            <a:ext cx="7772040" cy="883800"/>
          </a:xfrm>
          <a:prstGeom prst="rect">
            <a:avLst/>
          </a:prstGeom>
          <a:noFill/>
          <a:ln w="0">
            <a:noFill/>
          </a:ln>
        </p:spPr>
        <p:txBody>
          <a:bodyPr lIns="90360" rIns="90360" tIns="44280" bIns="44280" anchor="t">
            <a:normAutofit/>
          </a:bodyPr>
          <a:p>
            <a:pPr indent="0" defTabSz="457200">
              <a:lnSpc>
                <a:spcPct val="100000"/>
              </a:lnSpc>
              <a:buNone/>
            </a:pPr>
            <a:r>
              <a:rPr b="1" lang="en-US" sz="4000" spc="-1" strike="noStrike">
                <a:solidFill>
                  <a:srgbClr val="d95900"/>
                </a:solidFill>
                <a:latin typeface="Arial"/>
              </a:rPr>
              <a:t>Types of Ready-Mix Trucks</a:t>
            </a:r>
            <a:endParaRPr b="0" lang="en-US" sz="4000" spc="-1" strike="noStrike">
              <a:solidFill>
                <a:schemeClr val="dk1"/>
              </a:solidFill>
              <a:latin typeface="Century Gothic"/>
            </a:endParaRPr>
          </a:p>
        </p:txBody>
      </p:sp>
      <p:sp>
        <p:nvSpPr>
          <p:cNvPr id="758" name="PlaceHolder 2"/>
          <p:cNvSpPr>
            <a:spLocks noGrp="1"/>
          </p:cNvSpPr>
          <p:nvPr>
            <p:ph/>
          </p:nvPr>
        </p:nvSpPr>
        <p:spPr>
          <a:xfrm>
            <a:off x="2895480" y="1125360"/>
            <a:ext cx="7448400" cy="4966920"/>
          </a:xfrm>
          <a:prstGeom prst="rect">
            <a:avLst/>
          </a:prstGeom>
          <a:noFill/>
          <a:ln w="0">
            <a:noFill/>
          </a:ln>
        </p:spPr>
        <p:txBody>
          <a:bodyPr lIns="90360" rIns="90360" tIns="44280" bIns="44280" anchor="t">
            <a:normAutofit/>
          </a:bodyPr>
          <a:p>
            <a:pPr marL="343080" indent="-343080" defTabSz="457200">
              <a:lnSpc>
                <a:spcPct val="100000"/>
              </a:lnSpc>
              <a:spcBef>
                <a:spcPts val="1001"/>
              </a:spcBef>
              <a:buClr>
                <a:srgbClr val="a53010"/>
              </a:buClr>
              <a:buFont typeface="Arial"/>
              <a:buChar char="•"/>
            </a:pPr>
            <a:r>
              <a:rPr b="0" lang="en-US" sz="2800" spc="-1" strike="noStrike">
                <a:solidFill>
                  <a:schemeClr val="dk1">
                    <a:lumMod val="75000"/>
                    <a:lumOff val="25000"/>
                  </a:schemeClr>
                </a:solidFill>
                <a:latin typeface="Century Gothic"/>
              </a:rPr>
              <a:t>Truck mixers</a:t>
            </a:r>
            <a:endParaRPr b="0" lang="en-US" sz="28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Arial"/>
              <a:buChar char="•"/>
            </a:pPr>
            <a:r>
              <a:rPr b="0" lang="en-US" sz="2400" spc="-1" strike="noStrike">
                <a:solidFill>
                  <a:schemeClr val="accent6">
                    <a:lumMod val="75000"/>
                  </a:schemeClr>
                </a:solidFill>
                <a:latin typeface="Century Gothic"/>
              </a:rPr>
              <a:t>Dry materials batched into them at depot, water added usually on site and mixed</a:t>
            </a:r>
            <a:endParaRPr b="0" lang="en-US" sz="2400" spc="-1" strike="noStrike">
              <a:solidFill>
                <a:schemeClr val="dk1">
                  <a:lumMod val="75000"/>
                  <a:lumOff val="25000"/>
                </a:schemeClr>
              </a:solidFill>
              <a:latin typeface="Century Gothic"/>
            </a:endParaRPr>
          </a:p>
          <a:p>
            <a:pPr marL="343080" indent="-343080" defTabSz="457200">
              <a:lnSpc>
                <a:spcPct val="100000"/>
              </a:lnSpc>
              <a:spcBef>
                <a:spcPts val="1001"/>
              </a:spcBef>
              <a:buClr>
                <a:srgbClr val="a53010"/>
              </a:buClr>
              <a:buFont typeface="Arial"/>
              <a:buChar char="•"/>
            </a:pPr>
            <a:r>
              <a:rPr b="0" lang="en-US" sz="2800" spc="-1" strike="noStrike">
                <a:solidFill>
                  <a:schemeClr val="dk1">
                    <a:lumMod val="75000"/>
                    <a:lumOff val="25000"/>
                  </a:schemeClr>
                </a:solidFill>
                <a:latin typeface="Century Gothic"/>
              </a:rPr>
              <a:t>Agitator trucks</a:t>
            </a:r>
            <a:endParaRPr b="0" lang="en-US" sz="28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Arial"/>
              <a:buChar char="•"/>
            </a:pPr>
            <a:r>
              <a:rPr b="0" lang="en-US" sz="2400" spc="-1" strike="noStrike">
                <a:solidFill>
                  <a:schemeClr val="accent6">
                    <a:lumMod val="75000"/>
                  </a:schemeClr>
                </a:solidFill>
                <a:latin typeface="Century Gothic"/>
              </a:rPr>
              <a:t>Loaded with pre-mixed concrete, which is agitated during transit.</a:t>
            </a:r>
            <a:endParaRPr b="0" lang="en-US" sz="24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Arial"/>
              <a:buChar char="•"/>
            </a:pPr>
            <a:r>
              <a:rPr b="0" lang="en-US" sz="2400" spc="-1" strike="noStrike">
                <a:solidFill>
                  <a:schemeClr val="accent6">
                    <a:lumMod val="75000"/>
                  </a:schemeClr>
                </a:solidFill>
                <a:latin typeface="Century Gothic"/>
              </a:rPr>
              <a:t>Not efficient mixers</a:t>
            </a:r>
            <a:endParaRPr b="0" lang="en-US" sz="2400" spc="-1" strike="noStrike">
              <a:solidFill>
                <a:schemeClr val="dk1">
                  <a:lumMod val="75000"/>
                  <a:lumOff val="25000"/>
                </a:schemeClr>
              </a:solidFill>
              <a:latin typeface="Century Gothic"/>
            </a:endParaRPr>
          </a:p>
          <a:p>
            <a:pPr marL="343080" indent="-343080" defTabSz="457200">
              <a:lnSpc>
                <a:spcPct val="100000"/>
              </a:lnSpc>
              <a:spcBef>
                <a:spcPts val="1001"/>
              </a:spcBef>
              <a:buClr>
                <a:srgbClr val="a53010"/>
              </a:buClr>
              <a:buFont typeface="Arial"/>
              <a:buChar char="•"/>
            </a:pPr>
            <a:r>
              <a:rPr b="0" lang="en-US" sz="2800" spc="-1" strike="noStrike">
                <a:solidFill>
                  <a:schemeClr val="dk1">
                    <a:lumMod val="75000"/>
                    <a:lumOff val="25000"/>
                  </a:schemeClr>
                </a:solidFill>
                <a:latin typeface="Century Gothic"/>
              </a:rPr>
              <a:t>Agitator/mixer truck</a:t>
            </a:r>
            <a:endParaRPr b="0" lang="en-US" sz="28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Arial"/>
              <a:buChar char="•"/>
            </a:pPr>
            <a:r>
              <a:rPr b="0" lang="en-US" sz="2400" spc="-1" strike="noStrike">
                <a:solidFill>
                  <a:schemeClr val="accent6">
                    <a:lumMod val="75000"/>
                  </a:schemeClr>
                </a:solidFill>
                <a:latin typeface="Century Gothic"/>
              </a:rPr>
              <a:t>Filled with pre-mixed concrete and this is efficiently re-mixed prior to placing.</a:t>
            </a:r>
            <a:endParaRPr b="0" lang="en-US" sz="2400" spc="-1" strike="noStrike">
              <a:solidFill>
                <a:schemeClr val="dk1">
                  <a:lumMod val="75000"/>
                  <a:lumOff val="25000"/>
                </a:schemeClr>
              </a:solidFill>
              <a:latin typeface="Century Gothic"/>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9" name="PlaceHolder 1"/>
          <p:cNvSpPr>
            <a:spLocks noGrp="1"/>
          </p:cNvSpPr>
          <p:nvPr>
            <p:ph type="title"/>
          </p:nvPr>
        </p:nvSpPr>
        <p:spPr>
          <a:xfrm>
            <a:off x="2351160" y="189000"/>
            <a:ext cx="7772040" cy="883800"/>
          </a:xfrm>
          <a:prstGeom prst="rect">
            <a:avLst/>
          </a:prstGeom>
          <a:noFill/>
          <a:ln w="0">
            <a:noFill/>
          </a:ln>
        </p:spPr>
        <p:txBody>
          <a:bodyPr lIns="90360" rIns="90360" tIns="44280" bIns="44280" anchor="t">
            <a:normAutofit/>
          </a:bodyPr>
          <a:p>
            <a:pPr indent="0" defTabSz="457200">
              <a:lnSpc>
                <a:spcPct val="100000"/>
              </a:lnSpc>
              <a:buNone/>
            </a:pPr>
            <a:r>
              <a:rPr b="1" lang="en-US" sz="4000" spc="-1" strike="noStrike">
                <a:solidFill>
                  <a:srgbClr val="d95900"/>
                </a:solidFill>
                <a:latin typeface="Arial"/>
              </a:rPr>
              <a:t>Types of Mixer</a:t>
            </a:r>
            <a:endParaRPr b="0" lang="en-US" sz="4000" spc="-1" strike="noStrike">
              <a:solidFill>
                <a:schemeClr val="dk1"/>
              </a:solidFill>
              <a:latin typeface="Century Gothic"/>
            </a:endParaRPr>
          </a:p>
        </p:txBody>
      </p:sp>
      <p:sp>
        <p:nvSpPr>
          <p:cNvPr id="760" name="PlaceHolder 2"/>
          <p:cNvSpPr>
            <a:spLocks noGrp="1"/>
          </p:cNvSpPr>
          <p:nvPr>
            <p:ph/>
          </p:nvPr>
        </p:nvSpPr>
        <p:spPr>
          <a:xfrm>
            <a:off x="2895480" y="1125360"/>
            <a:ext cx="5505120" cy="4966920"/>
          </a:xfrm>
          <a:prstGeom prst="rect">
            <a:avLst/>
          </a:prstGeom>
          <a:noFill/>
          <a:ln w="0">
            <a:noFill/>
          </a:ln>
        </p:spPr>
        <p:txBody>
          <a:bodyPr lIns="90360" rIns="90360" tIns="44280" bIns="44280" anchor="t">
            <a:normAutofit/>
          </a:bodyPr>
          <a:p>
            <a:pPr marL="343080" indent="-343080" defTabSz="457200">
              <a:lnSpc>
                <a:spcPct val="100000"/>
              </a:lnSpc>
              <a:spcBef>
                <a:spcPts val="1001"/>
              </a:spcBef>
              <a:buClr>
                <a:srgbClr val="a53010"/>
              </a:buClr>
              <a:buFont typeface="Arial"/>
              <a:buChar char="•"/>
            </a:pPr>
            <a:r>
              <a:rPr b="0" lang="en-US" sz="2800" spc="-1" strike="noStrike">
                <a:solidFill>
                  <a:schemeClr val="dk1">
                    <a:lumMod val="75000"/>
                    <a:lumOff val="25000"/>
                  </a:schemeClr>
                </a:solidFill>
                <a:latin typeface="Century Gothic"/>
              </a:rPr>
              <a:t>Free-fall mixers:</a:t>
            </a:r>
            <a:endParaRPr b="0" lang="en-US" sz="28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Arial"/>
              <a:buChar char="•"/>
            </a:pPr>
            <a:r>
              <a:rPr b="0" lang="en-US" sz="2400" spc="-1" strike="noStrike">
                <a:solidFill>
                  <a:schemeClr val="accent6">
                    <a:lumMod val="75000"/>
                  </a:schemeClr>
                </a:solidFill>
                <a:latin typeface="Century Gothic"/>
              </a:rPr>
              <a:t>Tilting-drum</a:t>
            </a:r>
            <a:endParaRPr b="0" lang="en-US" sz="24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Arial"/>
              <a:buChar char="•"/>
            </a:pPr>
            <a:r>
              <a:rPr b="0" lang="en-US" sz="2400" spc="-1" strike="noStrike">
                <a:solidFill>
                  <a:schemeClr val="accent6">
                    <a:lumMod val="75000"/>
                  </a:schemeClr>
                </a:solidFill>
                <a:latin typeface="Century Gothic"/>
              </a:rPr>
              <a:t>Reversing-drum</a:t>
            </a:r>
            <a:endParaRPr b="0" lang="en-US" sz="24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Arial"/>
              <a:buChar char="•"/>
            </a:pPr>
            <a:r>
              <a:rPr b="0" lang="en-ZA" sz="2400" spc="-1" strike="noStrike">
                <a:solidFill>
                  <a:schemeClr val="accent6">
                    <a:lumMod val="75000"/>
                  </a:schemeClr>
                </a:solidFill>
                <a:latin typeface="Century Gothic"/>
              </a:rPr>
              <a:t>Split-drum mixer</a:t>
            </a:r>
            <a:endParaRPr b="0" lang="en-US" sz="2400" spc="-1" strike="noStrike">
              <a:solidFill>
                <a:schemeClr val="dk1">
                  <a:lumMod val="75000"/>
                  <a:lumOff val="25000"/>
                </a:schemeClr>
              </a:solidFill>
              <a:latin typeface="Century Gothic"/>
            </a:endParaRPr>
          </a:p>
          <a:p>
            <a:pPr marL="343080" indent="-343080" defTabSz="457200">
              <a:lnSpc>
                <a:spcPct val="100000"/>
              </a:lnSpc>
              <a:spcBef>
                <a:spcPts val="1001"/>
              </a:spcBef>
              <a:buClr>
                <a:srgbClr val="a53010"/>
              </a:buClr>
              <a:buFont typeface="Arial"/>
              <a:buChar char="•"/>
            </a:pPr>
            <a:r>
              <a:rPr b="0" lang="en-US" sz="2800" spc="-1" strike="noStrike">
                <a:solidFill>
                  <a:schemeClr val="dk1">
                    <a:lumMod val="75000"/>
                    <a:lumOff val="25000"/>
                  </a:schemeClr>
                </a:solidFill>
                <a:latin typeface="Century Gothic"/>
              </a:rPr>
              <a:t>Forced-action mixers</a:t>
            </a:r>
            <a:endParaRPr b="0" lang="en-US" sz="28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Arial"/>
              <a:buChar char="•"/>
            </a:pPr>
            <a:r>
              <a:rPr b="0" lang="en-US" sz="2400" spc="-1" strike="noStrike">
                <a:solidFill>
                  <a:schemeClr val="accent6">
                    <a:lumMod val="75000"/>
                  </a:schemeClr>
                </a:solidFill>
                <a:latin typeface="Century Gothic"/>
              </a:rPr>
              <a:t>Pan</a:t>
            </a:r>
            <a:endParaRPr b="0" lang="en-US" sz="2400" spc="-1" strike="noStrike">
              <a:solidFill>
                <a:schemeClr val="dk1">
                  <a:lumMod val="75000"/>
                  <a:lumOff val="25000"/>
                </a:schemeClr>
              </a:solidFill>
              <a:latin typeface="Century Gothic"/>
            </a:endParaRPr>
          </a:p>
          <a:p>
            <a:pPr lvl="1" marL="743040" indent="-285840" defTabSz="457200">
              <a:lnSpc>
                <a:spcPct val="100000"/>
              </a:lnSpc>
              <a:spcBef>
                <a:spcPts val="1001"/>
              </a:spcBef>
              <a:buClr>
                <a:srgbClr val="a53010"/>
              </a:buClr>
              <a:buFont typeface="Arial"/>
              <a:buChar char="•"/>
            </a:pPr>
            <a:r>
              <a:rPr b="0" lang="en-US" sz="2400" spc="-1" strike="noStrike">
                <a:solidFill>
                  <a:schemeClr val="accent6">
                    <a:lumMod val="75000"/>
                  </a:schemeClr>
                </a:solidFill>
                <a:latin typeface="Century Gothic"/>
              </a:rPr>
              <a:t>Paddle</a:t>
            </a:r>
            <a:endParaRPr b="0" lang="en-US" sz="2400" spc="-1" strike="noStrike">
              <a:solidFill>
                <a:schemeClr val="dk1">
                  <a:lumMod val="75000"/>
                  <a:lumOff val="25000"/>
                </a:schemeClr>
              </a:solidFill>
              <a:latin typeface="Century Gothic"/>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1" name="PlaceHolder 1"/>
          <p:cNvSpPr>
            <a:spLocks noGrp="1"/>
          </p:cNvSpPr>
          <p:nvPr>
            <p:ph type="title"/>
          </p:nvPr>
        </p:nvSpPr>
        <p:spPr>
          <a:xfrm>
            <a:off x="1848600" y="-7200"/>
            <a:ext cx="8911440" cy="1280520"/>
          </a:xfrm>
          <a:prstGeom prst="rect">
            <a:avLst/>
          </a:prstGeom>
          <a:noFill/>
          <a:ln w="0">
            <a:noFill/>
          </a:ln>
        </p:spPr>
        <p:txBody>
          <a:bodyPr lIns="91440" rIns="91440" tIns="45720" bIns="45720" anchor="t">
            <a:noAutofit/>
          </a:bodyPr>
          <a:p>
            <a:pPr indent="0" algn="ctr" defTabSz="457200">
              <a:lnSpc>
                <a:spcPct val="100000"/>
              </a:lnSpc>
              <a:buNone/>
            </a:pPr>
            <a:r>
              <a:rPr b="1" lang="en-US" sz="4000" spc="-1" strike="noStrike">
                <a:solidFill>
                  <a:schemeClr val="dk1">
                    <a:lumMod val="85000"/>
                    <a:lumOff val="15000"/>
                  </a:schemeClr>
                </a:solidFill>
                <a:latin typeface="Century Gothic"/>
              </a:rPr>
              <a:t>Tilting Drum</a:t>
            </a:r>
            <a:endParaRPr b="0" lang="en-US" sz="4000" spc="-1" strike="noStrike">
              <a:solidFill>
                <a:schemeClr val="dk1"/>
              </a:solidFill>
              <a:latin typeface="Century Gothic"/>
            </a:endParaRPr>
          </a:p>
        </p:txBody>
      </p:sp>
      <p:pic>
        <p:nvPicPr>
          <p:cNvPr id="762" name="Picture 3" descr="js00001"/>
          <p:cNvPicPr/>
          <p:nvPr/>
        </p:nvPicPr>
        <p:blipFill>
          <a:blip r:embed="rId1"/>
          <a:stretch/>
        </p:blipFill>
        <p:spPr>
          <a:xfrm>
            <a:off x="8267040" y="1397880"/>
            <a:ext cx="2795040" cy="2606760"/>
          </a:xfrm>
          <a:prstGeom prst="rect">
            <a:avLst/>
          </a:prstGeom>
          <a:ln w="9525">
            <a:noFill/>
          </a:ln>
        </p:spPr>
      </p:pic>
      <p:sp>
        <p:nvSpPr>
          <p:cNvPr id="763" name="Rectangle 3"/>
          <p:cNvSpPr/>
          <p:nvPr/>
        </p:nvSpPr>
        <p:spPr>
          <a:xfrm>
            <a:off x="1991520" y="1198080"/>
            <a:ext cx="5505120" cy="4966920"/>
          </a:xfrm>
          <a:prstGeom prst="rect">
            <a:avLst/>
          </a:prstGeom>
          <a:noFill/>
          <a:ln w="0">
            <a:noFill/>
          </a:ln>
        </p:spPr>
        <p:style>
          <a:lnRef idx="0"/>
          <a:fillRef idx="0"/>
          <a:effectRef idx="0"/>
          <a:fontRef idx="minor"/>
        </p:style>
        <p:txBody>
          <a:bodyPr lIns="90360" rIns="90360" tIns="44280" bIns="44280" anchor="t">
            <a:noAutofit/>
          </a:bodyPr>
          <a:p>
            <a:pPr marL="285840" indent="-285840" defTabSz="914400">
              <a:lnSpc>
                <a:spcPct val="100000"/>
              </a:lnSpc>
              <a:spcBef>
                <a:spcPts val="561"/>
              </a:spcBef>
              <a:buClr>
                <a:srgbClr val="000000"/>
              </a:buClr>
              <a:buFont typeface="Arial"/>
              <a:buChar char="•"/>
            </a:pPr>
            <a:r>
              <a:rPr b="0" lang="en-US" sz="2800" spc="-1" strike="noStrike">
                <a:solidFill>
                  <a:schemeClr val="dk1"/>
                </a:solidFill>
                <a:latin typeface="Century Gothic"/>
              </a:rPr>
              <a:t>Either small (100-200 liters) or large (3 or 4 m³) for, respectively, medium strength and mass concrete with large aggregate</a:t>
            </a:r>
            <a:endParaRPr b="0" lang="en-US" sz="2800" spc="-1" strike="noStrike">
              <a:solidFill>
                <a:srgbClr val="000000"/>
              </a:solidFill>
              <a:latin typeface="Arial"/>
            </a:endParaRPr>
          </a:p>
          <a:p>
            <a:pPr marL="285840" indent="-285840" defTabSz="914400">
              <a:lnSpc>
                <a:spcPct val="100000"/>
              </a:lnSpc>
              <a:spcBef>
                <a:spcPts val="561"/>
              </a:spcBef>
              <a:buClr>
                <a:srgbClr val="000000"/>
              </a:buClr>
              <a:buFont typeface="Arial"/>
              <a:buChar char="•"/>
            </a:pPr>
            <a:r>
              <a:rPr b="0" lang="en-US" sz="2800" spc="-1" strike="noStrike">
                <a:solidFill>
                  <a:schemeClr val="dk1"/>
                </a:solidFill>
                <a:latin typeface="Century Gothic"/>
              </a:rPr>
              <a:t>Drum is tilted to discharge</a:t>
            </a:r>
            <a:endParaRPr b="0" lang="en-US" sz="2800" spc="-1" strike="noStrike">
              <a:solidFill>
                <a:srgbClr val="000000"/>
              </a:solidFill>
              <a:latin typeface="Arial"/>
            </a:endParaRPr>
          </a:p>
          <a:p>
            <a:pPr marL="285840" indent="-285840" defTabSz="914400">
              <a:lnSpc>
                <a:spcPct val="100000"/>
              </a:lnSpc>
              <a:spcBef>
                <a:spcPts val="561"/>
              </a:spcBef>
              <a:buClr>
                <a:srgbClr val="000000"/>
              </a:buClr>
              <a:buFont typeface="Arial"/>
              <a:buChar char="•"/>
            </a:pPr>
            <a:r>
              <a:rPr b="0" lang="en-US" sz="2800" spc="-1" strike="noStrike">
                <a:solidFill>
                  <a:schemeClr val="dk1"/>
                </a:solidFill>
                <a:latin typeface="Century Gothic"/>
              </a:rPr>
              <a:t>Blades lift materials to top of drum and allow them to fall</a:t>
            </a:r>
            <a:endParaRPr b="0" lang="en-US" sz="2800" spc="-1" strike="noStrike">
              <a:solidFill>
                <a:srgbClr val="000000"/>
              </a:solidFill>
              <a:latin typeface="Arial"/>
            </a:endParaRPr>
          </a:p>
          <a:p>
            <a:pPr marL="285840" indent="-285840" defTabSz="914400">
              <a:lnSpc>
                <a:spcPct val="100000"/>
              </a:lnSpc>
              <a:spcBef>
                <a:spcPts val="561"/>
              </a:spcBef>
              <a:buClr>
                <a:srgbClr val="000000"/>
              </a:buClr>
              <a:buFont typeface="Arial"/>
              <a:buChar char="•"/>
            </a:pPr>
            <a:r>
              <a:rPr b="0" lang="en-US" sz="2800" spc="-1" strike="noStrike">
                <a:solidFill>
                  <a:schemeClr val="dk1"/>
                </a:solidFill>
                <a:latin typeface="Century Gothic"/>
              </a:rPr>
              <a:t>To avoid clogging, water in first</a:t>
            </a:r>
            <a:endParaRPr b="0" lang="en-US" sz="2800" spc="-1" strike="noStrike">
              <a:solidFill>
                <a:srgbClr val="000000"/>
              </a:solidFill>
              <a:latin typeface="Arial"/>
            </a:endParaRPr>
          </a:p>
          <a:p>
            <a:pPr defTabSz="914400">
              <a:lnSpc>
                <a:spcPct val="100000"/>
              </a:lnSpc>
              <a:spcBef>
                <a:spcPts val="561"/>
              </a:spcBef>
            </a:pPr>
            <a:endParaRPr b="0" lang="en-US" sz="2800" spc="-1" strike="noStrike">
              <a:solidFill>
                <a:srgbClr val="000000"/>
              </a:solidFill>
              <a:latin typeface="Arial"/>
            </a:endParaRPr>
          </a:p>
        </p:txBody>
      </p:sp>
      <p:pic>
        <p:nvPicPr>
          <p:cNvPr id="764" name="Picture 5" descr=""/>
          <p:cNvPicPr/>
          <p:nvPr/>
        </p:nvPicPr>
        <p:blipFill>
          <a:blip r:embed="rId2"/>
          <a:stretch/>
        </p:blipFill>
        <p:spPr>
          <a:xfrm>
            <a:off x="7825320" y="4128840"/>
            <a:ext cx="3678840" cy="2636640"/>
          </a:xfrm>
          <a:prstGeom prst="rect">
            <a:avLst/>
          </a:prstGeom>
          <a:ln w="0">
            <a:noFill/>
          </a:ln>
        </p:spPr>
      </p:pic>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5" name="PlaceHolder 1"/>
          <p:cNvSpPr>
            <a:spLocks noGrp="1"/>
          </p:cNvSpPr>
          <p:nvPr>
            <p:ph type="title"/>
          </p:nvPr>
        </p:nvSpPr>
        <p:spPr>
          <a:xfrm>
            <a:off x="1642680" y="0"/>
            <a:ext cx="8911080" cy="1325520"/>
          </a:xfrm>
          <a:prstGeom prst="rect">
            <a:avLst/>
          </a:prstGeom>
          <a:noFill/>
          <a:ln w="0">
            <a:noFill/>
          </a:ln>
        </p:spPr>
        <p:txBody>
          <a:bodyPr lIns="91440" rIns="91440" tIns="45720" bIns="45720" anchor="t">
            <a:noAutofit/>
          </a:bodyPr>
          <a:p>
            <a:pPr indent="0" algn="ctr" defTabSz="457200">
              <a:lnSpc>
                <a:spcPct val="100000"/>
              </a:lnSpc>
              <a:buNone/>
            </a:pPr>
            <a:r>
              <a:rPr b="1" lang="en-US" sz="4000" spc="-1" strike="noStrike">
                <a:solidFill>
                  <a:schemeClr val="dk1">
                    <a:lumMod val="85000"/>
                    <a:lumOff val="15000"/>
                  </a:schemeClr>
                </a:solidFill>
                <a:latin typeface="Century Gothic"/>
              </a:rPr>
              <a:t>Reversing Drum Mixer</a:t>
            </a:r>
            <a:endParaRPr b="0" lang="en-US" sz="4000" spc="-1" strike="noStrike">
              <a:solidFill>
                <a:schemeClr val="dk1"/>
              </a:solidFill>
              <a:latin typeface="Century Gothic"/>
            </a:endParaRPr>
          </a:p>
        </p:txBody>
      </p:sp>
      <p:pic>
        <p:nvPicPr>
          <p:cNvPr id="766" name="Picture 1027" descr="js00002"/>
          <p:cNvPicPr/>
          <p:nvPr/>
        </p:nvPicPr>
        <p:blipFill>
          <a:blip r:embed="rId1"/>
          <a:stretch/>
        </p:blipFill>
        <p:spPr>
          <a:xfrm>
            <a:off x="7464240" y="1268640"/>
            <a:ext cx="3033720" cy="3182040"/>
          </a:xfrm>
          <a:prstGeom prst="rect">
            <a:avLst/>
          </a:prstGeom>
          <a:ln w="0">
            <a:noFill/>
          </a:ln>
        </p:spPr>
      </p:pic>
      <p:sp>
        <p:nvSpPr>
          <p:cNvPr id="767" name="Rectangle 3"/>
          <p:cNvSpPr/>
          <p:nvPr/>
        </p:nvSpPr>
        <p:spPr>
          <a:xfrm>
            <a:off x="687240" y="1515960"/>
            <a:ext cx="6560280" cy="4966920"/>
          </a:xfrm>
          <a:prstGeom prst="rect">
            <a:avLst/>
          </a:prstGeom>
          <a:noFill/>
          <a:ln w="0">
            <a:noFill/>
          </a:ln>
        </p:spPr>
        <p:style>
          <a:lnRef idx="0"/>
          <a:fillRef idx="0"/>
          <a:effectRef idx="0"/>
          <a:fontRef idx="minor"/>
        </p:style>
        <p:txBody>
          <a:bodyPr lIns="90360" rIns="90360" tIns="44280" bIns="44280" anchor="t">
            <a:noAutofit/>
          </a:bodyPr>
          <a:p>
            <a:pPr marL="285840" indent="-285840" defTabSz="914400">
              <a:lnSpc>
                <a:spcPct val="100000"/>
              </a:lnSpc>
              <a:spcBef>
                <a:spcPts val="561"/>
              </a:spcBef>
              <a:buClr>
                <a:srgbClr val="000000"/>
              </a:buClr>
              <a:buFont typeface="Arial"/>
              <a:buChar char="•"/>
            </a:pPr>
            <a:r>
              <a:rPr b="0" lang="en-US" sz="2800" spc="-1" strike="noStrike">
                <a:solidFill>
                  <a:schemeClr val="dk1"/>
                </a:solidFill>
                <a:latin typeface="Century Gothic"/>
              </a:rPr>
              <a:t>Two openings (back and front)</a:t>
            </a:r>
            <a:endParaRPr b="0" lang="en-US" sz="2800" spc="-1" strike="noStrike">
              <a:solidFill>
                <a:srgbClr val="000000"/>
              </a:solidFill>
              <a:latin typeface="Arial"/>
            </a:endParaRPr>
          </a:p>
          <a:p>
            <a:pPr marL="285840" indent="-285840" defTabSz="914400">
              <a:lnSpc>
                <a:spcPct val="100000"/>
              </a:lnSpc>
              <a:spcBef>
                <a:spcPts val="561"/>
              </a:spcBef>
              <a:buClr>
                <a:srgbClr val="000000"/>
              </a:buClr>
              <a:buFont typeface="Arial"/>
              <a:buChar char="•"/>
            </a:pPr>
            <a:r>
              <a:rPr b="0" lang="en-US" sz="2800" spc="-1" strike="noStrike">
                <a:solidFill>
                  <a:schemeClr val="dk1"/>
                </a:solidFill>
                <a:latin typeface="Century Gothic"/>
              </a:rPr>
              <a:t>Two sets of blades</a:t>
            </a:r>
            <a:endParaRPr b="0" lang="en-US" sz="2800" spc="-1" strike="noStrike">
              <a:solidFill>
                <a:srgbClr val="000000"/>
              </a:solidFill>
              <a:latin typeface="Arial"/>
            </a:endParaRPr>
          </a:p>
          <a:p>
            <a:pPr marL="285840" indent="-285840" defTabSz="914400">
              <a:lnSpc>
                <a:spcPct val="100000"/>
              </a:lnSpc>
              <a:spcBef>
                <a:spcPts val="561"/>
              </a:spcBef>
              <a:buClr>
                <a:srgbClr val="000000"/>
              </a:buClr>
              <a:buFont typeface="Arial"/>
              <a:buChar char="•"/>
            </a:pPr>
            <a:r>
              <a:rPr b="0" lang="en-US" sz="2800" spc="-1" strike="noStrike">
                <a:solidFill>
                  <a:schemeClr val="dk1"/>
                </a:solidFill>
                <a:latin typeface="Century Gothic"/>
              </a:rPr>
              <a:t>One set of blades mixes and other set discharges on opposite side to loading, when rotation is reversed</a:t>
            </a:r>
            <a:endParaRPr b="0" lang="en-US" sz="2800" spc="-1" strike="noStrike">
              <a:solidFill>
                <a:srgbClr val="000000"/>
              </a:solidFill>
              <a:latin typeface="Arial"/>
            </a:endParaRPr>
          </a:p>
          <a:p>
            <a:pPr marL="285840" indent="-285840" defTabSz="914400">
              <a:lnSpc>
                <a:spcPct val="100000"/>
              </a:lnSpc>
              <a:spcBef>
                <a:spcPts val="561"/>
              </a:spcBef>
              <a:buClr>
                <a:srgbClr val="000000"/>
              </a:buClr>
              <a:buFont typeface="Arial"/>
              <a:buChar char="•"/>
            </a:pPr>
            <a:r>
              <a:rPr b="0" lang="en-US" sz="2800" spc="-1" strike="noStrike">
                <a:solidFill>
                  <a:schemeClr val="dk1"/>
                </a:solidFill>
                <a:latin typeface="Century Gothic"/>
              </a:rPr>
              <a:t>Good all-round mixers</a:t>
            </a:r>
            <a:endParaRPr b="0" lang="en-US" sz="2800" spc="-1" strike="noStrike">
              <a:solidFill>
                <a:srgbClr val="000000"/>
              </a:solidFill>
              <a:latin typeface="Arial"/>
            </a:endParaRPr>
          </a:p>
          <a:p>
            <a:pPr marL="285840" indent="-285840" defTabSz="914400">
              <a:lnSpc>
                <a:spcPct val="100000"/>
              </a:lnSpc>
              <a:spcBef>
                <a:spcPts val="561"/>
              </a:spcBef>
              <a:buClr>
                <a:srgbClr val="000000"/>
              </a:buClr>
              <a:buFont typeface="Arial"/>
              <a:buChar char="•"/>
            </a:pPr>
            <a:r>
              <a:rPr b="0" lang="en-US" sz="2800" spc="-1" strike="noStrike">
                <a:solidFill>
                  <a:schemeClr val="dk1"/>
                </a:solidFill>
                <a:latin typeface="Century Gothic"/>
              </a:rPr>
              <a:t>Coping with most mixes except lean and sticky mixes</a:t>
            </a:r>
            <a:endParaRPr b="0" lang="en-US" sz="2800" spc="-1" strike="noStrike">
              <a:solidFill>
                <a:srgbClr val="000000"/>
              </a:solidFill>
              <a:latin typeface="Arial"/>
            </a:endParaRPr>
          </a:p>
          <a:p>
            <a:pPr marL="285840" indent="-285840" defTabSz="914400">
              <a:lnSpc>
                <a:spcPct val="100000"/>
              </a:lnSpc>
              <a:spcBef>
                <a:spcPts val="561"/>
              </a:spcBef>
              <a:buClr>
                <a:srgbClr val="000000"/>
              </a:buClr>
              <a:buFont typeface="Arial"/>
              <a:buChar char="•"/>
            </a:pPr>
            <a:r>
              <a:rPr b="0" lang="en-US" sz="2800" spc="-1" strike="noStrike">
                <a:solidFill>
                  <a:schemeClr val="dk1"/>
                </a:solidFill>
                <a:latin typeface="Century Gothic"/>
              </a:rPr>
              <a:t>Output capacity range is</a:t>
            </a:r>
            <a:endParaRPr b="0" lang="en-US" sz="2800" spc="-1" strike="noStrike">
              <a:solidFill>
                <a:srgbClr val="000000"/>
              </a:solidFill>
              <a:latin typeface="Arial"/>
            </a:endParaRPr>
          </a:p>
          <a:p>
            <a:pPr marL="355680" defTabSz="914400">
              <a:lnSpc>
                <a:spcPct val="100000"/>
              </a:lnSpc>
              <a:spcBef>
                <a:spcPts val="879"/>
              </a:spcBef>
            </a:pPr>
            <a:r>
              <a:rPr b="0" lang="en-US" sz="2800" spc="-1" strike="noStrike">
                <a:solidFill>
                  <a:schemeClr val="dk1"/>
                </a:solidFill>
                <a:latin typeface="Century Gothic"/>
              </a:rPr>
              <a:t> </a:t>
            </a:r>
            <a:r>
              <a:rPr b="0" lang="en-US" sz="2800" spc="-1" strike="noStrike">
                <a:solidFill>
                  <a:schemeClr val="dk1"/>
                </a:solidFill>
                <a:latin typeface="Century Gothic"/>
              </a:rPr>
              <a:t>200 – 500 </a:t>
            </a:r>
            <a:r>
              <a:rPr b="0" lang="en-US" sz="4400" spc="-1" strike="noStrike">
                <a:solidFill>
                  <a:schemeClr val="dk1"/>
                </a:solidFill>
                <a:latin typeface="Brush Script MT"/>
              </a:rPr>
              <a:t>l</a:t>
            </a:r>
            <a:endParaRPr b="0" lang="en-US" sz="4400" spc="-1" strike="noStrike">
              <a:solidFill>
                <a:srgbClr val="000000"/>
              </a:solidFill>
              <a:latin typeface="Arial"/>
            </a:endParaRPr>
          </a:p>
          <a:p>
            <a:pPr defTabSz="914400">
              <a:lnSpc>
                <a:spcPct val="100000"/>
              </a:lnSpc>
              <a:spcBef>
                <a:spcPts val="561"/>
              </a:spcBef>
            </a:pPr>
            <a:endParaRPr b="0" lang="en-US" sz="2800" spc="-1" strike="noStrike">
              <a:solidFill>
                <a:srgbClr val="000000"/>
              </a:solidFill>
              <a:latin typeface="Arial"/>
            </a:endParaRPr>
          </a:p>
        </p:txBody>
      </p:sp>
      <p:pic>
        <p:nvPicPr>
          <p:cNvPr id="768" name="Picture 7" descr="D:\Pictures\js00007.BMP"/>
          <p:cNvPicPr/>
          <p:nvPr/>
        </p:nvPicPr>
        <p:blipFill>
          <a:blip r:embed="rId2"/>
          <a:stretch/>
        </p:blipFill>
        <p:spPr>
          <a:xfrm>
            <a:off x="6744240" y="4653000"/>
            <a:ext cx="3809520" cy="2037960"/>
          </a:xfrm>
          <a:prstGeom prst="rect">
            <a:avLst/>
          </a:prstGeom>
          <a:ln w="0">
            <a:noFill/>
          </a:ln>
        </p:spPr>
      </p:pic>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9" name="PlaceHolder 1"/>
          <p:cNvSpPr>
            <a:spLocks noGrp="1"/>
          </p:cNvSpPr>
          <p:nvPr>
            <p:ph type="title"/>
          </p:nvPr>
        </p:nvSpPr>
        <p:spPr>
          <a:xfrm>
            <a:off x="1734480" y="0"/>
            <a:ext cx="8911440" cy="1280520"/>
          </a:xfrm>
          <a:prstGeom prst="rect">
            <a:avLst/>
          </a:prstGeom>
          <a:noFill/>
          <a:ln w="0">
            <a:noFill/>
          </a:ln>
        </p:spPr>
        <p:txBody>
          <a:bodyPr lIns="91440" rIns="91440" tIns="45720" bIns="45720" anchor="t">
            <a:noAutofit/>
          </a:bodyPr>
          <a:p>
            <a:pPr indent="0" algn="ctr" defTabSz="457200">
              <a:lnSpc>
                <a:spcPct val="100000"/>
              </a:lnSpc>
              <a:buNone/>
            </a:pPr>
            <a:r>
              <a:rPr b="1" lang="en-US" sz="4000" spc="-1" strike="noStrike">
                <a:solidFill>
                  <a:schemeClr val="dk1">
                    <a:lumMod val="85000"/>
                    <a:lumOff val="15000"/>
                  </a:schemeClr>
                </a:solidFill>
                <a:latin typeface="Century Gothic"/>
              </a:rPr>
              <a:t>Pan Mixer</a:t>
            </a:r>
            <a:endParaRPr b="0" lang="en-US" sz="4000" spc="-1" strike="noStrike">
              <a:solidFill>
                <a:schemeClr val="dk1"/>
              </a:solidFill>
              <a:latin typeface="Century Gothic"/>
            </a:endParaRPr>
          </a:p>
        </p:txBody>
      </p:sp>
      <p:pic>
        <p:nvPicPr>
          <p:cNvPr id="770" name="Picture 1027" descr="panmmixer"/>
          <p:cNvPicPr/>
          <p:nvPr/>
        </p:nvPicPr>
        <p:blipFill>
          <a:blip r:embed="rId1"/>
          <a:stretch/>
        </p:blipFill>
        <p:spPr>
          <a:xfrm>
            <a:off x="6670800" y="1797840"/>
            <a:ext cx="5130360" cy="3846960"/>
          </a:xfrm>
          <a:prstGeom prst="rect">
            <a:avLst/>
          </a:prstGeom>
          <a:ln w="0">
            <a:noFill/>
          </a:ln>
        </p:spPr>
      </p:pic>
      <p:sp>
        <p:nvSpPr>
          <p:cNvPr id="771" name="Rectangle 3"/>
          <p:cNvSpPr/>
          <p:nvPr/>
        </p:nvSpPr>
        <p:spPr>
          <a:xfrm>
            <a:off x="1021320" y="1124640"/>
            <a:ext cx="5578560" cy="4966920"/>
          </a:xfrm>
          <a:prstGeom prst="rect">
            <a:avLst/>
          </a:prstGeom>
          <a:noFill/>
          <a:ln w="0">
            <a:noFill/>
          </a:ln>
        </p:spPr>
        <p:style>
          <a:lnRef idx="0"/>
          <a:fillRef idx="0"/>
          <a:effectRef idx="0"/>
          <a:fontRef idx="minor"/>
        </p:style>
        <p:txBody>
          <a:bodyPr lIns="90360" rIns="90360" tIns="44280" bIns="44280" anchor="t">
            <a:noAutofit/>
          </a:bodyPr>
          <a:p>
            <a:pPr marL="285840" indent="-285840" defTabSz="914400">
              <a:lnSpc>
                <a:spcPct val="100000"/>
              </a:lnSpc>
              <a:spcBef>
                <a:spcPts val="561"/>
              </a:spcBef>
              <a:buClr>
                <a:srgbClr val="000000"/>
              </a:buClr>
              <a:buFont typeface="Arial"/>
              <a:buChar char="•"/>
            </a:pPr>
            <a:r>
              <a:rPr b="0" lang="en-US" sz="2800" spc="-1" strike="noStrike">
                <a:solidFill>
                  <a:schemeClr val="dk1"/>
                </a:solidFill>
                <a:latin typeface="Century Gothic"/>
              </a:rPr>
              <a:t>Use mechanical power to mix concrete</a:t>
            </a:r>
            <a:endParaRPr b="0" lang="en-US" sz="2800" spc="-1" strike="noStrike">
              <a:solidFill>
                <a:srgbClr val="000000"/>
              </a:solidFill>
              <a:latin typeface="Arial"/>
            </a:endParaRPr>
          </a:p>
          <a:p>
            <a:pPr marL="285840" indent="-285840" defTabSz="914400">
              <a:lnSpc>
                <a:spcPct val="100000"/>
              </a:lnSpc>
              <a:spcBef>
                <a:spcPts val="561"/>
              </a:spcBef>
              <a:buClr>
                <a:srgbClr val="000000"/>
              </a:buClr>
              <a:buFont typeface="Arial"/>
              <a:buChar char="•"/>
            </a:pPr>
            <a:r>
              <a:rPr b="0" lang="en-US" sz="2800" spc="-1" strike="noStrike">
                <a:solidFill>
                  <a:schemeClr val="dk1"/>
                </a:solidFill>
                <a:latin typeface="Century Gothic"/>
              </a:rPr>
              <a:t>Pan is mounted horizontally</a:t>
            </a:r>
            <a:endParaRPr b="0" lang="en-US" sz="2800" spc="-1" strike="noStrike">
              <a:solidFill>
                <a:srgbClr val="000000"/>
              </a:solidFill>
              <a:latin typeface="Arial"/>
            </a:endParaRPr>
          </a:p>
          <a:p>
            <a:pPr marL="285840" indent="-285840" defTabSz="914400">
              <a:lnSpc>
                <a:spcPct val="100000"/>
              </a:lnSpc>
              <a:spcBef>
                <a:spcPts val="561"/>
              </a:spcBef>
              <a:buClr>
                <a:srgbClr val="000000"/>
              </a:buClr>
              <a:buFont typeface="Arial"/>
              <a:buChar char="•"/>
            </a:pPr>
            <a:r>
              <a:rPr b="0" lang="en-US" sz="2800" spc="-1" strike="noStrike">
                <a:solidFill>
                  <a:schemeClr val="dk1"/>
                </a:solidFill>
                <a:latin typeface="Century Gothic"/>
              </a:rPr>
              <a:t>Mix much more thorough and faster</a:t>
            </a:r>
            <a:endParaRPr b="0" lang="en-US" sz="2800" spc="-1" strike="noStrike">
              <a:solidFill>
                <a:srgbClr val="000000"/>
              </a:solidFill>
              <a:latin typeface="Arial"/>
            </a:endParaRPr>
          </a:p>
          <a:p>
            <a:pPr marL="285840" indent="-285840" defTabSz="914400">
              <a:lnSpc>
                <a:spcPct val="100000"/>
              </a:lnSpc>
              <a:spcBef>
                <a:spcPts val="561"/>
              </a:spcBef>
              <a:buClr>
                <a:srgbClr val="000000"/>
              </a:buClr>
              <a:buFont typeface="Arial"/>
              <a:buChar char="•"/>
            </a:pPr>
            <a:r>
              <a:rPr b="0" lang="en-US" sz="2800" spc="-1" strike="noStrike">
                <a:solidFill>
                  <a:schemeClr val="dk1"/>
                </a:solidFill>
                <a:latin typeface="Century Gothic"/>
              </a:rPr>
              <a:t>All types of concrete can be produced</a:t>
            </a:r>
            <a:endParaRPr b="0" lang="en-US" sz="2800" spc="-1" strike="noStrike">
              <a:solidFill>
                <a:srgbClr val="000000"/>
              </a:solidFill>
              <a:latin typeface="Arial"/>
            </a:endParaRPr>
          </a:p>
          <a:p>
            <a:pPr marL="285840" indent="-285840" defTabSz="914400">
              <a:lnSpc>
                <a:spcPct val="100000"/>
              </a:lnSpc>
              <a:spcBef>
                <a:spcPts val="561"/>
              </a:spcBef>
              <a:buClr>
                <a:srgbClr val="000000"/>
              </a:buClr>
              <a:buFont typeface="Arial"/>
              <a:buChar char="•"/>
            </a:pPr>
            <a:r>
              <a:rPr b="0" lang="en-US" sz="2800" spc="-1" strike="noStrike">
                <a:solidFill>
                  <a:schemeClr val="dk1"/>
                </a:solidFill>
                <a:latin typeface="Century Gothic"/>
              </a:rPr>
              <a:t>Most versatile</a:t>
            </a:r>
            <a:endParaRPr b="0" lang="en-US" sz="2800" spc="-1" strike="noStrike">
              <a:solidFill>
                <a:srgbClr val="000000"/>
              </a:solidFill>
              <a:latin typeface="Arial"/>
            </a:endParaRPr>
          </a:p>
          <a:p>
            <a:pPr marL="285840" indent="-285840" defTabSz="914400">
              <a:lnSpc>
                <a:spcPct val="100000"/>
              </a:lnSpc>
              <a:spcBef>
                <a:spcPts val="561"/>
              </a:spcBef>
              <a:buClr>
                <a:srgbClr val="000000"/>
              </a:buClr>
              <a:buFont typeface="Arial"/>
              <a:buChar char="•"/>
            </a:pPr>
            <a:r>
              <a:rPr b="0" lang="en-US" sz="2800" spc="-1" strike="noStrike">
                <a:solidFill>
                  <a:schemeClr val="dk1"/>
                </a:solidFill>
                <a:latin typeface="Century Gothic"/>
              </a:rPr>
              <a:t>Most expensive in energy consumption and wear</a:t>
            </a:r>
            <a:endParaRPr b="0" lang="en-US" sz="2800" spc="-1" strike="noStrike">
              <a:solidFill>
                <a:srgbClr val="000000"/>
              </a:solidFill>
              <a:latin typeface="Arial"/>
            </a:endParaRPr>
          </a:p>
        </p:txBody>
      </p:sp>
      <p:sp>
        <p:nvSpPr>
          <p:cNvPr id="772" name="TextBox 8"/>
          <p:cNvSpPr/>
          <p:nvPr/>
        </p:nvSpPr>
        <p:spPr>
          <a:xfrm>
            <a:off x="1194480" y="6091920"/>
            <a:ext cx="6617160" cy="577440"/>
          </a:xfrm>
          <a:prstGeom prst="rect">
            <a:avLst/>
          </a:prstGeom>
          <a:noFill/>
          <a:ln w="0">
            <a:noFill/>
          </a:ln>
        </p:spPr>
        <p:style>
          <a:lnRef idx="0"/>
          <a:fillRef idx="0"/>
          <a:effectRef idx="0"/>
          <a:fontRef idx="minor"/>
        </p:style>
        <p:txBody>
          <a:bodyPr wrap="none" lIns="90000" rIns="90000" tIns="45000" bIns="45000" anchor="t">
            <a:spAutoFit/>
          </a:bodyPr>
          <a:p>
            <a:pPr marL="272880" indent="-272880" defTabSz="914400">
              <a:lnSpc>
                <a:spcPct val="100000"/>
              </a:lnSpc>
              <a:buClr>
                <a:srgbClr val="000000"/>
              </a:buClr>
              <a:buFont typeface="Arial"/>
              <a:buChar char="•"/>
            </a:pPr>
            <a:r>
              <a:rPr b="0" lang="en-US" sz="2800" spc="-1" strike="noStrike">
                <a:solidFill>
                  <a:schemeClr val="dk1"/>
                </a:solidFill>
                <a:latin typeface="Century Gothic"/>
              </a:rPr>
              <a:t>Output capacity range is 200 </a:t>
            </a:r>
            <a:r>
              <a:rPr b="0" lang="en-US" sz="3200" spc="-1" strike="noStrike">
                <a:solidFill>
                  <a:schemeClr val="dk1"/>
                </a:solidFill>
                <a:latin typeface="Brush Script MT"/>
              </a:rPr>
              <a:t>l </a:t>
            </a:r>
            <a:r>
              <a:rPr b="0" lang="en-US" sz="2800" spc="-1" strike="noStrike">
                <a:solidFill>
                  <a:schemeClr val="dk1"/>
                </a:solidFill>
                <a:latin typeface="Century Gothic"/>
              </a:rPr>
              <a:t>to 3m³</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3" name="PlaceHolder 1"/>
          <p:cNvSpPr>
            <a:spLocks noGrp="1"/>
          </p:cNvSpPr>
          <p:nvPr>
            <p:ph type="title"/>
          </p:nvPr>
        </p:nvSpPr>
        <p:spPr>
          <a:xfrm>
            <a:off x="2329920" y="0"/>
            <a:ext cx="8911440" cy="1280520"/>
          </a:xfrm>
          <a:prstGeom prst="rect">
            <a:avLst/>
          </a:prstGeom>
          <a:noFill/>
          <a:ln w="0">
            <a:noFill/>
          </a:ln>
        </p:spPr>
        <p:txBody>
          <a:bodyPr lIns="91440" rIns="91440" tIns="45720" bIns="45720" anchor="t">
            <a:noAutofit/>
          </a:bodyPr>
          <a:p>
            <a:pPr indent="0" algn="ctr" defTabSz="457200">
              <a:lnSpc>
                <a:spcPct val="100000"/>
              </a:lnSpc>
              <a:buNone/>
            </a:pPr>
            <a:r>
              <a:rPr b="1" lang="en-US" sz="4000" spc="-1" strike="noStrike">
                <a:solidFill>
                  <a:schemeClr val="dk1">
                    <a:lumMod val="85000"/>
                    <a:lumOff val="15000"/>
                  </a:schemeClr>
                </a:solidFill>
                <a:latin typeface="Century Gothic"/>
              </a:rPr>
              <a:t>Split Drum Mixer</a:t>
            </a:r>
            <a:endParaRPr b="0" lang="en-US" sz="4000" spc="-1" strike="noStrike">
              <a:solidFill>
                <a:schemeClr val="dk1"/>
              </a:solidFill>
              <a:latin typeface="Century Gothic"/>
            </a:endParaRPr>
          </a:p>
        </p:txBody>
      </p:sp>
      <p:pic>
        <p:nvPicPr>
          <p:cNvPr id="774" name="Picture 1027" descr="js00101"/>
          <p:cNvPicPr/>
          <p:nvPr/>
        </p:nvPicPr>
        <p:blipFill>
          <a:blip r:embed="rId1"/>
          <a:stretch/>
        </p:blipFill>
        <p:spPr>
          <a:xfrm>
            <a:off x="3028680" y="2223360"/>
            <a:ext cx="6019560" cy="4517640"/>
          </a:xfrm>
          <a:prstGeom prst="rect">
            <a:avLst/>
          </a:prstGeom>
          <a:ln w="0">
            <a:noFill/>
          </a:ln>
        </p:spPr>
      </p:pic>
      <p:sp>
        <p:nvSpPr>
          <p:cNvPr id="775" name="TextBox 3"/>
          <p:cNvSpPr/>
          <p:nvPr/>
        </p:nvSpPr>
        <p:spPr>
          <a:xfrm>
            <a:off x="1961280" y="1034640"/>
            <a:ext cx="8926200" cy="943560"/>
          </a:xfrm>
          <a:prstGeom prst="rect">
            <a:avLst/>
          </a:prstGeom>
          <a:noFill/>
          <a:ln w="0">
            <a:noFill/>
          </a:ln>
        </p:spPr>
        <p:style>
          <a:lnRef idx="0"/>
          <a:fillRef idx="0"/>
          <a:effectRef idx="0"/>
          <a:fontRef idx="minor"/>
        </p:style>
        <p:txBody>
          <a:bodyPr wrap="none" lIns="90000" rIns="90000" tIns="45000" bIns="45000" anchor="t">
            <a:spAutoFit/>
          </a:bodyPr>
          <a:p>
            <a:pPr marL="272880" indent="-272880" defTabSz="914400">
              <a:lnSpc>
                <a:spcPct val="100000"/>
              </a:lnSpc>
              <a:tabLst>
                <a:tab algn="l" pos="0"/>
              </a:tabLst>
            </a:pPr>
            <a:r>
              <a:rPr b="0" lang="en-US" sz="2800" spc="-1" strike="noStrike">
                <a:solidFill>
                  <a:schemeClr val="dk1"/>
                </a:solidFill>
                <a:latin typeface="Century Gothic"/>
              </a:rPr>
              <a:t>Although bulky, these mixers produce well-mixed</a:t>
            </a:r>
            <a:endParaRPr b="0" lang="en-US" sz="2800" spc="-1" strike="noStrike">
              <a:solidFill>
                <a:srgbClr val="000000"/>
              </a:solidFill>
              <a:latin typeface="Arial"/>
            </a:endParaRPr>
          </a:p>
          <a:p>
            <a:pPr marL="272880" indent="-272880" defTabSz="914400">
              <a:lnSpc>
                <a:spcPct val="100000"/>
              </a:lnSpc>
              <a:tabLst>
                <a:tab algn="l" pos="0"/>
              </a:tabLst>
            </a:pPr>
            <a:r>
              <a:rPr b="0" lang="en-US" sz="2800" spc="-1" strike="noStrike">
                <a:solidFill>
                  <a:schemeClr val="dk1"/>
                </a:solidFill>
                <a:latin typeface="Century Gothic"/>
              </a:rPr>
              <a:t>concrete quickly and in large quantities </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6" name="PlaceHolder 1"/>
          <p:cNvSpPr>
            <a:spLocks noGrp="1"/>
          </p:cNvSpPr>
          <p:nvPr>
            <p:ph type="title"/>
          </p:nvPr>
        </p:nvSpPr>
        <p:spPr>
          <a:xfrm>
            <a:off x="2592720" y="624240"/>
            <a:ext cx="8911080" cy="1280520"/>
          </a:xfrm>
          <a:prstGeom prst="rect">
            <a:avLst/>
          </a:prstGeom>
          <a:noFill/>
          <a:ln w="0">
            <a:noFill/>
          </a:ln>
        </p:spPr>
        <p:txBody>
          <a:bodyPr lIns="91440" rIns="91440" tIns="45720" bIns="45720" anchor="t">
            <a:normAutofit/>
          </a:bodyPr>
          <a:p>
            <a:pPr indent="0" algn="ctr" defTabSz="457200">
              <a:lnSpc>
                <a:spcPct val="100000"/>
              </a:lnSpc>
              <a:buNone/>
            </a:pPr>
            <a:r>
              <a:rPr b="1" lang="en-US" sz="4000" spc="-1" strike="noStrike">
                <a:solidFill>
                  <a:schemeClr val="dk1">
                    <a:lumMod val="85000"/>
                    <a:lumOff val="15000"/>
                  </a:schemeClr>
                </a:solidFill>
                <a:latin typeface="Century Gothic"/>
              </a:rPr>
              <a:t>Adjust for Mixer Size</a:t>
            </a:r>
            <a:endParaRPr b="0" lang="en-US" sz="4000" spc="-1" strike="noStrike">
              <a:solidFill>
                <a:schemeClr val="dk1"/>
              </a:solidFill>
              <a:latin typeface="Century Gothic"/>
            </a:endParaRPr>
          </a:p>
        </p:txBody>
      </p:sp>
      <p:sp>
        <p:nvSpPr>
          <p:cNvPr id="777" name="PlaceHolder 2"/>
          <p:cNvSpPr>
            <a:spLocks noGrp="1"/>
          </p:cNvSpPr>
          <p:nvPr>
            <p:ph/>
          </p:nvPr>
        </p:nvSpPr>
        <p:spPr>
          <a:xfrm>
            <a:off x="1994040" y="1770840"/>
            <a:ext cx="10107720" cy="1820160"/>
          </a:xfrm>
          <a:prstGeom prst="rect">
            <a:avLst/>
          </a:prstGeom>
          <a:noFill/>
          <a:ln w="0">
            <a:noFill/>
          </a:ln>
        </p:spPr>
        <p:txBody>
          <a:bodyPr lIns="91440" rIns="91440" tIns="45720" bIns="45720" anchor="t">
            <a:noAutofit/>
          </a:bodyPr>
          <a:p>
            <a:pPr indent="-324000" algn="just" defTabSz="914400">
              <a:lnSpc>
                <a:spcPct val="100000"/>
              </a:lnSpc>
              <a:buClr>
                <a:srgbClr val="8b8b8b"/>
              </a:buClr>
              <a:buFont typeface="Arial"/>
              <a:buChar char="•"/>
            </a:pPr>
            <a:r>
              <a:rPr b="0" lang="en-US" sz="2800" spc="-1" strike="noStrike">
                <a:solidFill>
                  <a:schemeClr val="dk1">
                    <a:tint val="75000"/>
                  </a:schemeClr>
                </a:solidFill>
                <a:latin typeface="Century Gothic"/>
              </a:rPr>
              <a:t>Each mixer are designated by a number representing the batch capacity in liters and a letter indicating type of mixer</a:t>
            </a:r>
            <a:endParaRPr b="0" lang="en-US" sz="2800" spc="-1" strike="noStrike">
              <a:solidFill>
                <a:schemeClr val="dk1">
                  <a:lumMod val="75000"/>
                  <a:lumOff val="25000"/>
                </a:schemeClr>
              </a:solidFill>
              <a:latin typeface="Century Gothic"/>
            </a:endParaRPr>
          </a:p>
          <a:p>
            <a:pPr indent="-324000" algn="just" defTabSz="914400">
              <a:lnSpc>
                <a:spcPct val="100000"/>
              </a:lnSpc>
              <a:buClr>
                <a:srgbClr val="8b8b8b"/>
              </a:buClr>
              <a:buFont typeface="Arial"/>
              <a:buChar char="•"/>
            </a:pPr>
            <a:r>
              <a:rPr b="0" lang="en-US" sz="2800" spc="-1" strike="noStrike">
                <a:solidFill>
                  <a:schemeClr val="dk1">
                    <a:tint val="75000"/>
                  </a:schemeClr>
                </a:solidFill>
                <a:latin typeface="Century Gothic"/>
              </a:rPr>
              <a:t>To adjust a mix for a specific size mixer, multiply each constituent amount with a factor that is proportioned on the batch capacity and capacity of available mixer</a:t>
            </a:r>
            <a:endParaRPr b="0" lang="en-US" sz="2800" spc="-1" strike="noStrike">
              <a:solidFill>
                <a:schemeClr val="dk1">
                  <a:lumMod val="75000"/>
                  <a:lumOff val="25000"/>
                </a:schemeClr>
              </a:solidFill>
              <a:latin typeface="Century Gothic"/>
            </a:endParaRPr>
          </a:p>
          <a:p>
            <a:pPr marL="266760" indent="-266760" algn="just" defTabSz="914400">
              <a:lnSpc>
                <a:spcPct val="100000"/>
              </a:lnSpc>
              <a:buClr>
                <a:srgbClr val="8b8b8b"/>
              </a:buClr>
              <a:buFont typeface="Arial"/>
              <a:buChar char="•"/>
            </a:pPr>
            <a:r>
              <a:rPr b="0" lang="en-US" sz="2800" spc="-1" strike="noStrike">
                <a:solidFill>
                  <a:schemeClr val="dk1">
                    <a:tint val="75000"/>
                  </a:schemeClr>
                </a:solidFill>
                <a:latin typeface="Century Gothic"/>
              </a:rPr>
              <a:t>If bagged cement is used, quantities of other materials are proportioned to weight of cement in bag</a:t>
            </a:r>
            <a:endParaRPr b="0" lang="en-US" sz="2800" spc="-1" strike="noStrike">
              <a:solidFill>
                <a:schemeClr val="dk1">
                  <a:lumMod val="75000"/>
                  <a:lumOff val="25000"/>
                </a:schemeClr>
              </a:solidFill>
              <a:latin typeface="Century Gothic"/>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8" name="TextBox 9"/>
          <p:cNvSpPr/>
          <p:nvPr/>
        </p:nvSpPr>
        <p:spPr>
          <a:xfrm>
            <a:off x="1523880" y="1208880"/>
            <a:ext cx="4499640" cy="699120"/>
          </a:xfrm>
          <a:prstGeom prst="rect">
            <a:avLst/>
          </a:prstGeom>
          <a:noFill/>
          <a:ln w="9525">
            <a:noFill/>
          </a:ln>
        </p:spPr>
        <p:style>
          <a:lnRef idx="0"/>
          <a:fillRef idx="0"/>
          <a:effectRef idx="0"/>
          <a:fontRef idx="minor"/>
        </p:style>
        <p:txBody>
          <a:bodyPr lIns="90000" rIns="90000" tIns="45000" bIns="45000" anchor="t">
            <a:spAutoFit/>
          </a:bodyPr>
          <a:p>
            <a:pPr algn="ctr" defTabSz="914400">
              <a:lnSpc>
                <a:spcPct val="100000"/>
              </a:lnSpc>
            </a:pPr>
            <a:r>
              <a:rPr b="1" lang="en-US" sz="4000" spc="-1" strike="noStrike">
                <a:solidFill>
                  <a:schemeClr val="dk1"/>
                </a:solidFill>
                <a:latin typeface="Calibri"/>
              </a:rPr>
              <a:t>Transporting</a:t>
            </a:r>
            <a:endParaRPr b="0" lang="en-US" sz="4000" spc="-1" strike="noStrike">
              <a:solidFill>
                <a:srgbClr val="000000"/>
              </a:solidFill>
              <a:latin typeface="Arial"/>
            </a:endParaRPr>
          </a:p>
        </p:txBody>
      </p:sp>
      <p:pic>
        <p:nvPicPr>
          <p:cNvPr id="779" name="Picture 9" descr="Picture11.jpg"/>
          <p:cNvPicPr/>
          <p:nvPr/>
        </p:nvPicPr>
        <p:blipFill>
          <a:blip r:embed="rId1"/>
          <a:srcRect l="16455" t="14496" r="14007" b="0"/>
          <a:stretch/>
        </p:blipFill>
        <p:spPr>
          <a:xfrm>
            <a:off x="6526440" y="1800"/>
            <a:ext cx="5664960" cy="6855840"/>
          </a:xfrm>
          <a:prstGeom prst="rect">
            <a:avLst/>
          </a:prstGeom>
          <a:ln w="0">
            <a:noFill/>
          </a:ln>
        </p:spPr>
      </p:pic>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0" name="PlaceHolder 1"/>
          <p:cNvSpPr>
            <a:spLocks noGrp="1"/>
          </p:cNvSpPr>
          <p:nvPr>
            <p:ph type="title"/>
          </p:nvPr>
        </p:nvSpPr>
        <p:spPr>
          <a:xfrm>
            <a:off x="2593080" y="624240"/>
            <a:ext cx="8911440" cy="1280520"/>
          </a:xfrm>
          <a:prstGeom prst="rect">
            <a:avLst/>
          </a:prstGeom>
          <a:noFill/>
          <a:ln w="0">
            <a:noFill/>
          </a:ln>
        </p:spPr>
        <p:txBody>
          <a:bodyPr lIns="90360" rIns="90360" tIns="44280" bIns="44280" anchor="t">
            <a:normAutofit/>
          </a:bodyPr>
          <a:p>
            <a:pPr indent="0" algn="ctr" defTabSz="457200">
              <a:lnSpc>
                <a:spcPct val="100000"/>
              </a:lnSpc>
              <a:buNone/>
            </a:pPr>
            <a:r>
              <a:rPr b="1" lang="en-US" sz="4000" spc="-1" strike="noStrike">
                <a:solidFill>
                  <a:schemeClr val="dk1">
                    <a:lumMod val="85000"/>
                    <a:lumOff val="15000"/>
                  </a:schemeClr>
                </a:solidFill>
                <a:latin typeface="Century Gothic"/>
              </a:rPr>
              <a:t>Objective of Transportation</a:t>
            </a:r>
            <a:endParaRPr b="0" lang="en-US" sz="4000" spc="-1" strike="noStrike">
              <a:solidFill>
                <a:schemeClr val="dk1"/>
              </a:solidFill>
              <a:latin typeface="Century Gothic"/>
            </a:endParaRPr>
          </a:p>
        </p:txBody>
      </p:sp>
      <p:sp>
        <p:nvSpPr>
          <p:cNvPr id="781" name="PlaceHolder 2"/>
          <p:cNvSpPr>
            <a:spLocks noGrp="1"/>
          </p:cNvSpPr>
          <p:nvPr>
            <p:ph/>
          </p:nvPr>
        </p:nvSpPr>
        <p:spPr>
          <a:xfrm>
            <a:off x="1397520" y="1905120"/>
            <a:ext cx="4920120" cy="3777120"/>
          </a:xfrm>
          <a:prstGeom prst="rect">
            <a:avLst/>
          </a:prstGeom>
          <a:noFill/>
          <a:ln w="0">
            <a:noFill/>
          </a:ln>
        </p:spPr>
        <p:txBody>
          <a:bodyPr lIns="90360" rIns="90360" tIns="44280" bIns="44280" anchor="t">
            <a:normAutofit fontScale="96666"/>
          </a:bodyPr>
          <a:p>
            <a:pPr lvl="1" marL="914400" indent="-457200" algn="just" defTabSz="457200">
              <a:lnSpc>
                <a:spcPct val="100000"/>
              </a:lnSpc>
              <a:spcBef>
                <a:spcPts val="1001"/>
              </a:spcBef>
              <a:buClr>
                <a:srgbClr val="a53010"/>
              </a:buClr>
              <a:buFont typeface="Arial"/>
              <a:buChar char="•"/>
            </a:pPr>
            <a:r>
              <a:rPr b="0" lang="en-US" sz="2800" spc="-1" strike="noStrike">
                <a:solidFill>
                  <a:schemeClr val="dk1">
                    <a:lumMod val="75000"/>
                    <a:lumOff val="25000"/>
                  </a:schemeClr>
                </a:solidFill>
                <a:latin typeface="Century Gothic"/>
              </a:rPr>
              <a:t>To move the concrete from the point of batching to the place of placing / casting as economically as possible, and with </a:t>
            </a:r>
            <a:r>
              <a:rPr b="1" lang="en-US" sz="2800" spc="-1" strike="noStrike">
                <a:solidFill>
                  <a:schemeClr val="dk1">
                    <a:lumMod val="75000"/>
                    <a:lumOff val="25000"/>
                  </a:schemeClr>
                </a:solidFill>
                <a:latin typeface="Century Gothic"/>
              </a:rPr>
              <a:t>minimum</a:t>
            </a:r>
            <a:r>
              <a:rPr b="0" lang="en-US" sz="2800" spc="-1" strike="noStrike">
                <a:solidFill>
                  <a:schemeClr val="dk1">
                    <a:lumMod val="75000"/>
                    <a:lumOff val="25000"/>
                  </a:schemeClr>
                </a:solidFill>
                <a:latin typeface="Century Gothic"/>
              </a:rPr>
              <a:t> alteration to the concrete’s properties</a:t>
            </a:r>
            <a:endParaRPr b="0" lang="en-US" sz="2800" spc="-1" strike="noStrike">
              <a:solidFill>
                <a:schemeClr val="dk1">
                  <a:lumMod val="75000"/>
                  <a:lumOff val="25000"/>
                </a:schemeClr>
              </a:solidFill>
              <a:latin typeface="Century Gothic"/>
            </a:endParaRPr>
          </a:p>
        </p:txBody>
      </p:sp>
      <p:pic>
        <p:nvPicPr>
          <p:cNvPr id="782" name="Picture 4" descr="Charging &amp; Mixing"/>
          <p:cNvPicPr/>
          <p:nvPr/>
        </p:nvPicPr>
        <p:blipFill>
          <a:blip r:embed="rId1"/>
          <a:stretch/>
        </p:blipFill>
        <p:spPr>
          <a:xfrm>
            <a:off x="6961680" y="1987560"/>
            <a:ext cx="4630680" cy="4096800"/>
          </a:xfrm>
          <a:prstGeom prst="rect">
            <a:avLst/>
          </a:prstGeom>
          <a:ln w="0">
            <a:noFill/>
          </a:ln>
        </p:spPr>
      </p:pic>
    </p:spTree>
  </p:cSld>
  <mc:AlternateContent>
    <mc:Choice Requires="p14">
      <p:transition spd="slow" p14:dur="2000"/>
    </mc:Choice>
    <mc:Fallback>
      <p:transition spd="slow"/>
    </mc:Fallback>
  </mc:AlternateContent>
  <p:timing>
    <p:tnLst>
      <p:par>
        <p:cTn id="8" dur="indefinite" restart="never" nodeType="tmRoot">
          <p:childTnLst>
            <p:seq>
              <p:cTn id="9" dur="indefinite" nodeType="mainSeq">
                <p:childTnLst>
                  <p:par>
                    <p:cTn id="10" fill="hold">
                      <p:stCondLst>
                        <p:cond delay="indefinite"/>
                      </p:stCondLst>
                      <p:childTnLst>
                        <p:par>
                          <p:cTn id="11" fill="hold">
                            <p:stCondLst>
                              <p:cond delay="0"/>
                            </p:stCondLst>
                            <p:childTnLst>
                              <p:par>
                                <p:cTn id="12" nodeType="clickEffect" fill="hold" presetClass="entr" presetID="22" presetSubtype="8">
                                  <p:stCondLst>
                                    <p:cond delay="0"/>
                                  </p:stCondLst>
                                  <p:childTnLst>
                                    <p:set>
                                      <p:cBhvr>
                                        <p:cTn id="13" dur="1" fill="hold">
                                          <p:stCondLst>
                                            <p:cond delay="0"/>
                                          </p:stCondLst>
                                        </p:cTn>
                                        <p:tgtEl>
                                          <p:spTgt spid="781">
                                            <p:txEl>
                                              <p:pRg st="0" end="0"/>
                                            </p:txEl>
                                          </p:spTgt>
                                        </p:tgtEl>
                                        <p:attrNameLst>
                                          <p:attrName>style.visibility</p:attrName>
                                        </p:attrNameLst>
                                      </p:cBhvr>
                                      <p:to>
                                        <p:strVal val="visible"/>
                                      </p:to>
                                    </p:set>
                                    <p:animEffect filter="wipe(left)" transition="in">
                                      <p:cBhvr additive="repl">
                                        <p:cTn id="14" dur="500"/>
                                        <p:tgtEl>
                                          <p:spTgt spid="781">
                                            <p:txEl>
                                              <p:pRg st="0" end="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3" name="PlaceHolder 1"/>
          <p:cNvSpPr>
            <a:spLocks noGrp="1"/>
          </p:cNvSpPr>
          <p:nvPr>
            <p:ph type="title"/>
          </p:nvPr>
        </p:nvSpPr>
        <p:spPr>
          <a:xfrm>
            <a:off x="772200" y="624240"/>
            <a:ext cx="12552480" cy="1280520"/>
          </a:xfrm>
          <a:prstGeom prst="rect">
            <a:avLst/>
          </a:prstGeom>
          <a:noFill/>
          <a:ln w="0">
            <a:noFill/>
          </a:ln>
        </p:spPr>
        <p:txBody>
          <a:bodyPr lIns="91440" rIns="91440" tIns="45720" bIns="45720" anchor="t">
            <a:normAutofit/>
          </a:bodyPr>
          <a:p>
            <a:pPr indent="0" algn="ctr" defTabSz="457200">
              <a:lnSpc>
                <a:spcPct val="100000"/>
              </a:lnSpc>
              <a:buNone/>
            </a:pPr>
            <a:r>
              <a:rPr b="1" lang="en-US" sz="4000" spc="-1" strike="noStrike">
                <a:solidFill>
                  <a:schemeClr val="dk1">
                    <a:lumMod val="85000"/>
                    <a:lumOff val="15000"/>
                  </a:schemeClr>
                </a:solidFill>
                <a:latin typeface="Century Gothic"/>
              </a:rPr>
              <a:t>Possible Loss of Quality in Transportation</a:t>
            </a:r>
            <a:endParaRPr b="0" lang="en-US" sz="4000" spc="-1" strike="noStrike">
              <a:solidFill>
                <a:schemeClr val="dk1"/>
              </a:solidFill>
              <a:latin typeface="Century Gothic"/>
            </a:endParaRPr>
          </a:p>
        </p:txBody>
      </p:sp>
      <p:sp>
        <p:nvSpPr>
          <p:cNvPr id="784" name="PlaceHolder 2"/>
          <p:cNvSpPr>
            <a:spLocks noGrp="1"/>
          </p:cNvSpPr>
          <p:nvPr>
            <p:ph/>
          </p:nvPr>
        </p:nvSpPr>
        <p:spPr>
          <a:xfrm>
            <a:off x="2424600" y="1628640"/>
            <a:ext cx="9423000" cy="4525920"/>
          </a:xfrm>
          <a:prstGeom prst="rect">
            <a:avLst/>
          </a:prstGeom>
          <a:noFill/>
          <a:ln w="0">
            <a:noFill/>
          </a:ln>
        </p:spPr>
        <p:txBody>
          <a:bodyPr lIns="91440" rIns="91440" tIns="45720" bIns="45720" anchor="t">
            <a:noAutofit/>
          </a:bodyPr>
          <a:p>
            <a:pPr indent="-324000" algn="r" defTabSz="914400">
              <a:lnSpc>
                <a:spcPct val="100000"/>
              </a:lnSpc>
              <a:buClr>
                <a:srgbClr val="8b8b8b"/>
              </a:buClr>
              <a:buFont typeface="Arial"/>
              <a:buChar char="•"/>
            </a:pPr>
            <a:r>
              <a:rPr b="0" lang="en-US" sz="2800" spc="-1" strike="noStrike">
                <a:solidFill>
                  <a:schemeClr val="dk1">
                    <a:tint val="75000"/>
                  </a:schemeClr>
                </a:solidFill>
                <a:latin typeface="Century Gothic"/>
              </a:rPr>
              <a:t>Workability</a:t>
            </a:r>
            <a:endParaRPr b="0" lang="en-US" sz="2800" spc="-1" strike="noStrike">
              <a:solidFill>
                <a:schemeClr val="dk1">
                  <a:lumMod val="75000"/>
                  <a:lumOff val="25000"/>
                </a:schemeClr>
              </a:solidFill>
              <a:latin typeface="Century Gothic"/>
            </a:endParaRPr>
          </a:p>
          <a:p>
            <a:pPr indent="-324000" algn="r" defTabSz="914400">
              <a:lnSpc>
                <a:spcPct val="100000"/>
              </a:lnSpc>
              <a:buClr>
                <a:srgbClr val="8b8b8b"/>
              </a:buClr>
              <a:buFont typeface="Arial"/>
              <a:buChar char="•"/>
            </a:pPr>
            <a:r>
              <a:rPr b="0" lang="en-US" sz="2800" spc="-1" strike="noStrike">
                <a:solidFill>
                  <a:schemeClr val="dk1">
                    <a:tint val="75000"/>
                  </a:schemeClr>
                </a:solidFill>
                <a:latin typeface="Century Gothic"/>
              </a:rPr>
              <a:t>Contamination</a:t>
            </a:r>
            <a:endParaRPr b="0" lang="en-US" sz="2800" spc="-1" strike="noStrike">
              <a:solidFill>
                <a:schemeClr val="dk1">
                  <a:lumMod val="75000"/>
                  <a:lumOff val="25000"/>
                </a:schemeClr>
              </a:solidFill>
              <a:latin typeface="Century Gothic"/>
            </a:endParaRPr>
          </a:p>
          <a:p>
            <a:pPr indent="-324000" algn="r" defTabSz="914400">
              <a:lnSpc>
                <a:spcPct val="100000"/>
              </a:lnSpc>
              <a:buClr>
                <a:srgbClr val="8b8b8b"/>
              </a:buClr>
              <a:buFont typeface="Arial"/>
              <a:buChar char="•"/>
            </a:pPr>
            <a:r>
              <a:rPr b="0" lang="en-US" sz="2800" spc="-1" strike="noStrike">
                <a:solidFill>
                  <a:schemeClr val="dk1">
                    <a:tint val="75000"/>
                  </a:schemeClr>
                </a:solidFill>
                <a:latin typeface="Century Gothic"/>
              </a:rPr>
              <a:t>Loss of fines</a:t>
            </a:r>
            <a:endParaRPr b="0" lang="en-US" sz="2800" spc="-1" strike="noStrike">
              <a:solidFill>
                <a:schemeClr val="dk1">
                  <a:lumMod val="75000"/>
                  <a:lumOff val="25000"/>
                </a:schemeClr>
              </a:solidFill>
              <a:latin typeface="Century Gothic"/>
            </a:endParaRPr>
          </a:p>
          <a:p>
            <a:pPr indent="-324000" algn="r" defTabSz="914400">
              <a:lnSpc>
                <a:spcPct val="100000"/>
              </a:lnSpc>
              <a:buClr>
                <a:srgbClr val="8b8b8b"/>
              </a:buClr>
              <a:buFont typeface="Arial"/>
              <a:buChar char="•"/>
            </a:pPr>
            <a:r>
              <a:rPr b="0" lang="en-US" sz="2800" spc="-1" strike="noStrike">
                <a:solidFill>
                  <a:schemeClr val="dk1">
                    <a:tint val="75000"/>
                  </a:schemeClr>
                </a:solidFill>
                <a:latin typeface="Century Gothic"/>
              </a:rPr>
              <a:t>Segregation</a:t>
            </a:r>
            <a:endParaRPr b="0" lang="en-US" sz="2800" spc="-1" strike="noStrike">
              <a:solidFill>
                <a:schemeClr val="dk1">
                  <a:lumMod val="75000"/>
                  <a:lumOff val="25000"/>
                </a:schemeClr>
              </a:solidFill>
              <a:latin typeface="Century Gothic"/>
            </a:endParaRPr>
          </a:p>
          <a:p>
            <a:pPr indent="-324000" algn="r" defTabSz="914400">
              <a:lnSpc>
                <a:spcPct val="100000"/>
              </a:lnSpc>
              <a:buClr>
                <a:srgbClr val="8b8b8b"/>
              </a:buClr>
              <a:buFont typeface="Arial"/>
              <a:buChar char="•"/>
            </a:pPr>
            <a:r>
              <a:rPr b="0" lang="en-US" sz="2800" spc="-1" strike="noStrike">
                <a:solidFill>
                  <a:schemeClr val="dk1">
                    <a:tint val="75000"/>
                  </a:schemeClr>
                </a:solidFill>
                <a:latin typeface="Century Gothic"/>
              </a:rPr>
              <a:t>Stiffening</a:t>
            </a:r>
            <a:endParaRPr b="0" lang="en-US" sz="2800" spc="-1" strike="noStrike">
              <a:solidFill>
                <a:schemeClr val="dk1">
                  <a:lumMod val="75000"/>
                  <a:lumOff val="25000"/>
                </a:schemeClr>
              </a:solidFill>
              <a:latin typeface="Century Gothic"/>
            </a:endParaRPr>
          </a:p>
          <a:p>
            <a:pPr indent="-324000" algn="r" defTabSz="914400">
              <a:lnSpc>
                <a:spcPct val="100000"/>
              </a:lnSpc>
              <a:buClr>
                <a:srgbClr val="8b8b8b"/>
              </a:buClr>
              <a:buFont typeface="Arial"/>
              <a:buChar char="•"/>
            </a:pPr>
            <a:r>
              <a:rPr b="0" lang="en-US" sz="2800" spc="-1" strike="noStrike">
                <a:solidFill>
                  <a:schemeClr val="dk1">
                    <a:tint val="75000"/>
                  </a:schemeClr>
                </a:solidFill>
                <a:latin typeface="Century Gothic"/>
              </a:rPr>
              <a:t>Loss of water</a:t>
            </a:r>
            <a:endParaRPr b="0" lang="en-US" sz="2800" spc="-1" strike="noStrike">
              <a:solidFill>
                <a:schemeClr val="dk1">
                  <a:lumMod val="75000"/>
                  <a:lumOff val="25000"/>
                </a:schemeClr>
              </a:solidFill>
              <a:latin typeface="Century Gothic"/>
            </a:endParaRPr>
          </a:p>
          <a:p>
            <a:pPr indent="-324000" algn="r" defTabSz="914400">
              <a:lnSpc>
                <a:spcPct val="100000"/>
              </a:lnSpc>
              <a:buClr>
                <a:srgbClr val="8b8b8b"/>
              </a:buClr>
              <a:buFont typeface="Arial"/>
              <a:buChar char="•"/>
            </a:pPr>
            <a:r>
              <a:rPr b="0" lang="en-US" sz="2800" spc="-1" strike="noStrike">
                <a:solidFill>
                  <a:schemeClr val="dk1">
                    <a:tint val="75000"/>
                  </a:schemeClr>
                </a:solidFill>
                <a:latin typeface="Century Gothic"/>
              </a:rPr>
              <a:t>No setting - Continued hydration of cement</a:t>
            </a:r>
            <a:endParaRPr b="0" lang="en-US" sz="2800" spc="-1" strike="noStrike">
              <a:solidFill>
                <a:schemeClr val="dk1">
                  <a:lumMod val="75000"/>
                  <a:lumOff val="25000"/>
                </a:schemeClr>
              </a:solidFill>
              <a:latin typeface="Century Gothic"/>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5" name="PlaceHolder 1"/>
          <p:cNvSpPr>
            <a:spLocks noGrp="1"/>
          </p:cNvSpPr>
          <p:nvPr>
            <p:ph type="title"/>
          </p:nvPr>
        </p:nvSpPr>
        <p:spPr>
          <a:xfrm>
            <a:off x="1981080" y="274680"/>
            <a:ext cx="8229240" cy="850680"/>
          </a:xfrm>
          <a:prstGeom prst="rect">
            <a:avLst/>
          </a:prstGeom>
          <a:noFill/>
          <a:ln w="0">
            <a:noFill/>
          </a:ln>
        </p:spPr>
        <p:txBody>
          <a:bodyPr lIns="91440" rIns="91440" tIns="45720" bIns="45720" anchor="t">
            <a:noAutofit/>
          </a:bodyPr>
          <a:p>
            <a:pPr indent="0" algn="ctr" defTabSz="457200">
              <a:lnSpc>
                <a:spcPct val="100000"/>
              </a:lnSpc>
              <a:buNone/>
            </a:pPr>
            <a:r>
              <a:rPr b="1" lang="en-US" sz="4000" spc="-1" strike="noStrike">
                <a:solidFill>
                  <a:schemeClr val="dk1">
                    <a:lumMod val="85000"/>
                    <a:lumOff val="15000"/>
                  </a:schemeClr>
                </a:solidFill>
                <a:latin typeface="Century Gothic"/>
              </a:rPr>
              <a:t>Methods</a:t>
            </a:r>
            <a:endParaRPr b="0" lang="en-US" sz="4000" spc="-1" strike="noStrike">
              <a:solidFill>
                <a:schemeClr val="dk1"/>
              </a:solidFill>
              <a:latin typeface="Century Gothic"/>
            </a:endParaRPr>
          </a:p>
        </p:txBody>
      </p:sp>
      <p:sp>
        <p:nvSpPr>
          <p:cNvPr id="786" name="PlaceHolder 2"/>
          <p:cNvSpPr>
            <a:spLocks noGrp="1"/>
          </p:cNvSpPr>
          <p:nvPr>
            <p:ph/>
          </p:nvPr>
        </p:nvSpPr>
        <p:spPr>
          <a:xfrm>
            <a:off x="2063520" y="1197000"/>
            <a:ext cx="8064360" cy="4114440"/>
          </a:xfrm>
          <a:prstGeom prst="rect">
            <a:avLst/>
          </a:prstGeom>
          <a:noFill/>
          <a:ln w="0">
            <a:noFill/>
          </a:ln>
        </p:spPr>
        <p:txBody>
          <a:bodyPr lIns="91440" rIns="91440" tIns="45720" bIns="45720" anchor="t">
            <a:normAutofit/>
          </a:bodyPr>
          <a:p>
            <a:pPr indent="-324000" algn="r" defTabSz="914400">
              <a:lnSpc>
                <a:spcPct val="100000"/>
              </a:lnSpc>
              <a:buClr>
                <a:srgbClr val="8b8b8b"/>
              </a:buClr>
              <a:buFont typeface="Arial"/>
              <a:buChar char="•"/>
            </a:pPr>
            <a:r>
              <a:rPr b="0" lang="en-US" sz="2800" spc="-1" strike="noStrike">
                <a:solidFill>
                  <a:schemeClr val="dk1">
                    <a:tint val="75000"/>
                  </a:schemeClr>
                </a:solidFill>
                <a:latin typeface="Century Gothic"/>
              </a:rPr>
              <a:t>Wheeled transport-need clear, smooth routes</a:t>
            </a:r>
            <a:endParaRPr b="0" lang="en-US" sz="28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Ready-mixed-concrete truck - 6 m</a:t>
            </a:r>
            <a:r>
              <a:rPr b="0" lang="en-US" sz="2400" spc="-1" strike="noStrike" baseline="30000">
                <a:solidFill>
                  <a:schemeClr val="accent6">
                    <a:lumMod val="75000"/>
                  </a:schemeClr>
                </a:solidFill>
                <a:latin typeface="Century Gothic"/>
              </a:rPr>
              <a:t>3</a:t>
            </a:r>
            <a:endParaRPr b="0" lang="en-US" sz="24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Wheelbarrow - 65 ℓ</a:t>
            </a:r>
            <a:endParaRPr b="0" lang="en-US" sz="24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Dumpers - 500 to 750 ℓ</a:t>
            </a:r>
            <a:endParaRPr b="0" lang="en-US" sz="24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Lorry or trailer - 3 to 8 m</a:t>
            </a:r>
            <a:r>
              <a:rPr b="0" lang="en-US" sz="2400" spc="-1" strike="noStrike" baseline="30000">
                <a:solidFill>
                  <a:schemeClr val="accent6">
                    <a:lumMod val="75000"/>
                  </a:schemeClr>
                </a:solidFill>
                <a:latin typeface="Century Gothic"/>
              </a:rPr>
              <a:t>3</a:t>
            </a:r>
            <a:endParaRPr b="0" lang="en-US" sz="2400" spc="-1" strike="noStrike">
              <a:solidFill>
                <a:schemeClr val="dk1">
                  <a:lumMod val="75000"/>
                  <a:lumOff val="25000"/>
                </a:schemeClr>
              </a:solidFill>
              <a:latin typeface="Century Gothic"/>
            </a:endParaRPr>
          </a:p>
          <a:p>
            <a:pPr marL="457200" indent="-457200" algn="r" defTabSz="914400">
              <a:lnSpc>
                <a:spcPct val="100000"/>
              </a:lnSpc>
              <a:buClr>
                <a:srgbClr val="8b8b8b"/>
              </a:buClr>
              <a:buFont typeface="Arial"/>
              <a:buChar char="•"/>
            </a:pPr>
            <a:r>
              <a:rPr b="0" lang="en-US" sz="2800" spc="-1" strike="noStrike">
                <a:solidFill>
                  <a:schemeClr val="dk1">
                    <a:tint val="75000"/>
                  </a:schemeClr>
                </a:solidFill>
                <a:latin typeface="Century Gothic"/>
              </a:rPr>
              <a:t>Selection</a:t>
            </a:r>
            <a:endParaRPr b="0" lang="en-US" sz="28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Rate of mixing and placing</a:t>
            </a:r>
            <a:endParaRPr b="0" lang="en-US" sz="24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Haul distance and quality of road</a:t>
            </a:r>
            <a:endParaRPr b="0" lang="en-US" sz="2400" spc="-1" strike="noStrike">
              <a:solidFill>
                <a:schemeClr val="dk1">
                  <a:lumMod val="75000"/>
                  <a:lumOff val="25000"/>
                </a:schemeClr>
              </a:solidFill>
              <a:latin typeface="Century Gothic"/>
            </a:endParaRPr>
          </a:p>
          <a:p>
            <a:pPr marL="457200" indent="0" defTabSz="914400">
              <a:lnSpc>
                <a:spcPct val="100000"/>
              </a:lnSpc>
              <a:buNone/>
            </a:pPr>
            <a:endParaRPr b="0" lang="en-US" sz="1800" spc="-1" strike="noStrike">
              <a:solidFill>
                <a:schemeClr val="dk1">
                  <a:lumMod val="75000"/>
                  <a:lumOff val="25000"/>
                </a:schemeClr>
              </a:solidFill>
              <a:latin typeface="Century Gothic"/>
            </a:endParaRPr>
          </a:p>
        </p:txBody>
      </p:sp>
      <p:pic>
        <p:nvPicPr>
          <p:cNvPr id="787" name="Picture 3" descr="RMCtruck.jpg"/>
          <p:cNvPicPr/>
          <p:nvPr/>
        </p:nvPicPr>
        <p:blipFill>
          <a:blip r:embed="rId1"/>
          <a:stretch/>
        </p:blipFill>
        <p:spPr>
          <a:xfrm>
            <a:off x="8093160" y="2362680"/>
            <a:ext cx="3796560" cy="2664000"/>
          </a:xfrm>
          <a:prstGeom prst="rect">
            <a:avLst/>
          </a:prstGeom>
          <a:ln w="0">
            <a:noFill/>
          </a:ln>
        </p:spPr>
      </p:pic>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8" name="PlaceHolder 1"/>
          <p:cNvSpPr>
            <a:spLocks noGrp="1"/>
          </p:cNvSpPr>
          <p:nvPr>
            <p:ph type="title"/>
          </p:nvPr>
        </p:nvSpPr>
        <p:spPr>
          <a:xfrm>
            <a:off x="2209680" y="0"/>
            <a:ext cx="7772040" cy="980640"/>
          </a:xfrm>
          <a:prstGeom prst="rect">
            <a:avLst/>
          </a:prstGeom>
          <a:noFill/>
          <a:ln w="0">
            <a:noFill/>
          </a:ln>
        </p:spPr>
        <p:txBody>
          <a:bodyPr lIns="91440" rIns="91440" tIns="45720" bIns="45720" anchor="t">
            <a:noAutofit/>
          </a:bodyPr>
          <a:p>
            <a:pPr indent="0" algn="ctr" defTabSz="457200">
              <a:lnSpc>
                <a:spcPct val="100000"/>
              </a:lnSpc>
              <a:buNone/>
            </a:pPr>
            <a:r>
              <a:rPr b="1" lang="en-US" sz="4000" spc="-1" strike="noStrike">
                <a:solidFill>
                  <a:schemeClr val="dk1">
                    <a:lumMod val="85000"/>
                    <a:lumOff val="15000"/>
                  </a:schemeClr>
                </a:solidFill>
                <a:latin typeface="Century Gothic"/>
              </a:rPr>
              <a:t>Other Methods</a:t>
            </a:r>
            <a:endParaRPr b="0" lang="en-US" sz="4000" spc="-1" strike="noStrike">
              <a:solidFill>
                <a:schemeClr val="dk1"/>
              </a:solidFill>
              <a:latin typeface="Century Gothic"/>
            </a:endParaRPr>
          </a:p>
        </p:txBody>
      </p:sp>
      <p:sp>
        <p:nvSpPr>
          <p:cNvPr id="789" name="PlaceHolder 2"/>
          <p:cNvSpPr>
            <a:spLocks noGrp="1"/>
          </p:cNvSpPr>
          <p:nvPr>
            <p:ph/>
          </p:nvPr>
        </p:nvSpPr>
        <p:spPr>
          <a:xfrm>
            <a:off x="2063520" y="980640"/>
            <a:ext cx="3560040" cy="4114440"/>
          </a:xfrm>
          <a:prstGeom prst="rect">
            <a:avLst/>
          </a:prstGeom>
          <a:noFill/>
          <a:ln w="0">
            <a:noFill/>
          </a:ln>
        </p:spPr>
        <p:txBody>
          <a:bodyPr lIns="91440" rIns="91440" tIns="45720" bIns="45720" anchor="t">
            <a:noAutofit/>
          </a:bodyPr>
          <a:p>
            <a:pPr indent="-324000" algn="r" defTabSz="914400">
              <a:lnSpc>
                <a:spcPct val="100000"/>
              </a:lnSpc>
              <a:buClr>
                <a:srgbClr val="8b8b8b"/>
              </a:buClr>
              <a:buFont typeface="Arial"/>
              <a:buChar char="•"/>
            </a:pPr>
            <a:r>
              <a:rPr b="0" lang="en-US" sz="2800" spc="-1" strike="noStrike">
                <a:solidFill>
                  <a:schemeClr val="dk1">
                    <a:tint val="75000"/>
                  </a:schemeClr>
                </a:solidFill>
                <a:latin typeface="Century Gothic"/>
              </a:rPr>
              <a:t>Skips</a:t>
            </a:r>
            <a:endParaRPr b="0" lang="en-US" sz="28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Rollover or Constant altitude</a:t>
            </a:r>
            <a:endParaRPr b="0" lang="en-US" sz="24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Moved by tower cranes</a:t>
            </a:r>
            <a:endParaRPr b="0" lang="en-US" sz="2400" spc="-1" strike="noStrike">
              <a:solidFill>
                <a:schemeClr val="dk1">
                  <a:lumMod val="75000"/>
                  <a:lumOff val="25000"/>
                </a:schemeClr>
              </a:solidFill>
              <a:latin typeface="Century Gothic"/>
            </a:endParaRPr>
          </a:p>
          <a:p>
            <a:pPr indent="-324000" algn="r" defTabSz="914400">
              <a:lnSpc>
                <a:spcPct val="100000"/>
              </a:lnSpc>
              <a:buClr>
                <a:srgbClr val="8b8b8b"/>
              </a:buClr>
              <a:buFont typeface="Arial"/>
              <a:buChar char="•"/>
            </a:pPr>
            <a:r>
              <a:rPr b="0" lang="en-US" sz="2800" spc="-1" strike="noStrike">
                <a:solidFill>
                  <a:schemeClr val="dk1">
                    <a:tint val="75000"/>
                  </a:schemeClr>
                </a:solidFill>
                <a:latin typeface="Century Gothic"/>
              </a:rPr>
              <a:t>Builders Hoist</a:t>
            </a:r>
            <a:endParaRPr b="0" lang="en-US" sz="2800" spc="-1" strike="noStrike">
              <a:solidFill>
                <a:schemeClr val="dk1">
                  <a:lumMod val="75000"/>
                  <a:lumOff val="25000"/>
                </a:schemeClr>
              </a:solidFill>
              <a:latin typeface="Century Gothic"/>
            </a:endParaRPr>
          </a:p>
          <a:p>
            <a:pPr indent="-324000" algn="r" defTabSz="914400">
              <a:lnSpc>
                <a:spcPct val="100000"/>
              </a:lnSpc>
              <a:buClr>
                <a:srgbClr val="8b8b8b"/>
              </a:buClr>
              <a:buFont typeface="Arial"/>
              <a:buChar char="•"/>
            </a:pPr>
            <a:r>
              <a:rPr b="0" lang="en-US" sz="2800" spc="-1" strike="noStrike">
                <a:solidFill>
                  <a:schemeClr val="dk1">
                    <a:tint val="75000"/>
                  </a:schemeClr>
                </a:solidFill>
                <a:latin typeface="Century Gothic"/>
              </a:rPr>
              <a:t>Conveyor</a:t>
            </a:r>
            <a:endParaRPr b="0" lang="en-US" sz="2800" spc="-1" strike="noStrike">
              <a:solidFill>
                <a:schemeClr val="dk1">
                  <a:lumMod val="75000"/>
                  <a:lumOff val="25000"/>
                </a:schemeClr>
              </a:solidFill>
              <a:latin typeface="Century Gothic"/>
            </a:endParaRPr>
          </a:p>
          <a:p>
            <a:pPr indent="-324000" algn="r" defTabSz="914400">
              <a:lnSpc>
                <a:spcPct val="100000"/>
              </a:lnSpc>
              <a:buClr>
                <a:srgbClr val="8b8b8b"/>
              </a:buClr>
              <a:buFont typeface="Arial"/>
              <a:buChar char="•"/>
            </a:pPr>
            <a:r>
              <a:rPr b="0" lang="en-US" sz="2800" spc="-1" strike="noStrike">
                <a:solidFill>
                  <a:schemeClr val="dk1">
                    <a:tint val="75000"/>
                  </a:schemeClr>
                </a:solidFill>
                <a:latin typeface="Century Gothic"/>
              </a:rPr>
              <a:t>Pumping </a:t>
            </a:r>
            <a:endParaRPr b="0" lang="en-US" sz="2800" spc="-1" strike="noStrike">
              <a:solidFill>
                <a:schemeClr val="dk1">
                  <a:lumMod val="75000"/>
                  <a:lumOff val="25000"/>
                </a:schemeClr>
              </a:solidFill>
              <a:latin typeface="Century Gothic"/>
            </a:endParaRPr>
          </a:p>
        </p:txBody>
      </p:sp>
      <p:pic>
        <p:nvPicPr>
          <p:cNvPr id="790" name="Picture 1029" descr="skip&amp;crane"/>
          <p:cNvPicPr/>
          <p:nvPr/>
        </p:nvPicPr>
        <p:blipFill>
          <a:blip r:embed="rId1"/>
          <a:stretch/>
        </p:blipFill>
        <p:spPr>
          <a:xfrm>
            <a:off x="5567760" y="1249200"/>
            <a:ext cx="4923720" cy="3691800"/>
          </a:xfrm>
          <a:prstGeom prst="rect">
            <a:avLst/>
          </a:prstGeom>
          <a:ln w="0">
            <a:noFill/>
          </a:ln>
        </p:spPr>
      </p:pic>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1" name="PlaceHolder 1"/>
          <p:cNvSpPr>
            <a:spLocks noGrp="1"/>
          </p:cNvSpPr>
          <p:nvPr>
            <p:ph type="title"/>
          </p:nvPr>
        </p:nvSpPr>
        <p:spPr>
          <a:xfrm>
            <a:off x="2593080" y="624240"/>
            <a:ext cx="8911440" cy="1280520"/>
          </a:xfrm>
          <a:prstGeom prst="rect">
            <a:avLst/>
          </a:prstGeom>
          <a:noFill/>
          <a:ln w="0">
            <a:noFill/>
          </a:ln>
        </p:spPr>
        <p:txBody>
          <a:bodyPr lIns="91440" rIns="91440" tIns="45720" bIns="45720" anchor="t">
            <a:normAutofit/>
          </a:bodyPr>
          <a:p>
            <a:pPr indent="0" algn="ctr" defTabSz="457200">
              <a:lnSpc>
                <a:spcPct val="100000"/>
              </a:lnSpc>
              <a:buNone/>
            </a:pPr>
            <a:r>
              <a:rPr b="1" lang="en-US" sz="4000" spc="-1" strike="noStrike">
                <a:solidFill>
                  <a:schemeClr val="dk1">
                    <a:lumMod val="85000"/>
                    <a:lumOff val="15000"/>
                  </a:schemeClr>
                </a:solidFill>
                <a:latin typeface="Century Gothic"/>
              </a:rPr>
              <a:t>Precautions when transporting</a:t>
            </a:r>
            <a:endParaRPr b="0" lang="en-US" sz="4000" spc="-1" strike="noStrike">
              <a:solidFill>
                <a:schemeClr val="dk1"/>
              </a:solidFill>
              <a:latin typeface="Century Gothic"/>
            </a:endParaRPr>
          </a:p>
        </p:txBody>
      </p:sp>
      <p:sp>
        <p:nvSpPr>
          <p:cNvPr id="792" name="PlaceHolder 2"/>
          <p:cNvSpPr>
            <a:spLocks noGrp="1"/>
          </p:cNvSpPr>
          <p:nvPr>
            <p:ph/>
          </p:nvPr>
        </p:nvSpPr>
        <p:spPr>
          <a:xfrm>
            <a:off x="5908680" y="1374120"/>
            <a:ext cx="6283080" cy="537948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a53010"/>
              </a:buClr>
              <a:buFont typeface="Arial"/>
              <a:buChar char="•"/>
            </a:pPr>
            <a:r>
              <a:rPr b="0" lang="en-US" sz="2400" spc="-1" strike="noStrike">
                <a:solidFill>
                  <a:schemeClr val="dk1">
                    <a:lumMod val="75000"/>
                    <a:lumOff val="25000"/>
                  </a:schemeClr>
                </a:solidFill>
                <a:latin typeface="Century Gothic"/>
              </a:rPr>
              <a:t>Close tailgates of lorries and skips</a:t>
            </a:r>
            <a:endParaRPr b="0" lang="en-US" sz="2400" spc="-1" strike="noStrike">
              <a:solidFill>
                <a:schemeClr val="dk1">
                  <a:lumMod val="75000"/>
                  <a:lumOff val="25000"/>
                </a:schemeClr>
              </a:solidFill>
              <a:latin typeface="Century Gothic"/>
            </a:endParaRPr>
          </a:p>
          <a:p>
            <a:pPr marL="343080" indent="-343080" defTabSz="457200">
              <a:lnSpc>
                <a:spcPct val="100000"/>
              </a:lnSpc>
              <a:spcBef>
                <a:spcPts val="1001"/>
              </a:spcBef>
              <a:buClr>
                <a:srgbClr val="a53010"/>
              </a:buClr>
              <a:buFont typeface="Arial"/>
              <a:buChar char="•"/>
            </a:pPr>
            <a:r>
              <a:rPr b="0" lang="en-US" sz="2400" spc="-1" strike="noStrike">
                <a:solidFill>
                  <a:schemeClr val="dk1">
                    <a:lumMod val="75000"/>
                    <a:lumOff val="25000"/>
                  </a:schemeClr>
                </a:solidFill>
                <a:latin typeface="Century Gothic"/>
              </a:rPr>
              <a:t>Short, flat, smooth routes</a:t>
            </a:r>
            <a:endParaRPr b="0" lang="en-US" sz="2400" spc="-1" strike="noStrike">
              <a:solidFill>
                <a:schemeClr val="dk1">
                  <a:lumMod val="75000"/>
                  <a:lumOff val="25000"/>
                </a:schemeClr>
              </a:solidFill>
              <a:latin typeface="Century Gothic"/>
            </a:endParaRPr>
          </a:p>
          <a:p>
            <a:pPr marL="343080" indent="-343080" defTabSz="457200">
              <a:lnSpc>
                <a:spcPct val="100000"/>
              </a:lnSpc>
              <a:spcBef>
                <a:spcPts val="1001"/>
              </a:spcBef>
              <a:buClr>
                <a:srgbClr val="a53010"/>
              </a:buClr>
              <a:buFont typeface="Arial"/>
              <a:buChar char="•"/>
            </a:pPr>
            <a:r>
              <a:rPr b="0" lang="en-US" sz="2400" spc="-1" strike="noStrike">
                <a:solidFill>
                  <a:schemeClr val="dk1">
                    <a:lumMod val="75000"/>
                    <a:lumOff val="25000"/>
                  </a:schemeClr>
                </a:solidFill>
                <a:latin typeface="Century Gothic"/>
              </a:rPr>
              <a:t>Cover concrete to prevent contamination</a:t>
            </a:r>
            <a:endParaRPr b="0" lang="en-US" sz="2400" spc="-1" strike="noStrike">
              <a:solidFill>
                <a:schemeClr val="dk1">
                  <a:lumMod val="75000"/>
                  <a:lumOff val="25000"/>
                </a:schemeClr>
              </a:solidFill>
              <a:latin typeface="Century Gothic"/>
            </a:endParaRPr>
          </a:p>
          <a:p>
            <a:pPr marL="343080" indent="-343080" defTabSz="457200">
              <a:lnSpc>
                <a:spcPct val="100000"/>
              </a:lnSpc>
              <a:spcBef>
                <a:spcPts val="1001"/>
              </a:spcBef>
              <a:buClr>
                <a:srgbClr val="a53010"/>
              </a:buClr>
              <a:buFont typeface="Arial"/>
              <a:buChar char="•"/>
            </a:pPr>
            <a:r>
              <a:rPr b="0" lang="en-US" sz="2400" spc="-1" strike="noStrike">
                <a:solidFill>
                  <a:schemeClr val="dk1">
                    <a:lumMod val="75000"/>
                    <a:lumOff val="25000"/>
                  </a:schemeClr>
                </a:solidFill>
                <a:latin typeface="Century Gothic"/>
              </a:rPr>
              <a:t>Minimum delays</a:t>
            </a:r>
            <a:endParaRPr b="0" lang="en-US" sz="2400" spc="-1" strike="noStrike">
              <a:solidFill>
                <a:schemeClr val="dk1">
                  <a:lumMod val="75000"/>
                  <a:lumOff val="25000"/>
                </a:schemeClr>
              </a:solidFill>
              <a:latin typeface="Century Gothic"/>
            </a:endParaRPr>
          </a:p>
          <a:p>
            <a:pPr marL="343080" indent="-343080" defTabSz="457200">
              <a:lnSpc>
                <a:spcPct val="100000"/>
              </a:lnSpc>
              <a:spcBef>
                <a:spcPts val="1001"/>
              </a:spcBef>
              <a:buClr>
                <a:srgbClr val="a53010"/>
              </a:buClr>
              <a:buFont typeface="Arial"/>
              <a:buChar char="•"/>
            </a:pPr>
            <a:r>
              <a:rPr b="0" lang="en-US" sz="2400" spc="-1" strike="noStrike">
                <a:solidFill>
                  <a:schemeClr val="dk1">
                    <a:lumMod val="75000"/>
                    <a:lumOff val="25000"/>
                  </a:schemeClr>
                </a:solidFill>
                <a:latin typeface="Century Gothic"/>
              </a:rPr>
              <a:t>Use equipment that suit the type of concrete</a:t>
            </a:r>
            <a:endParaRPr b="0" lang="en-US" sz="2400" spc="-1" strike="noStrike">
              <a:solidFill>
                <a:schemeClr val="dk1">
                  <a:lumMod val="75000"/>
                  <a:lumOff val="25000"/>
                </a:schemeClr>
              </a:solidFill>
              <a:latin typeface="Century Gothic"/>
            </a:endParaRPr>
          </a:p>
          <a:p>
            <a:pPr marL="343080" indent="-343080" defTabSz="457200">
              <a:lnSpc>
                <a:spcPct val="100000"/>
              </a:lnSpc>
              <a:spcBef>
                <a:spcPts val="1001"/>
              </a:spcBef>
              <a:buClr>
                <a:srgbClr val="a53010"/>
              </a:buClr>
              <a:buFont typeface="Arial"/>
              <a:buChar char="•"/>
            </a:pPr>
            <a:r>
              <a:rPr b="0" lang="en-US" sz="2400" spc="-1" strike="noStrike">
                <a:solidFill>
                  <a:schemeClr val="dk1">
                    <a:lumMod val="75000"/>
                    <a:lumOff val="25000"/>
                  </a:schemeClr>
                </a:solidFill>
                <a:latin typeface="Century Gothic"/>
              </a:rPr>
              <a:t>Avoid unnecessary jolting of concrete</a:t>
            </a:r>
            <a:endParaRPr b="0" lang="en-US" sz="2400" spc="-1" strike="noStrike">
              <a:solidFill>
                <a:schemeClr val="dk1">
                  <a:lumMod val="75000"/>
                  <a:lumOff val="25000"/>
                </a:schemeClr>
              </a:solidFill>
              <a:latin typeface="Century Gothic"/>
            </a:endParaRPr>
          </a:p>
          <a:p>
            <a:pPr marL="343080" indent="-343080" defTabSz="457200">
              <a:lnSpc>
                <a:spcPct val="100000"/>
              </a:lnSpc>
              <a:spcBef>
                <a:spcPts val="1001"/>
              </a:spcBef>
              <a:buClr>
                <a:srgbClr val="a53010"/>
              </a:buClr>
              <a:buFont typeface="Arial"/>
              <a:buChar char="•"/>
            </a:pPr>
            <a:r>
              <a:rPr b="0" lang="en-US" sz="2400" spc="-1" strike="noStrike">
                <a:solidFill>
                  <a:schemeClr val="dk1">
                    <a:lumMod val="75000"/>
                    <a:lumOff val="25000"/>
                  </a:schemeClr>
                </a:solidFill>
                <a:latin typeface="Century Gothic"/>
              </a:rPr>
              <a:t>Guide concrete into forms with a chute, elephant trunk or a tremie</a:t>
            </a:r>
            <a:endParaRPr b="0" lang="en-US" sz="2400" spc="-1" strike="noStrike">
              <a:solidFill>
                <a:schemeClr val="dk1">
                  <a:lumMod val="75000"/>
                  <a:lumOff val="25000"/>
                </a:schemeClr>
              </a:solidFill>
              <a:latin typeface="Century Gothic"/>
            </a:endParaRPr>
          </a:p>
          <a:p>
            <a:pPr marL="343080" indent="-343080" defTabSz="457200">
              <a:lnSpc>
                <a:spcPct val="100000"/>
              </a:lnSpc>
              <a:spcBef>
                <a:spcPts val="1001"/>
              </a:spcBef>
              <a:buClr>
                <a:srgbClr val="a53010"/>
              </a:buClr>
              <a:buFont typeface="Arial"/>
              <a:buChar char="•"/>
            </a:pPr>
            <a:r>
              <a:rPr b="0" lang="en-US" sz="2400" spc="-1" strike="noStrike">
                <a:solidFill>
                  <a:schemeClr val="dk1">
                    <a:lumMod val="75000"/>
                    <a:lumOff val="25000"/>
                  </a:schemeClr>
                </a:solidFill>
                <a:latin typeface="Century Gothic"/>
              </a:rPr>
              <a:t>Lower the temperature of aggregates and water in hot weather</a:t>
            </a:r>
            <a:endParaRPr b="0" lang="en-US" sz="2400" spc="-1" strike="noStrike">
              <a:solidFill>
                <a:schemeClr val="dk1">
                  <a:lumMod val="75000"/>
                  <a:lumOff val="25000"/>
                </a:schemeClr>
              </a:solidFill>
              <a:latin typeface="Century Gothic"/>
            </a:endParaRPr>
          </a:p>
          <a:p>
            <a:pPr indent="0" defTabSz="457200">
              <a:lnSpc>
                <a:spcPct val="100000"/>
              </a:lnSpc>
              <a:spcBef>
                <a:spcPts val="1001"/>
              </a:spcBef>
              <a:buNone/>
            </a:pPr>
            <a:endParaRPr b="0" lang="en-US" sz="2400" spc="-1" strike="noStrike">
              <a:solidFill>
                <a:schemeClr val="dk1">
                  <a:lumMod val="75000"/>
                  <a:lumOff val="25000"/>
                </a:schemeClr>
              </a:solidFill>
              <a:latin typeface="Century Gothic"/>
            </a:endParaRPr>
          </a:p>
        </p:txBody>
      </p:sp>
      <p:pic>
        <p:nvPicPr>
          <p:cNvPr id="793" name="Content Placeholder 1" descr=""/>
          <p:cNvPicPr/>
          <p:nvPr/>
        </p:nvPicPr>
        <p:blipFill>
          <a:blip r:embed="rId1"/>
          <a:stretch/>
        </p:blipFill>
        <p:spPr>
          <a:xfrm>
            <a:off x="813960" y="1374120"/>
            <a:ext cx="5000400" cy="3750120"/>
          </a:xfrm>
          <a:prstGeom prst="rect">
            <a:avLst/>
          </a:prstGeom>
          <a:ln w="0">
            <a:noFill/>
          </a:ln>
        </p:spPr>
      </p:pic>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4" name="PlaceHolder 1"/>
          <p:cNvSpPr>
            <a:spLocks noGrp="1"/>
          </p:cNvSpPr>
          <p:nvPr>
            <p:ph type="title"/>
          </p:nvPr>
        </p:nvSpPr>
        <p:spPr>
          <a:xfrm>
            <a:off x="2207160" y="98280"/>
            <a:ext cx="7772040" cy="1131120"/>
          </a:xfrm>
          <a:prstGeom prst="rect">
            <a:avLst/>
          </a:prstGeom>
          <a:noFill/>
          <a:ln w="0">
            <a:noFill/>
          </a:ln>
        </p:spPr>
        <p:txBody>
          <a:bodyPr lIns="91440" rIns="91440" tIns="45720" bIns="45720" anchor="t">
            <a:noAutofit/>
          </a:bodyPr>
          <a:p>
            <a:pPr indent="0" algn="ctr" defTabSz="457200">
              <a:lnSpc>
                <a:spcPct val="100000"/>
              </a:lnSpc>
              <a:buNone/>
            </a:pPr>
            <a:r>
              <a:rPr b="1" lang="en-US" sz="4000" spc="-1" strike="noStrike">
                <a:solidFill>
                  <a:schemeClr val="dk1">
                    <a:lumMod val="85000"/>
                    <a:lumOff val="15000"/>
                  </a:schemeClr>
                </a:solidFill>
                <a:latin typeface="Century Gothic"/>
              </a:rPr>
              <a:t>Different Skips</a:t>
            </a:r>
            <a:endParaRPr b="0" lang="en-US" sz="4000" spc="-1" strike="noStrike">
              <a:solidFill>
                <a:schemeClr val="dk1"/>
              </a:solidFill>
              <a:latin typeface="Century Gothic"/>
            </a:endParaRPr>
          </a:p>
        </p:txBody>
      </p:sp>
      <p:pic>
        <p:nvPicPr>
          <p:cNvPr id="795" name="Picture 4" descr="skip"/>
          <p:cNvPicPr/>
          <p:nvPr/>
        </p:nvPicPr>
        <p:blipFill>
          <a:blip r:embed="rId1"/>
          <a:srcRect l="12571" t="15408" r="8417" b="14333"/>
          <a:stretch/>
        </p:blipFill>
        <p:spPr>
          <a:xfrm>
            <a:off x="5447880" y="1196640"/>
            <a:ext cx="5076360" cy="3384000"/>
          </a:xfrm>
          <a:prstGeom prst="rect">
            <a:avLst/>
          </a:prstGeom>
          <a:ln w="9525">
            <a:solidFill>
              <a:srgbClr val="ffffff"/>
            </a:solidFill>
            <a:miter/>
          </a:ln>
        </p:spPr>
      </p:pic>
      <p:sp>
        <p:nvSpPr>
          <p:cNvPr id="796" name="Text Box 5"/>
          <p:cNvSpPr/>
          <p:nvPr/>
        </p:nvSpPr>
        <p:spPr>
          <a:xfrm>
            <a:off x="1791360" y="6156720"/>
            <a:ext cx="4067280" cy="577440"/>
          </a:xfrm>
          <a:prstGeom prst="rect">
            <a:avLst/>
          </a:prstGeom>
          <a:noFill/>
          <a:ln w="12700">
            <a:noFill/>
          </a:ln>
        </p:spPr>
        <p:style>
          <a:lnRef idx="0"/>
          <a:fillRef idx="0"/>
          <a:effectRef idx="0"/>
          <a:fontRef idx="minor"/>
        </p:style>
        <p:txBody>
          <a:bodyPr wrap="none" lIns="90000" rIns="90000" tIns="45000" bIns="45000" anchor="t">
            <a:spAutoFit/>
          </a:bodyPr>
          <a:p>
            <a:pPr defTabSz="914400">
              <a:lnSpc>
                <a:spcPct val="100000"/>
              </a:lnSpc>
            </a:pPr>
            <a:r>
              <a:rPr b="0" lang="en-US" sz="3200" spc="-1" strike="noStrike">
                <a:solidFill>
                  <a:srgbClr val="003366"/>
                </a:solidFill>
                <a:latin typeface="Century Gothic"/>
              </a:rPr>
              <a:t>Lay-back or roll-over</a:t>
            </a:r>
            <a:endParaRPr b="0" lang="en-US" sz="3200" spc="-1" strike="noStrike">
              <a:solidFill>
                <a:srgbClr val="000000"/>
              </a:solidFill>
              <a:latin typeface="Arial"/>
            </a:endParaRPr>
          </a:p>
        </p:txBody>
      </p:sp>
      <p:sp>
        <p:nvSpPr>
          <p:cNvPr id="797" name="Rectangle 6"/>
          <p:cNvSpPr/>
          <p:nvPr/>
        </p:nvSpPr>
        <p:spPr>
          <a:xfrm>
            <a:off x="6702480" y="4797000"/>
            <a:ext cx="4491000" cy="577440"/>
          </a:xfrm>
          <a:prstGeom prst="rect">
            <a:avLst/>
          </a:prstGeom>
          <a:noFill/>
          <a:ln w="12700">
            <a:noFill/>
          </a:ln>
        </p:spPr>
        <p:style>
          <a:lnRef idx="0"/>
          <a:fillRef idx="0"/>
          <a:effectRef idx="0"/>
          <a:fontRef idx="minor"/>
        </p:style>
        <p:txBody>
          <a:bodyPr wrap="none" lIns="90000" rIns="90000" tIns="45000" bIns="45000" anchor="t">
            <a:spAutoFit/>
          </a:bodyPr>
          <a:p>
            <a:pPr defTabSz="914400">
              <a:lnSpc>
                <a:spcPct val="100000"/>
              </a:lnSpc>
            </a:pPr>
            <a:r>
              <a:rPr b="0" lang="en-US" sz="3200" spc="-1" strike="noStrike">
                <a:solidFill>
                  <a:srgbClr val="003366"/>
                </a:solidFill>
                <a:latin typeface="Century Gothic"/>
              </a:rPr>
              <a:t>Constant level/altitude</a:t>
            </a:r>
            <a:endParaRPr b="0" lang="en-US" sz="3200" spc="-1" strike="noStrike">
              <a:solidFill>
                <a:srgbClr val="000000"/>
              </a:solidFill>
              <a:latin typeface="Arial"/>
            </a:endParaRPr>
          </a:p>
        </p:txBody>
      </p:sp>
      <p:pic>
        <p:nvPicPr>
          <p:cNvPr id="798" name="Picture 11" descr=""/>
          <p:cNvPicPr/>
          <p:nvPr/>
        </p:nvPicPr>
        <p:blipFill>
          <a:blip r:embed="rId2"/>
          <a:stretch/>
        </p:blipFill>
        <p:spPr>
          <a:xfrm>
            <a:off x="1631520" y="1196640"/>
            <a:ext cx="3693960" cy="4957560"/>
          </a:xfrm>
          <a:prstGeom prst="rect">
            <a:avLst/>
          </a:prstGeom>
          <a:ln w="0">
            <a:noFill/>
          </a:ln>
        </p:spPr>
      </p:pic>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9" name="PlaceHolder 1"/>
          <p:cNvSpPr>
            <a:spLocks noGrp="1"/>
          </p:cNvSpPr>
          <p:nvPr>
            <p:ph type="title"/>
          </p:nvPr>
        </p:nvSpPr>
        <p:spPr>
          <a:xfrm>
            <a:off x="2209680" y="380880"/>
            <a:ext cx="7772040" cy="1142640"/>
          </a:xfrm>
          <a:prstGeom prst="rect">
            <a:avLst/>
          </a:prstGeom>
          <a:noFill/>
          <a:ln w="0">
            <a:noFill/>
          </a:ln>
        </p:spPr>
        <p:txBody>
          <a:bodyPr lIns="90360" rIns="90360" tIns="44280" bIns="44280" anchor="t">
            <a:normAutofit/>
          </a:bodyPr>
          <a:p>
            <a:pPr indent="0" algn="ctr" defTabSz="457200">
              <a:lnSpc>
                <a:spcPct val="100000"/>
              </a:lnSpc>
              <a:buNone/>
            </a:pPr>
            <a:r>
              <a:rPr b="1" lang="en-US" sz="4000" spc="-1" strike="noStrike">
                <a:solidFill>
                  <a:schemeClr val="dk1">
                    <a:lumMod val="85000"/>
                    <a:lumOff val="15000"/>
                  </a:schemeClr>
                </a:solidFill>
                <a:latin typeface="Century Gothic"/>
              </a:rPr>
              <a:t>Conveyor</a:t>
            </a:r>
            <a:endParaRPr b="0" lang="en-US" sz="4000" spc="-1" strike="noStrike">
              <a:solidFill>
                <a:schemeClr val="dk1"/>
              </a:solidFill>
              <a:latin typeface="Century Gothic"/>
            </a:endParaRPr>
          </a:p>
        </p:txBody>
      </p:sp>
      <p:pic>
        <p:nvPicPr>
          <p:cNvPr id="800" name="Picture 5" descr="conveyor"/>
          <p:cNvPicPr/>
          <p:nvPr/>
        </p:nvPicPr>
        <p:blipFill>
          <a:blip r:embed="rId1">
            <a:lum bright="30000"/>
          </a:blip>
          <a:stretch/>
        </p:blipFill>
        <p:spPr>
          <a:xfrm>
            <a:off x="2063520" y="1628640"/>
            <a:ext cx="6696360" cy="5020200"/>
          </a:xfrm>
          <a:prstGeom prst="rect">
            <a:avLst/>
          </a:prstGeom>
          <a:ln w="0">
            <a:solidFill>
              <a:srgbClr val="ffffff"/>
            </a:solidFill>
          </a:ln>
          <a:effectLst>
            <a:outerShdw algn="ctr" dir="2700000" dist="107423" rotWithShape="0">
              <a:schemeClr val="bg2"/>
            </a:outerShdw>
          </a:effectLst>
        </p:spPr>
      </p:pic>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1" name="TextBox 9"/>
          <p:cNvSpPr/>
          <p:nvPr/>
        </p:nvSpPr>
        <p:spPr>
          <a:xfrm>
            <a:off x="1523880" y="1208880"/>
            <a:ext cx="4499640" cy="699120"/>
          </a:xfrm>
          <a:prstGeom prst="rect">
            <a:avLst/>
          </a:prstGeom>
          <a:noFill/>
          <a:ln w="9525">
            <a:noFill/>
          </a:ln>
        </p:spPr>
        <p:style>
          <a:lnRef idx="0"/>
          <a:fillRef idx="0"/>
          <a:effectRef idx="0"/>
          <a:fontRef idx="minor"/>
        </p:style>
        <p:txBody>
          <a:bodyPr lIns="90000" rIns="90000" tIns="45000" bIns="45000" anchor="t">
            <a:spAutoFit/>
          </a:bodyPr>
          <a:p>
            <a:pPr algn="ctr" defTabSz="914400">
              <a:lnSpc>
                <a:spcPct val="100000"/>
              </a:lnSpc>
            </a:pPr>
            <a:r>
              <a:rPr b="1" lang="en-US" sz="4000" spc="-1" strike="noStrike">
                <a:solidFill>
                  <a:schemeClr val="dk1"/>
                </a:solidFill>
                <a:latin typeface="Calibri"/>
              </a:rPr>
              <a:t>Placing</a:t>
            </a:r>
            <a:endParaRPr b="0" lang="en-US" sz="4000" spc="-1" strike="noStrike">
              <a:solidFill>
                <a:srgbClr val="000000"/>
              </a:solidFill>
              <a:latin typeface="Arial"/>
            </a:endParaRPr>
          </a:p>
        </p:txBody>
      </p:sp>
      <p:graphicFrame>
        <p:nvGraphicFramePr>
          <p:cNvPr id="802" name="Object 5"/>
          <p:cNvGraphicFramePr/>
          <p:nvPr/>
        </p:nvGraphicFramePr>
        <p:xfrm>
          <a:off x="5621040" y="-720"/>
          <a:ext cx="6570000" cy="6760440"/>
        </p:xfrm>
        <a:graphic>
          <a:graphicData uri="http://schemas.openxmlformats.org/presentationml/2006/ole">
            <p:oleObj progId="Photoshop.Image.6" r:id="rId1" spid="">
              <p:embed/>
              <p:pic>
                <p:nvPicPr>
                  <p:cNvPr id="803" name="Object 5" descr=""/>
                  <p:cNvPicPr/>
                  <p:nvPr/>
                </p:nvPicPr>
                <p:blipFill>
                  <a:blip r:embed="rId2"/>
                  <a:stretch/>
                </p:blipFill>
                <p:spPr>
                  <a:xfrm>
                    <a:off x="5621040" y="-720"/>
                    <a:ext cx="6570000" cy="6760440"/>
                  </a:xfrm>
                  <a:prstGeom prst="rect">
                    <a:avLst/>
                  </a:prstGeom>
                  <a:ln w="0">
                    <a:noFill/>
                  </a:ln>
                </p:spPr>
              </p:pic>
            </p:oleObj>
          </a:graphicData>
        </a:graphic>
      </p:graphicFrame>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4" name="PlaceHolder 1"/>
          <p:cNvSpPr>
            <a:spLocks noGrp="1"/>
          </p:cNvSpPr>
          <p:nvPr>
            <p:ph type="title"/>
          </p:nvPr>
        </p:nvSpPr>
        <p:spPr>
          <a:xfrm>
            <a:off x="1505520" y="624240"/>
            <a:ext cx="9998280" cy="1280520"/>
          </a:xfrm>
          <a:prstGeom prst="rect">
            <a:avLst/>
          </a:prstGeom>
          <a:noFill/>
          <a:ln w="0">
            <a:noFill/>
          </a:ln>
        </p:spPr>
        <p:txBody>
          <a:bodyPr lIns="90360" rIns="90360" tIns="44280" bIns="44280" anchor="t">
            <a:normAutofit/>
          </a:bodyPr>
          <a:p>
            <a:pPr indent="0" algn="ctr" defTabSz="457200">
              <a:lnSpc>
                <a:spcPct val="100000"/>
              </a:lnSpc>
              <a:buNone/>
            </a:pPr>
            <a:r>
              <a:rPr b="1" lang="en-US" sz="4000" spc="-1" strike="noStrike">
                <a:solidFill>
                  <a:schemeClr val="dk1">
                    <a:lumMod val="85000"/>
                    <a:lumOff val="15000"/>
                  </a:schemeClr>
                </a:solidFill>
                <a:latin typeface="Century Gothic"/>
              </a:rPr>
              <a:t>Placing of Concrete </a:t>
            </a:r>
            <a:endParaRPr b="0" lang="en-US" sz="4000" spc="-1" strike="noStrike">
              <a:solidFill>
                <a:schemeClr val="dk1"/>
              </a:solidFill>
              <a:latin typeface="Century Gothic"/>
            </a:endParaRPr>
          </a:p>
        </p:txBody>
      </p:sp>
      <p:sp>
        <p:nvSpPr>
          <p:cNvPr id="805" name="PlaceHolder 2"/>
          <p:cNvSpPr>
            <a:spLocks noGrp="1"/>
          </p:cNvSpPr>
          <p:nvPr>
            <p:ph/>
          </p:nvPr>
        </p:nvSpPr>
        <p:spPr>
          <a:xfrm>
            <a:off x="1797840" y="1413000"/>
            <a:ext cx="10209240" cy="4647960"/>
          </a:xfrm>
          <a:prstGeom prst="rect">
            <a:avLst/>
          </a:prstGeom>
          <a:noFill/>
          <a:ln w="0">
            <a:noFill/>
          </a:ln>
        </p:spPr>
        <p:txBody>
          <a:bodyPr lIns="90360" rIns="90360" tIns="44280" bIns="44280" anchor="t">
            <a:normAutofit/>
          </a:bodyPr>
          <a:p>
            <a:pPr indent="0" algn="r" defTabSz="914400">
              <a:lnSpc>
                <a:spcPct val="100000"/>
              </a:lnSpc>
              <a:buNone/>
            </a:pPr>
            <a:r>
              <a:rPr b="0" lang="en-US" sz="2800" spc="-1" strike="noStrike">
                <a:solidFill>
                  <a:schemeClr val="dk1">
                    <a:tint val="75000"/>
                  </a:schemeClr>
                </a:solidFill>
                <a:latin typeface="Century Gothic"/>
              </a:rPr>
              <a:t>Placement</a:t>
            </a:r>
            <a:endParaRPr b="0" lang="en-US" sz="2800" spc="-1" strike="noStrike">
              <a:solidFill>
                <a:schemeClr val="dk1">
                  <a:lumMod val="75000"/>
                  <a:lumOff val="25000"/>
                </a:schemeClr>
              </a:solidFill>
              <a:latin typeface="Century Gothic"/>
            </a:endParaRPr>
          </a:p>
          <a:p>
            <a:pPr lvl="1" marL="800280" indent="-343080" defTabSz="914400">
              <a:lnSpc>
                <a:spcPct val="100000"/>
              </a:lnSpc>
              <a:buClr>
                <a:srgbClr val="4b866e"/>
              </a:buClr>
              <a:buFont typeface="Arial"/>
              <a:buChar char="•"/>
            </a:pPr>
            <a:r>
              <a:rPr b="0" lang="en-US" sz="2400" spc="-1" strike="noStrike">
                <a:solidFill>
                  <a:schemeClr val="accent6">
                    <a:lumMod val="75000"/>
                  </a:schemeClr>
                </a:solidFill>
                <a:latin typeface="Century Gothic"/>
              </a:rPr>
              <a:t>Never move concrete with a vibrator</a:t>
            </a:r>
            <a:endParaRPr b="0" lang="en-US" sz="2400" spc="-1" strike="noStrike">
              <a:solidFill>
                <a:schemeClr val="dk1">
                  <a:lumMod val="75000"/>
                  <a:lumOff val="25000"/>
                </a:schemeClr>
              </a:solidFill>
              <a:latin typeface="Century Gothic"/>
            </a:endParaRPr>
          </a:p>
          <a:p>
            <a:pPr lvl="1" marL="800280" indent="-343080" defTabSz="914400">
              <a:lnSpc>
                <a:spcPct val="100000"/>
              </a:lnSpc>
              <a:buClr>
                <a:srgbClr val="4b866e"/>
              </a:buClr>
              <a:buFont typeface="Arial"/>
              <a:buChar char="•"/>
            </a:pPr>
            <a:r>
              <a:rPr b="0" lang="en-US" sz="2400" spc="-1" strike="noStrike">
                <a:solidFill>
                  <a:schemeClr val="accent6">
                    <a:lumMod val="75000"/>
                  </a:schemeClr>
                </a:solidFill>
                <a:latin typeface="Century Gothic"/>
              </a:rPr>
              <a:t>Place in uniform layers</a:t>
            </a:r>
            <a:endParaRPr b="0" lang="en-US" sz="2400" spc="-1" strike="noStrike">
              <a:solidFill>
                <a:schemeClr val="dk1">
                  <a:lumMod val="75000"/>
                  <a:lumOff val="25000"/>
                </a:schemeClr>
              </a:solidFill>
              <a:latin typeface="Century Gothic"/>
            </a:endParaRPr>
          </a:p>
          <a:p>
            <a:pPr lvl="1" marL="800280" indent="-343080" defTabSz="914400">
              <a:lnSpc>
                <a:spcPct val="100000"/>
              </a:lnSpc>
              <a:buClr>
                <a:srgbClr val="4b866e"/>
              </a:buClr>
              <a:buFont typeface="Arial"/>
              <a:buChar char="•"/>
            </a:pPr>
            <a:r>
              <a:rPr b="0" lang="en-US" sz="2400" spc="-1" strike="noStrike">
                <a:solidFill>
                  <a:schemeClr val="accent6">
                    <a:lumMod val="75000"/>
                  </a:schemeClr>
                </a:solidFill>
                <a:latin typeface="Century Gothic"/>
              </a:rPr>
              <a:t>Layer thickness to match compaction</a:t>
            </a:r>
            <a:endParaRPr b="0" lang="en-US" sz="2400" spc="-1" strike="noStrike">
              <a:solidFill>
                <a:schemeClr val="dk1">
                  <a:lumMod val="75000"/>
                  <a:lumOff val="25000"/>
                </a:schemeClr>
              </a:solidFill>
              <a:latin typeface="Century Gothic"/>
            </a:endParaRPr>
          </a:p>
          <a:p>
            <a:pPr lvl="1" marL="800280" indent="-343080" defTabSz="914400">
              <a:lnSpc>
                <a:spcPct val="100000"/>
              </a:lnSpc>
              <a:buClr>
                <a:srgbClr val="4b866e"/>
              </a:buClr>
              <a:buFont typeface="Arial"/>
              <a:buChar char="•"/>
            </a:pPr>
            <a:r>
              <a:rPr b="0" lang="en-US" sz="2400" spc="-1" strike="noStrike">
                <a:solidFill>
                  <a:schemeClr val="accent6">
                    <a:lumMod val="75000"/>
                  </a:schemeClr>
                </a:solidFill>
                <a:latin typeface="Century Gothic"/>
              </a:rPr>
              <a:t>Place while layer underneath is still plastic</a:t>
            </a:r>
            <a:endParaRPr b="0" lang="en-US" sz="2400" spc="-1" strike="noStrike">
              <a:solidFill>
                <a:schemeClr val="dk1">
                  <a:lumMod val="75000"/>
                  <a:lumOff val="25000"/>
                </a:schemeClr>
              </a:solidFill>
              <a:latin typeface="Century Gothic"/>
            </a:endParaRPr>
          </a:p>
          <a:p>
            <a:pPr lvl="1" marL="800280" indent="-343080" defTabSz="914400">
              <a:lnSpc>
                <a:spcPct val="100000"/>
              </a:lnSpc>
              <a:buClr>
                <a:srgbClr val="4b866e"/>
              </a:buClr>
              <a:buFont typeface="Arial"/>
              <a:buChar char="•"/>
            </a:pPr>
            <a:r>
              <a:rPr b="0" lang="en-US" sz="2400" spc="-1" strike="noStrike">
                <a:solidFill>
                  <a:schemeClr val="accent6">
                    <a:lumMod val="75000"/>
                  </a:schemeClr>
                </a:solidFill>
                <a:latin typeface="Century Gothic"/>
              </a:rPr>
              <a:t>Start from bottom on slopes</a:t>
            </a:r>
            <a:endParaRPr b="0" lang="en-US" sz="2400" spc="-1" strike="noStrike">
              <a:solidFill>
                <a:schemeClr val="dk1">
                  <a:lumMod val="75000"/>
                  <a:lumOff val="25000"/>
                </a:schemeClr>
              </a:solidFill>
              <a:latin typeface="Century Gothic"/>
            </a:endParaRPr>
          </a:p>
          <a:p>
            <a:pPr lvl="1" marL="800280" indent="-343080" defTabSz="914400">
              <a:lnSpc>
                <a:spcPct val="100000"/>
              </a:lnSpc>
              <a:buClr>
                <a:srgbClr val="4b866e"/>
              </a:buClr>
              <a:buFont typeface="Arial"/>
              <a:buChar char="•"/>
            </a:pPr>
            <a:r>
              <a:rPr b="0" lang="en-US" sz="2400" spc="-1" strike="noStrike">
                <a:solidFill>
                  <a:schemeClr val="accent6">
                    <a:lumMod val="75000"/>
                  </a:schemeClr>
                </a:solidFill>
                <a:latin typeface="Century Gothic"/>
              </a:rPr>
              <a:t>Place into corners</a:t>
            </a:r>
            <a:endParaRPr b="0" lang="en-US" sz="2400" spc="-1" strike="noStrike">
              <a:solidFill>
                <a:schemeClr val="dk1">
                  <a:lumMod val="75000"/>
                  <a:lumOff val="25000"/>
                </a:schemeClr>
              </a:solidFill>
              <a:latin typeface="Century Gothic"/>
            </a:endParaRPr>
          </a:p>
          <a:p>
            <a:pPr lvl="1" marL="800280" indent="-343080" defTabSz="914400">
              <a:lnSpc>
                <a:spcPct val="100000"/>
              </a:lnSpc>
              <a:buClr>
                <a:srgbClr val="4b866e"/>
              </a:buClr>
              <a:buFont typeface="Arial"/>
              <a:buChar char="•"/>
            </a:pPr>
            <a:r>
              <a:rPr b="0" lang="en-US" sz="2400" spc="-1" strike="noStrike">
                <a:solidFill>
                  <a:schemeClr val="accent6">
                    <a:lumMod val="75000"/>
                  </a:schemeClr>
                </a:solidFill>
                <a:latin typeface="Century Gothic"/>
              </a:rPr>
              <a:t>Generally place in its final position within thirty minutes of leaving the mixer</a:t>
            </a:r>
            <a:endParaRPr b="0" lang="en-US" sz="2400" spc="-1" strike="noStrike">
              <a:solidFill>
                <a:schemeClr val="dk1">
                  <a:lumMod val="75000"/>
                  <a:lumOff val="25000"/>
                </a:schemeClr>
              </a:solidFill>
              <a:latin typeface="Century Gothic"/>
            </a:endParaRPr>
          </a:p>
          <a:p>
            <a:pPr lvl="1" marL="800280" indent="-343080" defTabSz="914400">
              <a:lnSpc>
                <a:spcPct val="100000"/>
              </a:lnSpc>
              <a:buClr>
                <a:srgbClr val="4b866e"/>
              </a:buClr>
              <a:buFont typeface="Arial"/>
              <a:buChar char="•"/>
            </a:pPr>
            <a:r>
              <a:rPr b="0" lang="en-US" sz="2400" spc="-1" strike="noStrike">
                <a:solidFill>
                  <a:schemeClr val="accent6">
                    <a:lumMod val="75000"/>
                  </a:schemeClr>
                </a:solidFill>
                <a:latin typeface="Century Gothic"/>
              </a:rPr>
              <a:t>Use elephant trunking or a tremie</a:t>
            </a:r>
            <a:endParaRPr b="0" lang="en-US" sz="2400" spc="-1" strike="noStrike">
              <a:solidFill>
                <a:schemeClr val="dk1">
                  <a:lumMod val="75000"/>
                  <a:lumOff val="25000"/>
                </a:schemeClr>
              </a:solidFill>
              <a:latin typeface="Century Gothic"/>
            </a:endParaRPr>
          </a:p>
          <a:p>
            <a:pPr indent="0" algn="r" defTabSz="914400">
              <a:lnSpc>
                <a:spcPct val="100000"/>
              </a:lnSpc>
              <a:buNone/>
            </a:pPr>
            <a:r>
              <a:rPr b="0" lang="en-US" sz="2800" spc="-1" strike="noStrike">
                <a:solidFill>
                  <a:schemeClr val="dk1">
                    <a:tint val="75000"/>
                  </a:schemeClr>
                </a:solidFill>
                <a:latin typeface="Century Gothic"/>
              </a:rPr>
              <a:t>Reject unsuitable concrete</a:t>
            </a:r>
            <a:endParaRPr b="0" lang="en-US" sz="2800" spc="-1" strike="noStrike">
              <a:solidFill>
                <a:schemeClr val="dk1">
                  <a:lumMod val="75000"/>
                  <a:lumOff val="25000"/>
                </a:schemeClr>
              </a:solidFill>
              <a:latin typeface="Century Gothic"/>
            </a:endParaRPr>
          </a:p>
          <a:p>
            <a:pPr indent="0" algn="r" defTabSz="914400">
              <a:lnSpc>
                <a:spcPct val="100000"/>
              </a:lnSpc>
              <a:buNone/>
            </a:pPr>
            <a:endParaRPr b="0" lang="en-US" sz="900" spc="-1" strike="noStrike">
              <a:solidFill>
                <a:schemeClr val="dk1">
                  <a:lumMod val="75000"/>
                  <a:lumOff val="25000"/>
                </a:schemeClr>
              </a:solidFill>
              <a:latin typeface="Century Gothic"/>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6" name="PlaceHolder 1"/>
          <p:cNvSpPr>
            <a:spLocks noGrp="1"/>
          </p:cNvSpPr>
          <p:nvPr>
            <p:ph type="title"/>
          </p:nvPr>
        </p:nvSpPr>
        <p:spPr>
          <a:xfrm>
            <a:off x="2674800" y="214200"/>
            <a:ext cx="7792560" cy="982080"/>
          </a:xfrm>
          <a:prstGeom prst="rect">
            <a:avLst/>
          </a:prstGeom>
          <a:noFill/>
          <a:ln w="0">
            <a:noFill/>
          </a:ln>
        </p:spPr>
        <p:txBody>
          <a:bodyPr lIns="90360" rIns="90360" tIns="44280" bIns="44280" anchor="t">
            <a:normAutofit/>
          </a:bodyPr>
          <a:p>
            <a:pPr indent="0" defTabSz="457200">
              <a:lnSpc>
                <a:spcPct val="100000"/>
              </a:lnSpc>
              <a:buNone/>
            </a:pPr>
            <a:r>
              <a:rPr b="1" lang="en-US" sz="4000" spc="-1" strike="noStrike">
                <a:solidFill>
                  <a:schemeClr val="dk1">
                    <a:lumMod val="85000"/>
                    <a:lumOff val="15000"/>
                  </a:schemeClr>
                </a:solidFill>
                <a:latin typeface="Century Gothic"/>
              </a:rPr>
              <a:t>Good Placing Practices</a:t>
            </a:r>
            <a:endParaRPr b="0" lang="en-US" sz="4000" spc="-1" strike="noStrike">
              <a:solidFill>
                <a:schemeClr val="dk1"/>
              </a:solidFill>
              <a:latin typeface="Century Gothic"/>
            </a:endParaRPr>
          </a:p>
        </p:txBody>
      </p:sp>
      <p:sp>
        <p:nvSpPr>
          <p:cNvPr id="807" name="PlaceHolder 2"/>
          <p:cNvSpPr>
            <a:spLocks noGrp="1"/>
          </p:cNvSpPr>
          <p:nvPr>
            <p:ph/>
          </p:nvPr>
        </p:nvSpPr>
        <p:spPr>
          <a:xfrm>
            <a:off x="91440" y="1484640"/>
            <a:ext cx="12030840" cy="4525920"/>
          </a:xfrm>
          <a:prstGeom prst="rect">
            <a:avLst/>
          </a:prstGeom>
          <a:noFill/>
          <a:ln w="0">
            <a:noFill/>
          </a:ln>
        </p:spPr>
        <p:txBody>
          <a:bodyPr lIns="90360" rIns="90360" tIns="44280" bIns="44280" anchor="t">
            <a:noAutofit/>
          </a:bodyPr>
          <a:p>
            <a:pPr marL="343080" indent="-343080" defTabSz="457200">
              <a:lnSpc>
                <a:spcPct val="100000"/>
              </a:lnSpc>
              <a:spcBef>
                <a:spcPts val="1001"/>
              </a:spcBef>
              <a:buClr>
                <a:srgbClr val="a53010"/>
              </a:buClr>
              <a:buFont typeface="Wingdings 3" charset="2"/>
              <a:buChar char=""/>
            </a:pPr>
            <a:r>
              <a:rPr b="0" lang="en-US" sz="2400" spc="-1" strike="noStrike">
                <a:solidFill>
                  <a:schemeClr val="dk1">
                    <a:lumMod val="75000"/>
                    <a:lumOff val="25000"/>
                  </a:schemeClr>
                </a:solidFill>
                <a:latin typeface="Century Gothic"/>
              </a:rPr>
              <a:t>Should be placed and compacted before setting starts</a:t>
            </a:r>
            <a:endParaRPr b="0" lang="en-US" sz="2400" spc="-1" strike="noStrike">
              <a:solidFill>
                <a:schemeClr val="dk1">
                  <a:lumMod val="75000"/>
                  <a:lumOff val="25000"/>
                </a:schemeClr>
              </a:solidFill>
              <a:latin typeface="Century Gothic"/>
            </a:endParaRPr>
          </a:p>
          <a:p>
            <a:pPr marL="343080" indent="-343080" defTabSz="457200">
              <a:lnSpc>
                <a:spcPct val="100000"/>
              </a:lnSpc>
              <a:spcBef>
                <a:spcPts val="1001"/>
              </a:spcBef>
              <a:buClr>
                <a:srgbClr val="a53010"/>
              </a:buClr>
              <a:buFont typeface="Wingdings 3" charset="2"/>
              <a:buChar char=""/>
            </a:pPr>
            <a:r>
              <a:rPr b="0" lang="en-US" sz="2400" spc="-1" strike="noStrike">
                <a:solidFill>
                  <a:schemeClr val="dk1">
                    <a:lumMod val="75000"/>
                    <a:lumOff val="25000"/>
                  </a:schemeClr>
                </a:solidFill>
                <a:latin typeface="Century Gothic"/>
              </a:rPr>
              <a:t>Placing should prevent concrete segregation</a:t>
            </a:r>
            <a:endParaRPr b="0" lang="en-US" sz="2400" spc="-1" strike="noStrike">
              <a:solidFill>
                <a:schemeClr val="dk1">
                  <a:lumMod val="75000"/>
                  <a:lumOff val="25000"/>
                </a:schemeClr>
              </a:solidFill>
              <a:latin typeface="Century Gothic"/>
            </a:endParaRPr>
          </a:p>
          <a:p>
            <a:pPr marL="343080" indent="-343080" defTabSz="457200">
              <a:lnSpc>
                <a:spcPct val="100000"/>
              </a:lnSpc>
              <a:spcBef>
                <a:spcPts val="1001"/>
              </a:spcBef>
              <a:buClr>
                <a:srgbClr val="a53010"/>
              </a:buClr>
              <a:buFont typeface="Wingdings 3" charset="2"/>
              <a:buChar char=""/>
            </a:pPr>
            <a:r>
              <a:rPr b="0" lang="en-US" sz="2400" spc="-1" strike="noStrike">
                <a:solidFill>
                  <a:schemeClr val="dk1">
                    <a:lumMod val="75000"/>
                    <a:lumOff val="25000"/>
                  </a:schemeClr>
                </a:solidFill>
                <a:latin typeface="Century Gothic"/>
              </a:rPr>
              <a:t>Do not let concrete free-fall more than 1m to prevent segregation</a:t>
            </a:r>
            <a:endParaRPr b="0" lang="en-US" sz="2400" spc="-1" strike="noStrike">
              <a:solidFill>
                <a:schemeClr val="dk1">
                  <a:lumMod val="75000"/>
                  <a:lumOff val="25000"/>
                </a:schemeClr>
              </a:solidFill>
              <a:latin typeface="Century Gothic"/>
            </a:endParaRPr>
          </a:p>
          <a:p>
            <a:pPr marL="343080" indent="-343080" defTabSz="457200">
              <a:lnSpc>
                <a:spcPct val="100000"/>
              </a:lnSpc>
              <a:spcBef>
                <a:spcPts val="1001"/>
              </a:spcBef>
              <a:buClr>
                <a:srgbClr val="a53010"/>
              </a:buClr>
              <a:buFont typeface="Wingdings 3" charset="2"/>
              <a:buChar char=""/>
            </a:pPr>
            <a:r>
              <a:rPr b="0" lang="en-US" sz="2400" spc="-1" strike="noStrike">
                <a:solidFill>
                  <a:schemeClr val="dk1">
                    <a:lumMod val="75000"/>
                    <a:lumOff val="25000"/>
                  </a:schemeClr>
                </a:solidFill>
                <a:latin typeface="Century Gothic"/>
              </a:rPr>
              <a:t>Should be placed after checking the formwork and necessary preparation of surface</a:t>
            </a:r>
            <a:endParaRPr b="0" lang="en-US" sz="2400" spc="-1" strike="noStrike">
              <a:solidFill>
                <a:schemeClr val="dk1">
                  <a:lumMod val="75000"/>
                  <a:lumOff val="25000"/>
                </a:schemeClr>
              </a:solidFill>
              <a:latin typeface="Century Gothic"/>
            </a:endParaRPr>
          </a:p>
          <a:p>
            <a:pPr marL="343080" indent="-343080" defTabSz="457200">
              <a:lnSpc>
                <a:spcPct val="100000"/>
              </a:lnSpc>
              <a:spcBef>
                <a:spcPts val="1001"/>
              </a:spcBef>
              <a:buClr>
                <a:srgbClr val="a53010"/>
              </a:buClr>
              <a:buFont typeface="Wingdings 3" charset="2"/>
              <a:buChar char=""/>
            </a:pPr>
            <a:r>
              <a:rPr b="0" lang="en-US" sz="2400" spc="-1" strike="noStrike">
                <a:solidFill>
                  <a:schemeClr val="dk1">
                    <a:lumMod val="75000"/>
                    <a:lumOff val="25000"/>
                  </a:schemeClr>
                </a:solidFill>
                <a:latin typeface="Century Gothic"/>
              </a:rPr>
              <a:t>Should be placed continuously to avoid irregular and unsightly lines</a:t>
            </a:r>
            <a:endParaRPr b="0" lang="en-US" sz="2400" spc="-1" strike="noStrike">
              <a:solidFill>
                <a:schemeClr val="dk1">
                  <a:lumMod val="75000"/>
                  <a:lumOff val="25000"/>
                </a:schemeClr>
              </a:solidFill>
              <a:latin typeface="Century Gothic"/>
            </a:endParaRPr>
          </a:p>
          <a:p>
            <a:pPr marL="343080" indent="-343080" defTabSz="457200">
              <a:lnSpc>
                <a:spcPct val="100000"/>
              </a:lnSpc>
              <a:spcBef>
                <a:spcPts val="1001"/>
              </a:spcBef>
              <a:buClr>
                <a:srgbClr val="a53010"/>
              </a:buClr>
              <a:buFont typeface="Wingdings 3" charset="2"/>
              <a:buChar char=""/>
            </a:pPr>
            <a:r>
              <a:rPr b="0" lang="en-US" sz="2400" spc="-1" strike="noStrike">
                <a:solidFill>
                  <a:schemeClr val="dk1">
                    <a:lumMod val="75000"/>
                    <a:lumOff val="25000"/>
                  </a:schemeClr>
                </a:solidFill>
                <a:latin typeface="Century Gothic"/>
              </a:rPr>
              <a:t>Placing should not disturb position of formwork and reinforcement</a:t>
            </a:r>
            <a:endParaRPr b="0" lang="en-US" sz="2400" spc="-1" strike="noStrike">
              <a:solidFill>
                <a:schemeClr val="dk1">
                  <a:lumMod val="75000"/>
                  <a:lumOff val="25000"/>
                </a:schemeClr>
              </a:solidFill>
              <a:latin typeface="Century Gothic"/>
            </a:endParaRPr>
          </a:p>
          <a:p>
            <a:pPr marL="343080" indent="-343080" defTabSz="457200">
              <a:lnSpc>
                <a:spcPct val="100000"/>
              </a:lnSpc>
              <a:spcBef>
                <a:spcPts val="1001"/>
              </a:spcBef>
              <a:buClr>
                <a:srgbClr val="a53010"/>
              </a:buClr>
              <a:buFont typeface="Wingdings 3" charset="2"/>
              <a:buChar char=""/>
            </a:pPr>
            <a:r>
              <a:rPr b="0" lang="en-US" sz="2400" spc="-1" strike="noStrike">
                <a:solidFill>
                  <a:schemeClr val="dk1">
                    <a:lumMod val="75000"/>
                    <a:lumOff val="25000"/>
                  </a:schemeClr>
                </a:solidFill>
                <a:latin typeface="Century Gothic"/>
              </a:rPr>
              <a:t>Placing should not be done when it is raining</a:t>
            </a:r>
            <a:endParaRPr b="0" lang="en-US" sz="2400" spc="-1" strike="noStrike">
              <a:solidFill>
                <a:schemeClr val="dk1">
                  <a:lumMod val="75000"/>
                  <a:lumOff val="25000"/>
                </a:schemeClr>
              </a:solidFill>
              <a:latin typeface="Century Gothic"/>
            </a:endParaRPr>
          </a:p>
          <a:p>
            <a:pPr marL="343080" indent="-343080" defTabSz="457200">
              <a:lnSpc>
                <a:spcPct val="100000"/>
              </a:lnSpc>
              <a:spcBef>
                <a:spcPts val="1001"/>
              </a:spcBef>
              <a:buClr>
                <a:srgbClr val="a53010"/>
              </a:buClr>
              <a:buFont typeface="Wingdings 3" charset="2"/>
              <a:buChar char=""/>
            </a:pPr>
            <a:r>
              <a:rPr b="0" lang="en-US" sz="2400" spc="-1" strike="noStrike">
                <a:solidFill>
                  <a:schemeClr val="dk1">
                    <a:lumMod val="75000"/>
                    <a:lumOff val="25000"/>
                  </a:schemeClr>
                </a:solidFill>
                <a:latin typeface="Century Gothic"/>
              </a:rPr>
              <a:t>Walking on freshly placed concrete should be avoided</a:t>
            </a:r>
            <a:endParaRPr b="0" lang="en-US" sz="2400" spc="-1" strike="noStrike">
              <a:solidFill>
                <a:schemeClr val="dk1">
                  <a:lumMod val="75000"/>
                  <a:lumOff val="25000"/>
                </a:schemeClr>
              </a:solidFill>
              <a:latin typeface="Century Gothic"/>
            </a:endParaRPr>
          </a:p>
          <a:p>
            <a:pPr marL="343080" indent="-343080" defTabSz="457200">
              <a:lnSpc>
                <a:spcPct val="100000"/>
              </a:lnSpc>
              <a:spcBef>
                <a:spcPts val="1001"/>
              </a:spcBef>
              <a:buClr>
                <a:srgbClr val="a53010"/>
              </a:buClr>
              <a:buFont typeface="Wingdings 3" charset="2"/>
              <a:buChar char=""/>
            </a:pPr>
            <a:r>
              <a:rPr b="0" lang="en-US" sz="2400" spc="-1" strike="noStrike">
                <a:solidFill>
                  <a:schemeClr val="dk1">
                    <a:lumMod val="75000"/>
                    <a:lumOff val="25000"/>
                  </a:schemeClr>
                </a:solidFill>
                <a:latin typeface="Century Gothic"/>
              </a:rPr>
              <a:t>Concrete should be placed as near as possible to its final position</a:t>
            </a:r>
            <a:endParaRPr b="0" lang="en-US" sz="2400" spc="-1" strike="noStrike">
              <a:solidFill>
                <a:schemeClr val="dk1">
                  <a:lumMod val="75000"/>
                  <a:lumOff val="25000"/>
                </a:schemeClr>
              </a:solidFill>
              <a:latin typeface="Century Gothic"/>
            </a:endParaRPr>
          </a:p>
          <a:p>
            <a:pPr marL="343080" indent="-343080" defTabSz="457200">
              <a:lnSpc>
                <a:spcPct val="100000"/>
              </a:lnSpc>
              <a:spcBef>
                <a:spcPts val="1001"/>
              </a:spcBef>
              <a:buClr>
                <a:srgbClr val="a53010"/>
              </a:buClr>
              <a:buFont typeface="Wingdings 3" charset="2"/>
              <a:buChar char=""/>
            </a:pPr>
            <a:r>
              <a:rPr b="0" lang="en-US" sz="2400" spc="-1" strike="noStrike">
                <a:solidFill>
                  <a:schemeClr val="dk1">
                    <a:lumMod val="75000"/>
                    <a:lumOff val="25000"/>
                  </a:schemeClr>
                </a:solidFill>
                <a:latin typeface="Century Gothic"/>
              </a:rPr>
              <a:t>Use chutes and tremie pipes as guides.</a:t>
            </a:r>
            <a:endParaRPr b="0" lang="en-US" sz="2400" spc="-1" strike="noStrike">
              <a:solidFill>
                <a:schemeClr val="dk1">
                  <a:lumMod val="75000"/>
                  <a:lumOff val="25000"/>
                </a:schemeClr>
              </a:solidFill>
              <a:latin typeface="Century Gothic"/>
            </a:endParaRPr>
          </a:p>
          <a:p>
            <a:pPr indent="0" defTabSz="457200">
              <a:lnSpc>
                <a:spcPct val="100000"/>
              </a:lnSpc>
              <a:spcBef>
                <a:spcPts val="1001"/>
              </a:spcBef>
              <a:buNone/>
            </a:pPr>
            <a:endParaRPr b="0" lang="en-US" sz="2400" spc="-1" strike="noStrike">
              <a:solidFill>
                <a:schemeClr val="dk1">
                  <a:lumMod val="75000"/>
                  <a:lumOff val="25000"/>
                </a:schemeClr>
              </a:solidFill>
              <a:latin typeface="Century Gothic"/>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8" name="PlaceHolder 1"/>
          <p:cNvSpPr>
            <a:spLocks noGrp="1"/>
          </p:cNvSpPr>
          <p:nvPr>
            <p:ph type="title"/>
          </p:nvPr>
        </p:nvSpPr>
        <p:spPr>
          <a:xfrm>
            <a:off x="1523880" y="380880"/>
            <a:ext cx="9143640" cy="1142640"/>
          </a:xfrm>
          <a:prstGeom prst="rect">
            <a:avLst/>
          </a:prstGeom>
          <a:noFill/>
          <a:ln w="0">
            <a:noFill/>
          </a:ln>
        </p:spPr>
        <p:txBody>
          <a:bodyPr lIns="90360" rIns="90360" tIns="44280" bIns="44280" anchor="t">
            <a:normAutofit/>
          </a:bodyPr>
          <a:p>
            <a:pPr indent="0" algn="ctr" defTabSz="457200">
              <a:lnSpc>
                <a:spcPct val="100000"/>
              </a:lnSpc>
              <a:buNone/>
            </a:pPr>
            <a:r>
              <a:rPr b="1" lang="en-US" sz="4000" spc="-1" strike="noStrike">
                <a:solidFill>
                  <a:schemeClr val="dk1">
                    <a:lumMod val="85000"/>
                    <a:lumOff val="15000"/>
                  </a:schemeClr>
                </a:solidFill>
                <a:latin typeface="Century Gothic"/>
              </a:rPr>
              <a:t>Managing Delays </a:t>
            </a:r>
            <a:endParaRPr b="0" lang="en-US" sz="4000" spc="-1" strike="noStrike">
              <a:solidFill>
                <a:schemeClr val="dk1"/>
              </a:solidFill>
              <a:latin typeface="Century Gothic"/>
            </a:endParaRPr>
          </a:p>
        </p:txBody>
      </p:sp>
      <p:sp>
        <p:nvSpPr>
          <p:cNvPr id="809" name="PlaceHolder 2"/>
          <p:cNvSpPr>
            <a:spLocks noGrp="1"/>
          </p:cNvSpPr>
          <p:nvPr>
            <p:ph/>
          </p:nvPr>
        </p:nvSpPr>
        <p:spPr>
          <a:xfrm>
            <a:off x="2209680" y="1600200"/>
            <a:ext cx="7772040" cy="4114440"/>
          </a:xfrm>
          <a:prstGeom prst="rect">
            <a:avLst/>
          </a:prstGeom>
          <a:noFill/>
          <a:ln w="0">
            <a:noFill/>
          </a:ln>
        </p:spPr>
        <p:txBody>
          <a:bodyPr lIns="90360" rIns="90360" tIns="44280" bIns="44280" anchor="t">
            <a:normAutofit/>
          </a:bodyPr>
          <a:p>
            <a:pPr indent="-324000" algn="r" defTabSz="914400">
              <a:lnSpc>
                <a:spcPct val="100000"/>
              </a:lnSpc>
              <a:buClr>
                <a:srgbClr val="8b8b8b"/>
              </a:buClr>
              <a:buFont typeface="Arial"/>
              <a:buChar char="•"/>
            </a:pPr>
            <a:r>
              <a:rPr b="0" lang="en-US" sz="2800" spc="-1" strike="noStrike">
                <a:solidFill>
                  <a:schemeClr val="dk1">
                    <a:tint val="75000"/>
                  </a:schemeClr>
                </a:solidFill>
                <a:latin typeface="Century Gothic"/>
              </a:rPr>
              <a:t>Use retarding admixture</a:t>
            </a:r>
            <a:endParaRPr b="0" lang="en-US" sz="2800" spc="-1" strike="noStrike">
              <a:solidFill>
                <a:schemeClr val="dk1">
                  <a:lumMod val="75000"/>
                  <a:lumOff val="25000"/>
                </a:schemeClr>
              </a:solidFill>
              <a:latin typeface="Century Gothic"/>
            </a:endParaRPr>
          </a:p>
          <a:p>
            <a:pPr indent="-324000" algn="r" defTabSz="914400">
              <a:lnSpc>
                <a:spcPct val="100000"/>
              </a:lnSpc>
              <a:buClr>
                <a:srgbClr val="8b8b8b"/>
              </a:buClr>
              <a:buFont typeface="Arial"/>
              <a:buChar char="•"/>
            </a:pPr>
            <a:r>
              <a:rPr b="0" lang="en-US" sz="2800" spc="-1" strike="noStrike">
                <a:solidFill>
                  <a:schemeClr val="dk1">
                    <a:tint val="75000"/>
                  </a:schemeClr>
                </a:solidFill>
                <a:latin typeface="Century Gothic"/>
              </a:rPr>
              <a:t>Reduce rate of placement</a:t>
            </a:r>
            <a:endParaRPr b="0" lang="en-US" sz="2800" spc="-1" strike="noStrike">
              <a:solidFill>
                <a:schemeClr val="dk1">
                  <a:lumMod val="75000"/>
                  <a:lumOff val="25000"/>
                </a:schemeClr>
              </a:solidFill>
              <a:latin typeface="Century Gothic"/>
            </a:endParaRPr>
          </a:p>
          <a:p>
            <a:pPr indent="-324000" algn="r" defTabSz="914400">
              <a:lnSpc>
                <a:spcPct val="100000"/>
              </a:lnSpc>
              <a:buClr>
                <a:srgbClr val="8b8b8b"/>
              </a:buClr>
              <a:buFont typeface="Arial"/>
              <a:buChar char="•"/>
            </a:pPr>
            <a:r>
              <a:rPr b="0" lang="en-US" sz="2800" spc="-1" strike="noStrike">
                <a:solidFill>
                  <a:schemeClr val="dk1">
                    <a:tint val="75000"/>
                  </a:schemeClr>
                </a:solidFill>
                <a:latin typeface="Century Gothic"/>
              </a:rPr>
              <a:t>Cool down concrete</a:t>
            </a:r>
            <a:endParaRPr b="0" lang="en-US" sz="2800" spc="-1" strike="noStrike">
              <a:solidFill>
                <a:schemeClr val="dk1">
                  <a:lumMod val="75000"/>
                  <a:lumOff val="25000"/>
                </a:schemeClr>
              </a:solidFill>
              <a:latin typeface="Century Gothic"/>
            </a:endParaRPr>
          </a:p>
          <a:p>
            <a:pPr indent="-324000" algn="r" defTabSz="914400">
              <a:lnSpc>
                <a:spcPct val="100000"/>
              </a:lnSpc>
              <a:buClr>
                <a:srgbClr val="8b8b8b"/>
              </a:buClr>
              <a:buFont typeface="Arial"/>
              <a:buChar char="•"/>
            </a:pPr>
            <a:r>
              <a:rPr b="0" lang="en-US" sz="2800" spc="-1" strike="noStrike">
                <a:solidFill>
                  <a:schemeClr val="dk1">
                    <a:tint val="75000"/>
                  </a:schemeClr>
                </a:solidFill>
                <a:latin typeface="Century Gothic"/>
              </a:rPr>
              <a:t>Use mist spray to humidify area</a:t>
            </a:r>
            <a:endParaRPr b="0" lang="en-US" sz="2800" spc="-1" strike="noStrike">
              <a:solidFill>
                <a:schemeClr val="dk1">
                  <a:lumMod val="75000"/>
                  <a:lumOff val="25000"/>
                </a:schemeClr>
              </a:solidFill>
              <a:latin typeface="Century Gothic"/>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0" name="PlaceHolder 1"/>
          <p:cNvSpPr>
            <a:spLocks noGrp="1"/>
          </p:cNvSpPr>
          <p:nvPr>
            <p:ph type="title"/>
          </p:nvPr>
        </p:nvSpPr>
        <p:spPr>
          <a:xfrm>
            <a:off x="1523880" y="380880"/>
            <a:ext cx="10105200" cy="1142640"/>
          </a:xfrm>
          <a:prstGeom prst="rect">
            <a:avLst/>
          </a:prstGeom>
          <a:noFill/>
          <a:ln w="0">
            <a:noFill/>
          </a:ln>
        </p:spPr>
        <p:txBody>
          <a:bodyPr lIns="90360" rIns="90360" tIns="44280" bIns="44280" anchor="t">
            <a:normAutofit/>
          </a:bodyPr>
          <a:p>
            <a:pPr indent="0" algn="ctr" defTabSz="457200">
              <a:lnSpc>
                <a:spcPct val="100000"/>
              </a:lnSpc>
              <a:buNone/>
            </a:pPr>
            <a:r>
              <a:rPr b="1" lang="en-US" sz="4000" spc="-1" strike="noStrike">
                <a:solidFill>
                  <a:schemeClr val="dk1">
                    <a:lumMod val="85000"/>
                    <a:lumOff val="15000"/>
                  </a:schemeClr>
                </a:solidFill>
                <a:latin typeface="Century Gothic"/>
              </a:rPr>
              <a:t>Pumped concrete: Managing Delays </a:t>
            </a:r>
            <a:endParaRPr b="0" lang="en-US" sz="4000" spc="-1" strike="noStrike">
              <a:solidFill>
                <a:schemeClr val="dk1"/>
              </a:solidFill>
              <a:latin typeface="Century Gothic"/>
            </a:endParaRPr>
          </a:p>
        </p:txBody>
      </p:sp>
      <p:sp>
        <p:nvSpPr>
          <p:cNvPr id="811" name="PlaceHolder 2"/>
          <p:cNvSpPr>
            <a:spLocks noGrp="1"/>
          </p:cNvSpPr>
          <p:nvPr>
            <p:ph/>
          </p:nvPr>
        </p:nvSpPr>
        <p:spPr>
          <a:xfrm>
            <a:off x="688320" y="1238400"/>
            <a:ext cx="11281680" cy="4114440"/>
          </a:xfrm>
          <a:prstGeom prst="rect">
            <a:avLst/>
          </a:prstGeom>
          <a:noFill/>
          <a:ln w="0">
            <a:noFill/>
          </a:ln>
        </p:spPr>
        <p:txBody>
          <a:bodyPr lIns="90360" rIns="90360" tIns="44280" bIns="44280" anchor="t">
            <a:noAutofit/>
          </a:bodyPr>
          <a:p>
            <a:pPr indent="-324000" algn="just" defTabSz="914400">
              <a:lnSpc>
                <a:spcPct val="100000"/>
              </a:lnSpc>
              <a:buClr>
                <a:srgbClr val="8b8b8b"/>
              </a:buClr>
              <a:buFont typeface="Arial"/>
              <a:buChar char="•"/>
            </a:pPr>
            <a:r>
              <a:rPr b="0" lang="en-US" sz="2200" spc="-1" strike="noStrike">
                <a:solidFill>
                  <a:schemeClr val="dk1">
                    <a:tint val="75000"/>
                  </a:schemeClr>
                </a:solidFill>
                <a:latin typeface="Century Gothic"/>
              </a:rPr>
              <a:t>Fill pump hopper with last batch of concrete and pump small quantities at intervals of about 10 minutes to prevent concrete stiffening in the lines</a:t>
            </a:r>
            <a:endParaRPr b="0" lang="en-US" sz="2200" spc="-1" strike="noStrike">
              <a:solidFill>
                <a:schemeClr val="dk1">
                  <a:lumMod val="75000"/>
                  <a:lumOff val="25000"/>
                </a:schemeClr>
              </a:solidFill>
              <a:latin typeface="Century Gothic"/>
            </a:endParaRPr>
          </a:p>
          <a:p>
            <a:pPr indent="-324000" algn="just" defTabSz="914400">
              <a:lnSpc>
                <a:spcPct val="100000"/>
              </a:lnSpc>
              <a:buClr>
                <a:srgbClr val="8b8b8b"/>
              </a:buClr>
              <a:buFont typeface="Arial"/>
              <a:buChar char="•"/>
            </a:pPr>
            <a:r>
              <a:rPr b="0" lang="en-US" sz="2200" spc="-1" strike="noStrike">
                <a:solidFill>
                  <a:schemeClr val="dk1">
                    <a:tint val="75000"/>
                  </a:schemeClr>
                </a:solidFill>
                <a:latin typeface="Century Gothic"/>
              </a:rPr>
              <a:t>Place the end of the flexible hose into the pump hopper and slowly recirculate the concrete through the pump</a:t>
            </a:r>
            <a:endParaRPr b="0" lang="en-US" sz="2200" spc="-1" strike="noStrike">
              <a:solidFill>
                <a:schemeClr val="dk1">
                  <a:lumMod val="75000"/>
                  <a:lumOff val="25000"/>
                </a:schemeClr>
              </a:solidFill>
              <a:latin typeface="Century Gothic"/>
            </a:endParaRPr>
          </a:p>
          <a:p>
            <a:pPr indent="-324000" algn="just" defTabSz="914400">
              <a:lnSpc>
                <a:spcPct val="100000"/>
              </a:lnSpc>
              <a:buClr>
                <a:srgbClr val="8b8b8b"/>
              </a:buClr>
              <a:buFont typeface="Arial"/>
              <a:buChar char="•"/>
            </a:pPr>
            <a:r>
              <a:rPr b="0" lang="en-US" sz="2200" spc="-1" strike="noStrike">
                <a:solidFill>
                  <a:schemeClr val="dk1">
                    <a:tint val="75000"/>
                  </a:schemeClr>
                </a:solidFill>
                <a:latin typeface="Century Gothic"/>
              </a:rPr>
              <a:t>Pumping Aids -These are specially formulated admixtures that act as lubricants, reducing friction between the concrete and the pump lines. To improve the pumpability of wet concrete, materials like pumping aids (long-chain polymers or surfactants), water-reducing admixtures, and superplasticizers are added to the mix, lubricating the concrete and facilitating its passage through pipes</a:t>
            </a:r>
            <a:endParaRPr b="0" lang="en-US" sz="2200" spc="-1" strike="noStrike">
              <a:solidFill>
                <a:schemeClr val="dk1">
                  <a:lumMod val="75000"/>
                  <a:lumOff val="25000"/>
                </a:schemeClr>
              </a:solidFill>
              <a:latin typeface="Century Gothic"/>
            </a:endParaRPr>
          </a:p>
          <a:p>
            <a:pPr lvl="1" marL="457200" indent="-324000" algn="just" defTabSz="914400">
              <a:lnSpc>
                <a:spcPct val="100000"/>
              </a:lnSpc>
              <a:buClr>
                <a:srgbClr val="000000"/>
              </a:buClr>
              <a:buFont typeface="Arial"/>
              <a:buChar char="•"/>
            </a:pPr>
            <a:r>
              <a:rPr b="0" lang="en-US" sz="2200" spc="-1" strike="noStrike">
                <a:solidFill>
                  <a:schemeClr val="dk1"/>
                </a:solidFill>
                <a:latin typeface="Century Gothic"/>
              </a:rPr>
              <a:t>Long-chain polymers: These provide cohesion to the mix, preventing bleeding and water loss, and help maintain a layer of cement paste around the coarse aggregate particles. </a:t>
            </a:r>
            <a:endParaRPr b="0" lang="en-US" sz="2200" spc="-1" strike="noStrike">
              <a:solidFill>
                <a:schemeClr val="dk1">
                  <a:lumMod val="75000"/>
                  <a:lumOff val="25000"/>
                </a:schemeClr>
              </a:solidFill>
              <a:latin typeface="Century Gothic"/>
            </a:endParaRPr>
          </a:p>
          <a:p>
            <a:pPr lvl="1" marL="457200" indent="-324000" algn="just" defTabSz="914400">
              <a:lnSpc>
                <a:spcPct val="100000"/>
              </a:lnSpc>
              <a:buClr>
                <a:srgbClr val="000000"/>
              </a:buClr>
              <a:buFont typeface="Arial"/>
              <a:buChar char="•"/>
            </a:pPr>
            <a:r>
              <a:rPr b="0" lang="en-US" sz="2200" spc="-1" strike="noStrike">
                <a:solidFill>
                  <a:schemeClr val="dk1"/>
                </a:solidFill>
                <a:latin typeface="Century Gothic"/>
              </a:rPr>
              <a:t>Surfactants: These increase the paste volume and reduce aggregate interlock, creating a smoother, more pumpable slurry. </a:t>
            </a:r>
            <a:endParaRPr b="0" lang="en-US" sz="2200" spc="-1" strike="noStrike">
              <a:solidFill>
                <a:schemeClr val="dk1">
                  <a:lumMod val="75000"/>
                  <a:lumOff val="25000"/>
                </a:schemeClr>
              </a:solidFill>
              <a:latin typeface="Century Gothic"/>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2" name="TextBox 7"/>
          <p:cNvSpPr/>
          <p:nvPr/>
        </p:nvSpPr>
        <p:spPr>
          <a:xfrm>
            <a:off x="1774800" y="1484280"/>
            <a:ext cx="4249440" cy="69912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ZA" sz="4000" spc="-1" strike="noStrike">
                <a:solidFill>
                  <a:schemeClr val="dk1"/>
                </a:solidFill>
                <a:latin typeface="Century Gothic"/>
              </a:rPr>
              <a:t>Compaction</a:t>
            </a:r>
            <a:endParaRPr b="0" lang="en-US" sz="4000" spc="-1" strike="noStrike">
              <a:solidFill>
                <a:srgbClr val="000000"/>
              </a:solidFill>
              <a:latin typeface="Arial"/>
            </a:endParaRPr>
          </a:p>
        </p:txBody>
      </p:sp>
      <p:pic>
        <p:nvPicPr>
          <p:cNvPr id="813" name="Picture 4" descr="IMGP2363.JPG"/>
          <p:cNvPicPr/>
          <p:nvPr/>
        </p:nvPicPr>
        <p:blipFill>
          <a:blip r:embed="rId1"/>
          <a:stretch/>
        </p:blipFill>
        <p:spPr>
          <a:xfrm>
            <a:off x="5519880" y="0"/>
            <a:ext cx="6671520" cy="6856920"/>
          </a:xfrm>
          <a:prstGeom prst="rect">
            <a:avLst/>
          </a:prstGeom>
          <a:ln w="0">
            <a:noFill/>
          </a:ln>
        </p:spPr>
      </p:pic>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4" name="PlaceHolder 1"/>
          <p:cNvSpPr>
            <a:spLocks noGrp="1"/>
          </p:cNvSpPr>
          <p:nvPr>
            <p:ph type="title"/>
          </p:nvPr>
        </p:nvSpPr>
        <p:spPr>
          <a:xfrm>
            <a:off x="2063880" y="404640"/>
            <a:ext cx="7773840" cy="847440"/>
          </a:xfrm>
          <a:prstGeom prst="rect">
            <a:avLst/>
          </a:prstGeom>
          <a:noFill/>
          <a:ln w="0">
            <a:noFill/>
          </a:ln>
        </p:spPr>
        <p:txBody>
          <a:bodyPr lIns="90360" rIns="90360" tIns="44280" bIns="44280" anchor="t">
            <a:normAutofit fontScale="65555"/>
          </a:bodyPr>
          <a:p>
            <a:pPr indent="0" algn="ctr" defTabSz="457200">
              <a:lnSpc>
                <a:spcPct val="100000"/>
              </a:lnSpc>
              <a:buNone/>
            </a:pPr>
            <a:r>
              <a:rPr b="1" lang="en-US" sz="4000" spc="-1" strike="noStrike">
                <a:solidFill>
                  <a:schemeClr val="dk1">
                    <a:lumMod val="85000"/>
                    <a:lumOff val="15000"/>
                  </a:schemeClr>
                </a:solidFill>
                <a:latin typeface="Century Gothic"/>
              </a:rPr>
              <a:t>Compaction</a:t>
            </a:r>
            <a:r>
              <a:rPr b="1" lang="en-US" sz="3600" spc="-1" strike="noStrike">
                <a:solidFill>
                  <a:schemeClr val="dk1">
                    <a:lumMod val="85000"/>
                    <a:lumOff val="15000"/>
                  </a:schemeClr>
                </a:solidFill>
                <a:latin typeface="Century Gothic"/>
              </a:rPr>
              <a:t> </a:t>
            </a:r>
            <a:br>
              <a:rPr sz="3600"/>
            </a:br>
            <a:endParaRPr b="0" lang="en-US" sz="3600" spc="-1" strike="noStrike">
              <a:solidFill>
                <a:schemeClr val="dk1"/>
              </a:solidFill>
              <a:latin typeface="Century Gothic"/>
            </a:endParaRPr>
          </a:p>
        </p:txBody>
      </p:sp>
      <p:sp>
        <p:nvSpPr>
          <p:cNvPr id="815" name="PlaceHolder 2"/>
          <p:cNvSpPr>
            <a:spLocks noGrp="1"/>
          </p:cNvSpPr>
          <p:nvPr>
            <p:ph/>
          </p:nvPr>
        </p:nvSpPr>
        <p:spPr>
          <a:xfrm>
            <a:off x="2063880" y="1340640"/>
            <a:ext cx="9935640" cy="4876560"/>
          </a:xfrm>
          <a:prstGeom prst="rect">
            <a:avLst/>
          </a:prstGeom>
          <a:noFill/>
          <a:ln w="0">
            <a:noFill/>
          </a:ln>
        </p:spPr>
        <p:txBody>
          <a:bodyPr lIns="90360" rIns="90360" tIns="44280" bIns="44280" anchor="t">
            <a:normAutofit/>
          </a:bodyPr>
          <a:p>
            <a:pPr indent="-324000" algn="r" defTabSz="914400">
              <a:lnSpc>
                <a:spcPct val="100000"/>
              </a:lnSpc>
              <a:buClr>
                <a:srgbClr val="8b8b8b"/>
              </a:buClr>
              <a:buFont typeface="Arial"/>
              <a:buChar char="•"/>
            </a:pPr>
            <a:r>
              <a:rPr b="0" lang="en-US" sz="2800" spc="-1" strike="noStrike">
                <a:solidFill>
                  <a:schemeClr val="dk1">
                    <a:tint val="75000"/>
                  </a:schemeClr>
                </a:solidFill>
                <a:latin typeface="Century Gothic"/>
              </a:rPr>
              <a:t>To remove entrapped air (voids) from the concrete to consolidate it</a:t>
            </a:r>
            <a:endParaRPr b="0" lang="en-US" sz="28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Air reduces concrete strength - 1% air will reduce concrete strength by up to 6%</a:t>
            </a:r>
            <a:endParaRPr b="0" lang="en-US" sz="24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Increases impermeability</a:t>
            </a:r>
            <a:endParaRPr b="0" lang="en-US" sz="24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Improve bond to steel</a:t>
            </a:r>
            <a:endParaRPr b="0" lang="en-US" sz="24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Voids are aesthetically displeasing</a:t>
            </a:r>
            <a:endParaRPr b="0" lang="en-US" sz="2400" spc="-1" strike="noStrike">
              <a:solidFill>
                <a:schemeClr val="dk1">
                  <a:lumMod val="75000"/>
                  <a:lumOff val="25000"/>
                </a:schemeClr>
              </a:solidFill>
              <a:latin typeface="Century Gothic"/>
            </a:endParaRPr>
          </a:p>
          <a:p>
            <a:pPr indent="-324000" algn="r" defTabSz="914400">
              <a:lnSpc>
                <a:spcPct val="100000"/>
              </a:lnSpc>
              <a:buClr>
                <a:srgbClr val="8b8b8b"/>
              </a:buClr>
              <a:buFont typeface="Arial"/>
              <a:buChar char="•"/>
            </a:pPr>
            <a:r>
              <a:rPr b="0" lang="en-US" sz="2800" spc="-1" strike="noStrike">
                <a:solidFill>
                  <a:schemeClr val="dk1">
                    <a:tint val="75000"/>
                  </a:schemeClr>
                </a:solidFill>
                <a:latin typeface="Century Gothic"/>
              </a:rPr>
              <a:t>Protect steel reinforcement</a:t>
            </a:r>
            <a:endParaRPr b="0" lang="en-US" sz="2800" spc="-1" strike="noStrike">
              <a:solidFill>
                <a:schemeClr val="dk1">
                  <a:lumMod val="75000"/>
                  <a:lumOff val="25000"/>
                </a:schemeClr>
              </a:solidFill>
              <a:latin typeface="Century Gothic"/>
            </a:endParaRPr>
          </a:p>
          <a:p>
            <a:pPr indent="-324000" algn="r" defTabSz="914400">
              <a:lnSpc>
                <a:spcPct val="100000"/>
              </a:lnSpc>
              <a:buClr>
                <a:srgbClr val="8b8b8b"/>
              </a:buClr>
              <a:buFont typeface="Arial"/>
              <a:buChar char="•"/>
            </a:pPr>
            <a:r>
              <a:rPr b="0" lang="en-US" sz="2800" spc="-1" strike="noStrike">
                <a:solidFill>
                  <a:schemeClr val="dk1">
                    <a:tint val="75000"/>
                  </a:schemeClr>
                </a:solidFill>
                <a:latin typeface="Century Gothic"/>
              </a:rPr>
              <a:t>Better off shutter finish</a:t>
            </a:r>
            <a:endParaRPr b="0" lang="en-US" sz="2800" spc="-1" strike="noStrike">
              <a:solidFill>
                <a:schemeClr val="dk1">
                  <a:lumMod val="75000"/>
                  <a:lumOff val="25000"/>
                </a:schemeClr>
              </a:solidFill>
              <a:latin typeface="Century Gothic"/>
            </a:endParaRPr>
          </a:p>
          <a:p>
            <a:pPr indent="-324000" algn="r" defTabSz="914400">
              <a:lnSpc>
                <a:spcPct val="100000"/>
              </a:lnSpc>
              <a:buClr>
                <a:srgbClr val="8b8b8b"/>
              </a:buClr>
              <a:buFont typeface="Arial"/>
              <a:buChar char="•"/>
            </a:pPr>
            <a:r>
              <a:rPr b="0" lang="en-US" sz="2800" spc="-1" strike="noStrike">
                <a:solidFill>
                  <a:schemeClr val="dk1">
                    <a:tint val="75000"/>
                  </a:schemeClr>
                </a:solidFill>
                <a:latin typeface="Century Gothic"/>
              </a:rPr>
              <a:t>Densification of concrete making it durable</a:t>
            </a:r>
            <a:endParaRPr b="0" lang="en-US" sz="2800" spc="-1" strike="noStrike">
              <a:solidFill>
                <a:schemeClr val="dk1">
                  <a:lumMod val="75000"/>
                  <a:lumOff val="25000"/>
                </a:schemeClr>
              </a:solidFill>
              <a:latin typeface="Century Gothic"/>
            </a:endParaRPr>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6" name="PlaceHolder 1"/>
          <p:cNvSpPr>
            <a:spLocks noGrp="1"/>
          </p:cNvSpPr>
          <p:nvPr>
            <p:ph type="title"/>
          </p:nvPr>
        </p:nvSpPr>
        <p:spPr>
          <a:xfrm>
            <a:off x="1271160" y="0"/>
            <a:ext cx="6119640" cy="1142640"/>
          </a:xfrm>
          <a:prstGeom prst="rect">
            <a:avLst/>
          </a:prstGeom>
          <a:noFill/>
          <a:ln w="0">
            <a:noFill/>
          </a:ln>
        </p:spPr>
        <p:txBody>
          <a:bodyPr lIns="91440" rIns="91440" tIns="45720" bIns="45720" anchor="t">
            <a:normAutofit fontScale="50000" lnSpcReduction="10000"/>
          </a:bodyPr>
          <a:p>
            <a:pPr indent="0" algn="ctr" defTabSz="457200">
              <a:lnSpc>
                <a:spcPct val="100000"/>
              </a:lnSpc>
              <a:buNone/>
            </a:pPr>
            <a:r>
              <a:rPr b="1" lang="en-US" sz="4000" spc="-1" strike="noStrike">
                <a:solidFill>
                  <a:schemeClr val="dk1">
                    <a:lumMod val="85000"/>
                    <a:lumOff val="15000"/>
                  </a:schemeClr>
                </a:solidFill>
                <a:latin typeface="Century Gothic"/>
              </a:rPr>
              <a:t>Honeyco</a:t>
            </a:r>
            <a:r>
              <a:rPr b="1" lang="en-ZA" sz="4000" spc="-1" strike="noStrike">
                <a:solidFill>
                  <a:schemeClr val="dk1">
                    <a:lumMod val="85000"/>
                    <a:lumOff val="15000"/>
                  </a:schemeClr>
                </a:solidFill>
                <a:latin typeface="Century Gothic"/>
              </a:rPr>
              <a:t>mb</a:t>
            </a:r>
            <a:br>
              <a:rPr sz="4000"/>
            </a:br>
            <a:r>
              <a:rPr b="0" lang="en-US" sz="2700" spc="-1" strike="noStrike">
                <a:solidFill>
                  <a:schemeClr val="dk1">
                    <a:lumMod val="85000"/>
                    <a:lumOff val="15000"/>
                  </a:schemeClr>
                </a:solidFill>
                <a:latin typeface="Century Gothic"/>
              </a:rPr>
              <a:t>In concrete construction, </a:t>
            </a:r>
            <a:r>
              <a:rPr b="1" lang="en-US" sz="2700" spc="-1" strike="noStrike">
                <a:solidFill>
                  <a:schemeClr val="dk1">
                    <a:lumMod val="85000"/>
                    <a:lumOff val="15000"/>
                  </a:schemeClr>
                </a:solidFill>
                <a:latin typeface="Century Gothic"/>
              </a:rPr>
              <a:t>"honeycombing"</a:t>
            </a:r>
            <a:r>
              <a:rPr b="0" lang="en-US" sz="2700" spc="-1" strike="noStrike">
                <a:solidFill>
                  <a:schemeClr val="dk1">
                    <a:lumMod val="85000"/>
                    <a:lumOff val="15000"/>
                  </a:schemeClr>
                </a:solidFill>
                <a:latin typeface="Century Gothic"/>
              </a:rPr>
              <a:t> refers to voids or cavities that appear in the hardened concrete, often resembling a honeycomb pattern, due to incomplete filling of the formwork or improper compaction during the pouring process</a:t>
            </a:r>
            <a:endParaRPr b="0" lang="en-US" sz="2700" spc="-1" strike="noStrike">
              <a:solidFill>
                <a:schemeClr val="dk1"/>
              </a:solidFill>
              <a:latin typeface="Century Gothic"/>
            </a:endParaRPr>
          </a:p>
        </p:txBody>
      </p:sp>
      <p:graphicFrame>
        <p:nvGraphicFramePr>
          <p:cNvPr id="817" name="Object 5"/>
          <p:cNvGraphicFramePr/>
          <p:nvPr/>
        </p:nvGraphicFramePr>
        <p:xfrm>
          <a:off x="7391520" y="692280"/>
          <a:ext cx="3084120" cy="5543280"/>
        </p:xfrm>
        <a:graphic>
          <a:graphicData uri="http://schemas.openxmlformats.org/presentationml/2006/ole">
            <p:oleObj progId="Photoshop.Image.6" r:id="rId1" spid="">
              <p:embed/>
              <p:pic>
                <p:nvPicPr>
                  <p:cNvPr id="818" name="Object 5" descr=""/>
                  <p:cNvPicPr/>
                  <p:nvPr/>
                </p:nvPicPr>
                <p:blipFill>
                  <a:blip r:embed="rId2"/>
                  <a:stretch/>
                </p:blipFill>
                <p:spPr>
                  <a:xfrm>
                    <a:off x="7391520" y="692280"/>
                    <a:ext cx="3084120" cy="5543280"/>
                  </a:xfrm>
                  <a:prstGeom prst="rect">
                    <a:avLst/>
                  </a:prstGeom>
                  <a:ln w="0">
                    <a:noFill/>
                  </a:ln>
                </p:spPr>
              </p:pic>
            </p:oleObj>
          </a:graphicData>
        </a:graphic>
      </p:graphicFrame>
      <p:pic>
        <p:nvPicPr>
          <p:cNvPr id="819" name="Picture 12" descr="19"/>
          <p:cNvPicPr/>
          <p:nvPr/>
        </p:nvPicPr>
        <p:blipFill>
          <a:blip r:embed="rId3"/>
          <a:stretch/>
        </p:blipFill>
        <p:spPr>
          <a:xfrm>
            <a:off x="1703880" y="3429000"/>
            <a:ext cx="5520960" cy="2808360"/>
          </a:xfrm>
          <a:prstGeom prst="rect">
            <a:avLst/>
          </a:prstGeom>
          <a:ln w="0">
            <a:noFill/>
          </a:ln>
        </p:spPr>
      </p:pic>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0" name="PlaceHolder 1"/>
          <p:cNvSpPr>
            <a:spLocks noGrp="1"/>
          </p:cNvSpPr>
          <p:nvPr>
            <p:ph type="title"/>
          </p:nvPr>
        </p:nvSpPr>
        <p:spPr>
          <a:xfrm>
            <a:off x="2593080" y="624240"/>
            <a:ext cx="8911440" cy="1280520"/>
          </a:xfrm>
          <a:prstGeom prst="rect">
            <a:avLst/>
          </a:prstGeom>
          <a:noFill/>
          <a:ln w="0">
            <a:noFill/>
          </a:ln>
        </p:spPr>
        <p:txBody>
          <a:bodyPr lIns="90360" rIns="90360" tIns="44280" bIns="44280" anchor="t">
            <a:normAutofit/>
          </a:bodyPr>
          <a:p>
            <a:pPr indent="0" algn="ctr" defTabSz="457200">
              <a:lnSpc>
                <a:spcPct val="100000"/>
              </a:lnSpc>
              <a:buNone/>
            </a:pPr>
            <a:r>
              <a:rPr b="1" lang="en-US" sz="4000" spc="-1" strike="noStrike">
                <a:solidFill>
                  <a:schemeClr val="dk1">
                    <a:lumMod val="85000"/>
                    <a:lumOff val="15000"/>
                  </a:schemeClr>
                </a:solidFill>
                <a:latin typeface="Century Gothic"/>
              </a:rPr>
              <a:t>Compaction</a:t>
            </a:r>
            <a:endParaRPr b="0" lang="en-US" sz="4000" spc="-1" strike="noStrike">
              <a:solidFill>
                <a:schemeClr val="dk1"/>
              </a:solidFill>
              <a:latin typeface="Century Gothic"/>
            </a:endParaRPr>
          </a:p>
        </p:txBody>
      </p:sp>
      <p:sp>
        <p:nvSpPr>
          <p:cNvPr id="821" name="PlaceHolder 2"/>
          <p:cNvSpPr>
            <a:spLocks noGrp="1"/>
          </p:cNvSpPr>
          <p:nvPr>
            <p:ph/>
          </p:nvPr>
        </p:nvSpPr>
        <p:spPr>
          <a:xfrm>
            <a:off x="1158120" y="1340640"/>
            <a:ext cx="11034000" cy="5328000"/>
          </a:xfrm>
          <a:prstGeom prst="rect">
            <a:avLst/>
          </a:prstGeom>
          <a:noFill/>
          <a:ln w="0">
            <a:noFill/>
          </a:ln>
        </p:spPr>
        <p:txBody>
          <a:bodyPr lIns="90360" rIns="90360" tIns="44280" bIns="44280" anchor="t">
            <a:normAutofit/>
          </a:bodyPr>
          <a:p>
            <a:pPr marL="571680" indent="-571680" algn="r" defTabSz="914400">
              <a:lnSpc>
                <a:spcPct val="100000"/>
              </a:lnSpc>
              <a:buClr>
                <a:srgbClr val="8b8b8b"/>
              </a:buClr>
              <a:buFont typeface="Arial"/>
              <a:buChar char="•"/>
            </a:pPr>
            <a:r>
              <a:rPr b="0" lang="en-US" sz="2800" spc="-1" strike="noStrike">
                <a:solidFill>
                  <a:schemeClr val="dk1">
                    <a:tint val="75000"/>
                  </a:schemeClr>
                </a:solidFill>
                <a:latin typeface="Century Gothic"/>
              </a:rPr>
              <a:t>Methods</a:t>
            </a:r>
            <a:endParaRPr b="0" lang="en-US" sz="28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Self-compaction</a:t>
            </a:r>
            <a:endParaRPr b="0" lang="en-US" sz="24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Hand-compaction</a:t>
            </a:r>
            <a:endParaRPr b="0" lang="en-US" sz="24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Vibration</a:t>
            </a:r>
            <a:endParaRPr b="0" lang="en-US" sz="2400" spc="-1" strike="noStrike">
              <a:solidFill>
                <a:schemeClr val="dk1">
                  <a:lumMod val="75000"/>
                  <a:lumOff val="25000"/>
                </a:schemeClr>
              </a:solidFill>
              <a:latin typeface="Century Gothic"/>
            </a:endParaRPr>
          </a:p>
          <a:p>
            <a:pPr indent="0" algn="r" defTabSz="914400">
              <a:lnSpc>
                <a:spcPct val="100000"/>
              </a:lnSpc>
              <a:buNone/>
            </a:pPr>
            <a:endParaRPr b="0" lang="en-US" sz="900" spc="-1" strike="noStrike">
              <a:solidFill>
                <a:schemeClr val="dk1">
                  <a:lumMod val="75000"/>
                  <a:lumOff val="25000"/>
                </a:schemeClr>
              </a:solidFill>
              <a:latin typeface="Century Gothic"/>
            </a:endParaRPr>
          </a:p>
          <a:p>
            <a:pPr marL="457200" indent="-457200" algn="r" defTabSz="914400">
              <a:lnSpc>
                <a:spcPct val="100000"/>
              </a:lnSpc>
              <a:buClr>
                <a:srgbClr val="8b8b8b"/>
              </a:buClr>
              <a:buFont typeface="Arial"/>
              <a:buChar char="•"/>
            </a:pPr>
            <a:r>
              <a:rPr b="0" lang="en-US" sz="2800" spc="-1" strike="noStrike">
                <a:solidFill>
                  <a:schemeClr val="dk1">
                    <a:tint val="75000"/>
                  </a:schemeClr>
                </a:solidFill>
                <a:latin typeface="Century Gothic"/>
              </a:rPr>
              <a:t>Compaction is complete when:</a:t>
            </a:r>
            <a:endParaRPr b="0" lang="en-US" sz="28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Bubbles stop rising</a:t>
            </a:r>
            <a:endParaRPr b="0" lang="en-US" sz="24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Surface becomes level and shines</a:t>
            </a:r>
            <a:endParaRPr b="0" lang="en-US" sz="24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Sound changes when poker is used</a:t>
            </a:r>
            <a:endParaRPr b="0" lang="en-US" sz="2400" spc="-1" strike="noStrike">
              <a:solidFill>
                <a:schemeClr val="dk1">
                  <a:lumMod val="75000"/>
                  <a:lumOff val="25000"/>
                </a:schemeClr>
              </a:solidFill>
              <a:latin typeface="Century Gothic"/>
            </a:endParaRPr>
          </a:p>
          <a:p>
            <a:pPr marL="457200" indent="0" defTabSz="914400">
              <a:lnSpc>
                <a:spcPct val="100000"/>
              </a:lnSpc>
              <a:buNone/>
              <a:tabLst>
                <a:tab algn="l" pos="0"/>
              </a:tabLst>
            </a:pPr>
            <a:endParaRPr b="0" lang="en-US" sz="2400" spc="-1" strike="noStrike">
              <a:solidFill>
                <a:schemeClr val="dk1">
                  <a:lumMod val="75000"/>
                  <a:lumOff val="25000"/>
                </a:schemeClr>
              </a:solidFill>
              <a:latin typeface="Century Gothic"/>
            </a:endParaRPr>
          </a:p>
          <a:p>
            <a:pPr indent="-457200" algn="r" defTabSz="914400">
              <a:lnSpc>
                <a:spcPct val="100000"/>
              </a:lnSpc>
              <a:buClr>
                <a:srgbClr val="8b8b8b"/>
              </a:buClr>
              <a:buFont typeface="Arial"/>
              <a:buChar char="•"/>
              <a:tabLst>
                <a:tab algn="l" pos="0"/>
              </a:tabLst>
            </a:pPr>
            <a:r>
              <a:rPr b="0" lang="en-US" sz="2700" spc="-1" strike="noStrike">
                <a:solidFill>
                  <a:schemeClr val="dk1">
                    <a:tint val="75000"/>
                  </a:schemeClr>
                </a:solidFill>
                <a:latin typeface="Century Gothic"/>
              </a:rPr>
              <a:t>Care must be taken to ensure that concrete is well compacted against the formwork and at corners and junctions</a:t>
            </a:r>
            <a:endParaRPr b="0" lang="en-US" sz="2700" spc="-1" strike="noStrike">
              <a:solidFill>
                <a:schemeClr val="dk1">
                  <a:lumMod val="75000"/>
                  <a:lumOff val="25000"/>
                </a:schemeClr>
              </a:solidFill>
              <a:latin typeface="Century Gothic"/>
            </a:endParaRPr>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2" name="PlaceHolder 1"/>
          <p:cNvSpPr>
            <a:spLocks noGrp="1"/>
          </p:cNvSpPr>
          <p:nvPr>
            <p:ph type="title"/>
          </p:nvPr>
        </p:nvSpPr>
        <p:spPr>
          <a:xfrm>
            <a:off x="2063520" y="332640"/>
            <a:ext cx="8299440" cy="791640"/>
          </a:xfrm>
          <a:prstGeom prst="rect">
            <a:avLst/>
          </a:prstGeom>
          <a:noFill/>
          <a:ln w="0">
            <a:noFill/>
          </a:ln>
        </p:spPr>
        <p:txBody>
          <a:bodyPr lIns="91440" rIns="91440" tIns="45720" bIns="45720" anchor="t">
            <a:noAutofit/>
          </a:bodyPr>
          <a:p>
            <a:pPr indent="0" algn="ctr" defTabSz="457200">
              <a:lnSpc>
                <a:spcPct val="100000"/>
              </a:lnSpc>
              <a:buNone/>
            </a:pPr>
            <a:r>
              <a:rPr b="1" lang="en-GB" sz="4000" spc="-1" strike="noStrike">
                <a:solidFill>
                  <a:schemeClr val="dk1">
                    <a:lumMod val="85000"/>
                    <a:lumOff val="15000"/>
                  </a:schemeClr>
                </a:solidFill>
                <a:latin typeface="Century Gothic"/>
              </a:rPr>
              <a:t>Compacting </a:t>
            </a:r>
            <a:r>
              <a:rPr b="1" lang="en-US" sz="4000" spc="-1" strike="noStrike">
                <a:solidFill>
                  <a:schemeClr val="dk1">
                    <a:lumMod val="85000"/>
                    <a:lumOff val="15000"/>
                  </a:schemeClr>
                </a:solidFill>
                <a:latin typeface="Century Gothic"/>
              </a:rPr>
              <a:t>E</a:t>
            </a:r>
            <a:r>
              <a:rPr b="1" lang="en-GB" sz="4000" spc="-1" strike="noStrike">
                <a:solidFill>
                  <a:schemeClr val="dk1">
                    <a:lumMod val="85000"/>
                    <a:lumOff val="15000"/>
                  </a:schemeClr>
                </a:solidFill>
                <a:latin typeface="Century Gothic"/>
              </a:rPr>
              <a:t>quipment</a:t>
            </a:r>
            <a:endParaRPr b="0" lang="en-US" sz="4000" spc="-1" strike="noStrike">
              <a:solidFill>
                <a:schemeClr val="dk1"/>
              </a:solidFill>
              <a:latin typeface="Century Gothic"/>
            </a:endParaRPr>
          </a:p>
        </p:txBody>
      </p:sp>
      <p:sp>
        <p:nvSpPr>
          <p:cNvPr id="823" name="PlaceHolder 2"/>
          <p:cNvSpPr>
            <a:spLocks noGrp="1"/>
          </p:cNvSpPr>
          <p:nvPr>
            <p:ph/>
          </p:nvPr>
        </p:nvSpPr>
        <p:spPr>
          <a:xfrm>
            <a:off x="1983600" y="1371600"/>
            <a:ext cx="5688360" cy="4114440"/>
          </a:xfrm>
          <a:prstGeom prst="rect">
            <a:avLst/>
          </a:prstGeom>
          <a:noFill/>
          <a:ln w="0">
            <a:noFill/>
          </a:ln>
        </p:spPr>
        <p:txBody>
          <a:bodyPr lIns="91440" rIns="91440" tIns="45720" bIns="45720" anchor="t">
            <a:normAutofit fontScale="96514"/>
          </a:bodyPr>
          <a:p>
            <a:pPr indent="-324000" algn="r" defTabSz="914400">
              <a:lnSpc>
                <a:spcPct val="100000"/>
              </a:lnSpc>
              <a:buClr>
                <a:srgbClr val="8b8b8b"/>
              </a:buClr>
              <a:buFont typeface="Arial"/>
              <a:buChar char="•"/>
            </a:pPr>
            <a:r>
              <a:rPr b="0" lang="en-US" sz="2800" spc="-1" strike="noStrike">
                <a:solidFill>
                  <a:schemeClr val="dk1">
                    <a:tint val="75000"/>
                  </a:schemeClr>
                </a:solidFill>
                <a:latin typeface="Century Gothic"/>
              </a:rPr>
              <a:t>Internal - Poker vibrator</a:t>
            </a:r>
            <a:endParaRPr b="0" lang="en-US" sz="28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Most commonly used</a:t>
            </a:r>
            <a:endParaRPr b="0" lang="en-US" sz="24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Most effective, transmit vibration directly into concrete</a:t>
            </a:r>
            <a:endParaRPr b="0" lang="en-US" sz="24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Used in walls, beams, columns and edges of slabs</a:t>
            </a:r>
            <a:endParaRPr b="0" lang="en-US" sz="24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Insert vertically and quickly</a:t>
            </a:r>
            <a:endParaRPr b="0" lang="en-US" sz="24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Withdraw slowly (to prevent leaving a hole)</a:t>
            </a:r>
            <a:endParaRPr b="0" lang="en-US" sz="24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Insert at intervals less than 10 poker diameters</a:t>
            </a:r>
            <a:endParaRPr b="0" lang="en-US" sz="2400" spc="-1" strike="noStrike">
              <a:solidFill>
                <a:schemeClr val="dk1">
                  <a:lumMod val="75000"/>
                  <a:lumOff val="25000"/>
                </a:schemeClr>
              </a:solidFill>
              <a:latin typeface="Century Gothic"/>
            </a:endParaRPr>
          </a:p>
        </p:txBody>
      </p:sp>
      <p:pic>
        <p:nvPicPr>
          <p:cNvPr id="824" name="Picture 3" descr="js00117"/>
          <p:cNvPicPr/>
          <p:nvPr/>
        </p:nvPicPr>
        <p:blipFill>
          <a:blip r:embed="rId1"/>
          <a:stretch/>
        </p:blipFill>
        <p:spPr>
          <a:xfrm>
            <a:off x="8345520" y="1768320"/>
            <a:ext cx="2952000" cy="3717360"/>
          </a:xfrm>
          <a:prstGeom prst="rect">
            <a:avLst/>
          </a:prstGeom>
          <a:ln w="0">
            <a:noFill/>
          </a:ln>
        </p:spPr>
      </p:pic>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5" name="PlaceHolder 1"/>
          <p:cNvSpPr>
            <a:spLocks noGrp="1"/>
          </p:cNvSpPr>
          <p:nvPr>
            <p:ph type="title"/>
          </p:nvPr>
        </p:nvSpPr>
        <p:spPr>
          <a:xfrm>
            <a:off x="2063520" y="332640"/>
            <a:ext cx="8299440" cy="791640"/>
          </a:xfrm>
          <a:prstGeom prst="rect">
            <a:avLst/>
          </a:prstGeom>
          <a:noFill/>
          <a:ln w="0">
            <a:noFill/>
          </a:ln>
        </p:spPr>
        <p:txBody>
          <a:bodyPr lIns="91440" rIns="91440" tIns="45720" bIns="45720" anchor="t">
            <a:noAutofit/>
          </a:bodyPr>
          <a:p>
            <a:pPr indent="0" algn="ctr" defTabSz="457200">
              <a:lnSpc>
                <a:spcPct val="100000"/>
              </a:lnSpc>
              <a:buNone/>
            </a:pPr>
            <a:r>
              <a:rPr b="1" lang="en-GB" sz="4000" spc="-1" strike="noStrike">
                <a:solidFill>
                  <a:schemeClr val="dk1">
                    <a:lumMod val="85000"/>
                    <a:lumOff val="15000"/>
                  </a:schemeClr>
                </a:solidFill>
                <a:latin typeface="Century Gothic"/>
              </a:rPr>
              <a:t>Compacting </a:t>
            </a:r>
            <a:r>
              <a:rPr b="1" lang="en-US" sz="4000" spc="-1" strike="noStrike">
                <a:solidFill>
                  <a:schemeClr val="dk1">
                    <a:lumMod val="85000"/>
                    <a:lumOff val="15000"/>
                  </a:schemeClr>
                </a:solidFill>
                <a:latin typeface="Century Gothic"/>
              </a:rPr>
              <a:t>E</a:t>
            </a:r>
            <a:r>
              <a:rPr b="1" lang="en-GB" sz="4000" spc="-1" strike="noStrike">
                <a:solidFill>
                  <a:schemeClr val="dk1">
                    <a:lumMod val="85000"/>
                    <a:lumOff val="15000"/>
                  </a:schemeClr>
                </a:solidFill>
                <a:latin typeface="Century Gothic"/>
              </a:rPr>
              <a:t>quipment</a:t>
            </a:r>
            <a:endParaRPr b="0" lang="en-US" sz="4000" spc="-1" strike="noStrike">
              <a:solidFill>
                <a:schemeClr val="dk1"/>
              </a:solidFill>
              <a:latin typeface="Century Gothic"/>
            </a:endParaRPr>
          </a:p>
        </p:txBody>
      </p:sp>
      <p:sp>
        <p:nvSpPr>
          <p:cNvPr id="826" name="PlaceHolder 2"/>
          <p:cNvSpPr>
            <a:spLocks noGrp="1"/>
          </p:cNvSpPr>
          <p:nvPr>
            <p:ph/>
          </p:nvPr>
        </p:nvSpPr>
        <p:spPr>
          <a:xfrm>
            <a:off x="2207520" y="1270440"/>
            <a:ext cx="7990200" cy="4114440"/>
          </a:xfrm>
          <a:prstGeom prst="rect">
            <a:avLst/>
          </a:prstGeom>
          <a:noFill/>
          <a:ln w="0">
            <a:noFill/>
          </a:ln>
        </p:spPr>
        <p:txBody>
          <a:bodyPr lIns="91440" rIns="91440" tIns="45720" bIns="45720" anchor="t">
            <a:noAutofit/>
          </a:bodyPr>
          <a:p>
            <a:pPr indent="-324000" algn="r" defTabSz="914400">
              <a:lnSpc>
                <a:spcPct val="100000"/>
              </a:lnSpc>
              <a:buClr>
                <a:srgbClr val="8b8b8b"/>
              </a:buClr>
              <a:buFont typeface="Arial"/>
              <a:buChar char="•"/>
            </a:pPr>
            <a:r>
              <a:rPr b="0" lang="en-US" sz="2800" spc="-1" strike="noStrike">
                <a:solidFill>
                  <a:schemeClr val="dk1">
                    <a:tint val="75000"/>
                  </a:schemeClr>
                </a:solidFill>
                <a:latin typeface="Century Gothic"/>
              </a:rPr>
              <a:t>External - Form vibrator</a:t>
            </a:r>
            <a:endParaRPr b="0" lang="en-US" sz="28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Less efficient than pokers</a:t>
            </a:r>
            <a:endParaRPr b="0" lang="en-US" sz="24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Formwork must be very strong</a:t>
            </a:r>
            <a:endParaRPr b="0" lang="en-US" sz="24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Best suited to pre-casting operations</a:t>
            </a:r>
            <a:endParaRPr b="0" lang="en-US" sz="24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Air bubbles tend to migrate to source of vibration and get trapped on the form face</a:t>
            </a:r>
            <a:endParaRPr b="0" lang="en-US" sz="2400" spc="-1" strike="noStrike">
              <a:solidFill>
                <a:schemeClr val="dk1">
                  <a:lumMod val="75000"/>
                  <a:lumOff val="25000"/>
                </a:schemeClr>
              </a:solidFill>
              <a:latin typeface="Century Gothic"/>
            </a:endParaRPr>
          </a:p>
        </p:txBody>
      </p:sp>
      <p:pic>
        <p:nvPicPr>
          <p:cNvPr id="827" name="Picture 4" descr="formvibrator"/>
          <p:cNvPicPr/>
          <p:nvPr/>
        </p:nvPicPr>
        <p:blipFill>
          <a:blip r:embed="rId1"/>
          <a:stretch/>
        </p:blipFill>
        <p:spPr>
          <a:xfrm>
            <a:off x="3269880" y="4150800"/>
            <a:ext cx="5334120" cy="2590200"/>
          </a:xfrm>
          <a:prstGeom prst="rect">
            <a:avLst/>
          </a:prstGeom>
          <a:ln w="9525">
            <a:solidFill>
              <a:srgbClr val="ffffff"/>
            </a:solidFill>
            <a:miter/>
          </a:ln>
        </p:spPr>
      </p:pic>
      <p:sp>
        <p:nvSpPr>
          <p:cNvPr id="828" name="AutoShape 5"/>
          <p:cNvSpPr/>
          <p:nvPr/>
        </p:nvSpPr>
        <p:spPr>
          <a:xfrm rot="2346600">
            <a:off x="4025880" y="5100480"/>
            <a:ext cx="374760" cy="1560240"/>
          </a:xfrm>
          <a:prstGeom prst="upArrow">
            <a:avLst>
              <a:gd name="adj1" fmla="val 50000"/>
              <a:gd name="adj2" fmla="val 110000"/>
            </a:avLst>
          </a:prstGeom>
          <a:solidFill>
            <a:schemeClr val="bg1"/>
          </a:solidFill>
          <a:ln w="57150">
            <a:solidFill>
              <a:srgbClr val="ff0066"/>
            </a:solidFill>
            <a:miter/>
          </a:ln>
        </p:spPr>
        <p:style>
          <a:lnRef idx="0"/>
          <a:fillRef idx="0"/>
          <a:effectRef idx="0"/>
          <a:fontRef idx="minor"/>
        </p:style>
        <p:txBody>
          <a:bodyPr wrap="none" lIns="90000" rIns="90000" tIns="45000" bIns="45000" anchor="ctr">
            <a:noAutofit/>
          </a:bodyPr>
          <a:p>
            <a:pPr algn="ctr" defTabSz="914400">
              <a:lnSpc>
                <a:spcPct val="100000"/>
              </a:lnSpc>
            </a:pPr>
            <a:endParaRPr b="0" lang="en-ZA" sz="1800" spc="-1" strike="noStrike">
              <a:solidFill>
                <a:schemeClr val="lt1"/>
              </a:solidFill>
              <a:latin typeface="Century Gothic"/>
            </a:endParaRPr>
          </a:p>
        </p:txBody>
      </p:sp>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9" name="PlaceHolder 1"/>
          <p:cNvSpPr>
            <a:spLocks noGrp="1"/>
          </p:cNvSpPr>
          <p:nvPr>
            <p:ph type="title"/>
          </p:nvPr>
        </p:nvSpPr>
        <p:spPr>
          <a:xfrm>
            <a:off x="2063520" y="332640"/>
            <a:ext cx="8299440" cy="791640"/>
          </a:xfrm>
          <a:prstGeom prst="rect">
            <a:avLst/>
          </a:prstGeom>
          <a:noFill/>
          <a:ln w="0">
            <a:noFill/>
          </a:ln>
        </p:spPr>
        <p:txBody>
          <a:bodyPr lIns="91440" rIns="91440" tIns="45720" bIns="45720" anchor="t">
            <a:noAutofit/>
          </a:bodyPr>
          <a:p>
            <a:pPr indent="0" algn="ctr" defTabSz="457200">
              <a:lnSpc>
                <a:spcPct val="100000"/>
              </a:lnSpc>
              <a:buNone/>
            </a:pPr>
            <a:r>
              <a:rPr b="1" lang="en-GB" sz="4000" spc="-1" strike="noStrike">
                <a:solidFill>
                  <a:schemeClr val="dk1">
                    <a:lumMod val="85000"/>
                    <a:lumOff val="15000"/>
                  </a:schemeClr>
                </a:solidFill>
                <a:latin typeface="Century Gothic"/>
              </a:rPr>
              <a:t>Compacting </a:t>
            </a:r>
            <a:r>
              <a:rPr b="1" lang="en-US" sz="4000" spc="-1" strike="noStrike">
                <a:solidFill>
                  <a:schemeClr val="dk1">
                    <a:lumMod val="85000"/>
                    <a:lumOff val="15000"/>
                  </a:schemeClr>
                </a:solidFill>
                <a:latin typeface="Century Gothic"/>
              </a:rPr>
              <a:t>E</a:t>
            </a:r>
            <a:r>
              <a:rPr b="1" lang="en-GB" sz="4000" spc="-1" strike="noStrike">
                <a:solidFill>
                  <a:schemeClr val="dk1">
                    <a:lumMod val="85000"/>
                    <a:lumOff val="15000"/>
                  </a:schemeClr>
                </a:solidFill>
                <a:latin typeface="Century Gothic"/>
              </a:rPr>
              <a:t>quipment</a:t>
            </a:r>
            <a:endParaRPr b="0" lang="en-US" sz="4000" spc="-1" strike="noStrike">
              <a:solidFill>
                <a:schemeClr val="dk1"/>
              </a:solidFill>
              <a:latin typeface="Century Gothic"/>
            </a:endParaRPr>
          </a:p>
        </p:txBody>
      </p:sp>
      <p:sp>
        <p:nvSpPr>
          <p:cNvPr id="830" name="PlaceHolder 2"/>
          <p:cNvSpPr>
            <a:spLocks noGrp="1"/>
          </p:cNvSpPr>
          <p:nvPr>
            <p:ph/>
          </p:nvPr>
        </p:nvSpPr>
        <p:spPr>
          <a:xfrm>
            <a:off x="2209680" y="1268640"/>
            <a:ext cx="8134200" cy="4114440"/>
          </a:xfrm>
          <a:prstGeom prst="rect">
            <a:avLst/>
          </a:prstGeom>
          <a:noFill/>
          <a:ln w="0">
            <a:noFill/>
          </a:ln>
        </p:spPr>
        <p:txBody>
          <a:bodyPr lIns="91440" rIns="91440" tIns="45720" bIns="45720" anchor="t">
            <a:noAutofit/>
          </a:bodyPr>
          <a:p>
            <a:pPr indent="-324000" algn="r" defTabSz="914400">
              <a:lnSpc>
                <a:spcPct val="100000"/>
              </a:lnSpc>
              <a:buClr>
                <a:srgbClr val="8b8b8b"/>
              </a:buClr>
              <a:buFont typeface="Arial"/>
              <a:buChar char="•"/>
            </a:pPr>
            <a:r>
              <a:rPr b="0" lang="en-US" sz="2800" spc="-1" strike="noStrike">
                <a:solidFill>
                  <a:schemeClr val="dk1">
                    <a:tint val="75000"/>
                  </a:schemeClr>
                </a:solidFill>
                <a:latin typeface="Century Gothic"/>
              </a:rPr>
              <a:t>Surface vibrators – Beam vibrators</a:t>
            </a:r>
            <a:endParaRPr b="0" lang="en-US" sz="28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Vibrating unit mounted at centre</a:t>
            </a:r>
            <a:endParaRPr b="0" lang="en-US" sz="24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Used to compact floor slabs and roads</a:t>
            </a:r>
            <a:endParaRPr b="0" lang="en-US" sz="24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Effective to a depth of 150 mm, edges not well compacted</a:t>
            </a:r>
            <a:endParaRPr b="0" lang="en-US" sz="2400" spc="-1" strike="noStrike">
              <a:solidFill>
                <a:schemeClr val="dk1">
                  <a:lumMod val="75000"/>
                  <a:lumOff val="25000"/>
                </a:schemeClr>
              </a:solidFill>
              <a:latin typeface="Century Gothic"/>
            </a:endParaRPr>
          </a:p>
          <a:p>
            <a:pPr indent="0" algn="r" defTabSz="914400">
              <a:lnSpc>
                <a:spcPct val="100000"/>
              </a:lnSpc>
              <a:buNone/>
            </a:pPr>
            <a:endParaRPr b="0" lang="en-US" sz="900" spc="-1" strike="noStrike">
              <a:solidFill>
                <a:schemeClr val="dk1">
                  <a:lumMod val="75000"/>
                  <a:lumOff val="25000"/>
                </a:schemeClr>
              </a:solidFill>
              <a:latin typeface="Century Gothic"/>
            </a:endParaRPr>
          </a:p>
        </p:txBody>
      </p:sp>
      <p:pic>
        <p:nvPicPr>
          <p:cNvPr id="831" name="Picture 3" descr="beamvib"/>
          <p:cNvPicPr/>
          <p:nvPr/>
        </p:nvPicPr>
        <p:blipFill>
          <a:blip r:embed="rId1">
            <a:lum bright="12000"/>
          </a:blip>
          <a:stretch/>
        </p:blipFill>
        <p:spPr>
          <a:xfrm>
            <a:off x="5591160" y="3429000"/>
            <a:ext cx="4896720" cy="3268440"/>
          </a:xfrm>
          <a:prstGeom prst="rect">
            <a:avLst/>
          </a:prstGeom>
          <a:ln w="9525">
            <a:solidFill>
              <a:srgbClr val="ffffff"/>
            </a:solidFill>
            <a:miter/>
          </a:ln>
        </p:spPr>
      </p:pic>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2" name="PlaceHolder 1"/>
          <p:cNvSpPr>
            <a:spLocks noGrp="1"/>
          </p:cNvSpPr>
          <p:nvPr>
            <p:ph type="title"/>
          </p:nvPr>
        </p:nvSpPr>
        <p:spPr>
          <a:xfrm>
            <a:off x="2063520" y="332640"/>
            <a:ext cx="8299440" cy="791640"/>
          </a:xfrm>
          <a:prstGeom prst="rect">
            <a:avLst/>
          </a:prstGeom>
          <a:noFill/>
          <a:ln w="0">
            <a:noFill/>
          </a:ln>
        </p:spPr>
        <p:txBody>
          <a:bodyPr lIns="91440" rIns="91440" tIns="45720" bIns="45720" anchor="t">
            <a:noAutofit/>
          </a:bodyPr>
          <a:p>
            <a:pPr indent="0" algn="ctr" defTabSz="457200">
              <a:lnSpc>
                <a:spcPct val="100000"/>
              </a:lnSpc>
              <a:buNone/>
            </a:pPr>
            <a:r>
              <a:rPr b="1" lang="en-GB" sz="4000" spc="-1" strike="noStrike">
                <a:solidFill>
                  <a:schemeClr val="dk1">
                    <a:lumMod val="85000"/>
                    <a:lumOff val="15000"/>
                  </a:schemeClr>
                </a:solidFill>
                <a:latin typeface="Century Gothic"/>
              </a:rPr>
              <a:t>Compacting </a:t>
            </a:r>
            <a:r>
              <a:rPr b="1" lang="en-US" sz="4000" spc="-1" strike="noStrike">
                <a:solidFill>
                  <a:schemeClr val="dk1">
                    <a:lumMod val="85000"/>
                    <a:lumOff val="15000"/>
                  </a:schemeClr>
                </a:solidFill>
                <a:latin typeface="Century Gothic"/>
              </a:rPr>
              <a:t>E</a:t>
            </a:r>
            <a:r>
              <a:rPr b="1" lang="en-GB" sz="4000" spc="-1" strike="noStrike">
                <a:solidFill>
                  <a:schemeClr val="dk1">
                    <a:lumMod val="85000"/>
                    <a:lumOff val="15000"/>
                  </a:schemeClr>
                </a:solidFill>
                <a:latin typeface="Century Gothic"/>
              </a:rPr>
              <a:t>quipment</a:t>
            </a:r>
            <a:endParaRPr b="0" lang="en-US" sz="4000" spc="-1" strike="noStrike">
              <a:solidFill>
                <a:schemeClr val="dk1"/>
              </a:solidFill>
              <a:latin typeface="Century Gothic"/>
            </a:endParaRPr>
          </a:p>
        </p:txBody>
      </p:sp>
      <p:sp>
        <p:nvSpPr>
          <p:cNvPr id="833" name="PlaceHolder 2"/>
          <p:cNvSpPr>
            <a:spLocks noGrp="1"/>
          </p:cNvSpPr>
          <p:nvPr>
            <p:ph/>
          </p:nvPr>
        </p:nvSpPr>
        <p:spPr>
          <a:xfrm>
            <a:off x="1991520" y="1268640"/>
            <a:ext cx="5256360" cy="5256360"/>
          </a:xfrm>
          <a:prstGeom prst="rect">
            <a:avLst/>
          </a:prstGeom>
          <a:noFill/>
          <a:ln w="0">
            <a:noFill/>
          </a:ln>
        </p:spPr>
        <p:txBody>
          <a:bodyPr lIns="91440" rIns="91440" tIns="45720" bIns="45720" anchor="t">
            <a:noAutofit/>
          </a:bodyPr>
          <a:p>
            <a:pPr indent="-324000" algn="r" defTabSz="914400">
              <a:lnSpc>
                <a:spcPct val="100000"/>
              </a:lnSpc>
              <a:buClr>
                <a:srgbClr val="8b8b8b"/>
              </a:buClr>
              <a:buFont typeface="Arial"/>
              <a:buChar char="•"/>
            </a:pPr>
            <a:r>
              <a:rPr b="0" lang="en-US" sz="2800" spc="-1" strike="noStrike">
                <a:solidFill>
                  <a:schemeClr val="dk1">
                    <a:tint val="75000"/>
                  </a:schemeClr>
                </a:solidFill>
                <a:latin typeface="Century Gothic"/>
              </a:rPr>
              <a:t>Vibratory rollers</a:t>
            </a:r>
            <a:endParaRPr b="0" lang="en-US" sz="28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Used for very low slump concrete</a:t>
            </a:r>
            <a:endParaRPr b="0" lang="en-US" sz="24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High compactive effort</a:t>
            </a:r>
            <a:endParaRPr b="0" lang="en-US" sz="24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Roller compacted concrete</a:t>
            </a:r>
            <a:endParaRPr b="0" lang="en-US" sz="24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Used in dam and road construction</a:t>
            </a:r>
            <a:endParaRPr b="0" lang="en-US" sz="24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Aggregate grading and moisture content critical, if too wet  concrete will stick to roller, too dry leads to under compaction.</a:t>
            </a:r>
            <a:endParaRPr b="0" lang="en-US" sz="2400" spc="-1" strike="noStrike">
              <a:solidFill>
                <a:schemeClr val="dk1">
                  <a:lumMod val="75000"/>
                  <a:lumOff val="25000"/>
                </a:schemeClr>
              </a:solidFill>
              <a:latin typeface="Century Gothic"/>
            </a:endParaRPr>
          </a:p>
          <a:p>
            <a:pPr indent="0" algn="r" defTabSz="914400">
              <a:lnSpc>
                <a:spcPct val="100000"/>
              </a:lnSpc>
              <a:buNone/>
            </a:pPr>
            <a:endParaRPr b="0" lang="en-US" sz="900" spc="-1" strike="noStrike">
              <a:solidFill>
                <a:schemeClr val="dk1">
                  <a:lumMod val="75000"/>
                  <a:lumOff val="25000"/>
                </a:schemeClr>
              </a:solidFill>
              <a:latin typeface="Century Gothic"/>
            </a:endParaRPr>
          </a:p>
        </p:txBody>
      </p:sp>
      <p:pic>
        <p:nvPicPr>
          <p:cNvPr id="834" name="Picture 4" descr="IMGP2363.JPG"/>
          <p:cNvPicPr/>
          <p:nvPr/>
        </p:nvPicPr>
        <p:blipFill>
          <a:blip r:embed="rId1"/>
          <a:stretch/>
        </p:blipFill>
        <p:spPr>
          <a:xfrm>
            <a:off x="7248240" y="980640"/>
            <a:ext cx="3771360" cy="3672000"/>
          </a:xfrm>
          <a:prstGeom prst="rect">
            <a:avLst/>
          </a:prstGeom>
          <a:ln w="0">
            <a:noFill/>
          </a:ln>
        </p:spPr>
      </p:pic>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5" name="PlaceHolder 1"/>
          <p:cNvSpPr>
            <a:spLocks noGrp="1"/>
          </p:cNvSpPr>
          <p:nvPr>
            <p:ph type="title"/>
          </p:nvPr>
        </p:nvSpPr>
        <p:spPr>
          <a:xfrm>
            <a:off x="1847520" y="274680"/>
            <a:ext cx="7905600" cy="1142640"/>
          </a:xfrm>
          <a:prstGeom prst="rect">
            <a:avLst/>
          </a:prstGeom>
          <a:noFill/>
          <a:ln w="0">
            <a:noFill/>
          </a:ln>
        </p:spPr>
        <p:txBody>
          <a:bodyPr lIns="91440" rIns="91440" tIns="45720" bIns="45720" anchor="t">
            <a:noAutofit/>
          </a:bodyPr>
          <a:p>
            <a:pPr indent="0" algn="ctr" defTabSz="457200">
              <a:lnSpc>
                <a:spcPct val="100000"/>
              </a:lnSpc>
              <a:buNone/>
            </a:pPr>
            <a:r>
              <a:rPr b="1" lang="en-US" sz="4000" spc="-1" strike="noStrike">
                <a:solidFill>
                  <a:schemeClr val="dk1">
                    <a:lumMod val="85000"/>
                    <a:lumOff val="15000"/>
                  </a:schemeClr>
                </a:solidFill>
                <a:latin typeface="Century Gothic"/>
              </a:rPr>
              <a:t>Self-Compacting Concrete</a:t>
            </a:r>
            <a:endParaRPr b="0" lang="en-US" sz="4000" spc="-1" strike="noStrike">
              <a:solidFill>
                <a:schemeClr val="dk1"/>
              </a:solidFill>
              <a:latin typeface="Century Gothic"/>
            </a:endParaRPr>
          </a:p>
        </p:txBody>
      </p:sp>
      <p:sp>
        <p:nvSpPr>
          <p:cNvPr id="836" name="PlaceHolder 2"/>
          <p:cNvSpPr>
            <a:spLocks noGrp="1"/>
          </p:cNvSpPr>
          <p:nvPr>
            <p:ph/>
          </p:nvPr>
        </p:nvSpPr>
        <p:spPr>
          <a:xfrm>
            <a:off x="2438280" y="1628640"/>
            <a:ext cx="9453600" cy="452592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a53010"/>
              </a:buClr>
              <a:buSzPct val="85000"/>
              <a:buFont typeface="Wingdings 3" charset="2"/>
              <a:buChar char=""/>
            </a:pPr>
            <a:r>
              <a:rPr b="0" lang="en-US" sz="2800" spc="-1" strike="noStrike">
                <a:solidFill>
                  <a:schemeClr val="dk1">
                    <a:lumMod val="75000"/>
                    <a:lumOff val="25000"/>
                  </a:schemeClr>
                </a:solidFill>
                <a:latin typeface="Century Gothic"/>
              </a:rPr>
              <a:t>In its fresh state, SCC flows freely into every corner of the formwork without the need for compaction</a:t>
            </a:r>
            <a:endParaRPr b="0" lang="en-US" sz="2800" spc="-1" strike="noStrike">
              <a:solidFill>
                <a:schemeClr val="dk1">
                  <a:lumMod val="75000"/>
                  <a:lumOff val="25000"/>
                </a:schemeClr>
              </a:solidFill>
              <a:latin typeface="Century Gothic"/>
            </a:endParaRPr>
          </a:p>
          <a:p>
            <a:pPr marL="343080" indent="-343080" defTabSz="457200">
              <a:lnSpc>
                <a:spcPct val="100000"/>
              </a:lnSpc>
              <a:spcBef>
                <a:spcPts val="1001"/>
              </a:spcBef>
              <a:buClr>
                <a:srgbClr val="a53010"/>
              </a:buClr>
              <a:buSzPct val="85000"/>
              <a:buFont typeface="Wingdings 3" charset="2"/>
              <a:buChar char=""/>
            </a:pPr>
            <a:r>
              <a:rPr b="0" lang="en-US" sz="2800" spc="-1" strike="noStrike">
                <a:solidFill>
                  <a:schemeClr val="dk1">
                    <a:lumMod val="75000"/>
                    <a:lumOff val="25000"/>
                  </a:schemeClr>
                </a:solidFill>
                <a:latin typeface="Century Gothic"/>
              </a:rPr>
              <a:t>Fills formwork and encapsulates reinforcing steel bars only through action of gravity</a:t>
            </a:r>
            <a:endParaRPr b="0" lang="en-US" sz="2800" spc="-1" strike="noStrike">
              <a:solidFill>
                <a:schemeClr val="dk1">
                  <a:lumMod val="75000"/>
                  <a:lumOff val="25000"/>
                </a:schemeClr>
              </a:solidFill>
              <a:latin typeface="Century Gothic"/>
            </a:endParaRPr>
          </a:p>
          <a:p>
            <a:pPr marL="343080" indent="-343080" defTabSz="457200">
              <a:lnSpc>
                <a:spcPct val="100000"/>
              </a:lnSpc>
              <a:spcBef>
                <a:spcPts val="1001"/>
              </a:spcBef>
              <a:buClr>
                <a:srgbClr val="a53010"/>
              </a:buClr>
              <a:buSzPct val="85000"/>
              <a:buFont typeface="Wingdings 3" charset="2"/>
              <a:buChar char=""/>
            </a:pPr>
            <a:r>
              <a:rPr b="0" lang="en-US" sz="2800" spc="-1" strike="noStrike">
                <a:solidFill>
                  <a:schemeClr val="dk1">
                    <a:lumMod val="75000"/>
                    <a:lumOff val="25000"/>
                  </a:schemeClr>
                </a:solidFill>
                <a:latin typeface="Century Gothic"/>
              </a:rPr>
              <a:t>Maintains homogeneity (no segregation)</a:t>
            </a:r>
            <a:endParaRPr b="0" lang="en-US" sz="2800" spc="-1" strike="noStrike">
              <a:solidFill>
                <a:schemeClr val="dk1">
                  <a:lumMod val="75000"/>
                  <a:lumOff val="25000"/>
                </a:schemeClr>
              </a:solidFill>
              <a:latin typeface="Century Gothic"/>
            </a:endParaRPr>
          </a:p>
          <a:p>
            <a:pPr marL="343080" indent="-343080" defTabSz="457200">
              <a:lnSpc>
                <a:spcPct val="100000"/>
              </a:lnSpc>
              <a:spcBef>
                <a:spcPts val="1001"/>
              </a:spcBef>
              <a:buClr>
                <a:srgbClr val="a53010"/>
              </a:buClr>
              <a:buSzPct val="85000"/>
              <a:buFont typeface="Wingdings 3" charset="2"/>
              <a:buChar char=""/>
            </a:pPr>
            <a:r>
              <a:rPr b="0" lang="en-US" sz="2800" spc="-1" strike="noStrike">
                <a:solidFill>
                  <a:schemeClr val="dk1">
                    <a:lumMod val="75000"/>
                    <a:lumOff val="25000"/>
                  </a:schemeClr>
                </a:solidFill>
                <a:latin typeface="Century Gothic"/>
              </a:rPr>
              <a:t>Behaves like a liquid in the fresh state</a:t>
            </a:r>
            <a:endParaRPr b="0" lang="en-US" sz="2800" spc="-1" strike="noStrike">
              <a:solidFill>
                <a:schemeClr val="dk1">
                  <a:lumMod val="75000"/>
                  <a:lumOff val="25000"/>
                </a:schemeClr>
              </a:solidFill>
              <a:latin typeface="Century Gothic"/>
            </a:endParaRPr>
          </a:p>
          <a:p>
            <a:pPr indent="0" defTabSz="457200">
              <a:lnSpc>
                <a:spcPct val="100000"/>
              </a:lnSpc>
              <a:spcBef>
                <a:spcPts val="1001"/>
              </a:spcBef>
              <a:buNone/>
            </a:pPr>
            <a:endParaRPr b="0" lang="en-US" sz="1800" spc="-1" strike="noStrike">
              <a:solidFill>
                <a:schemeClr val="dk1">
                  <a:lumMod val="75000"/>
                  <a:lumOff val="25000"/>
                </a:schemeClr>
              </a:solidFill>
              <a:latin typeface="Century Gothic"/>
            </a:endParaRPr>
          </a:p>
        </p:txBody>
      </p:sp>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7" name="PlaceHolder 1"/>
          <p:cNvSpPr>
            <a:spLocks noGrp="1"/>
          </p:cNvSpPr>
          <p:nvPr>
            <p:ph type="title"/>
          </p:nvPr>
        </p:nvSpPr>
        <p:spPr>
          <a:xfrm>
            <a:off x="1847520" y="274680"/>
            <a:ext cx="5676840" cy="796680"/>
          </a:xfrm>
          <a:prstGeom prst="rect">
            <a:avLst/>
          </a:prstGeom>
          <a:noFill/>
          <a:ln w="0">
            <a:noFill/>
          </a:ln>
        </p:spPr>
        <p:txBody>
          <a:bodyPr lIns="91440" rIns="91440" tIns="45720" bIns="45720" anchor="t">
            <a:noAutofit/>
          </a:bodyPr>
          <a:p>
            <a:pPr indent="0" algn="ctr" defTabSz="457200">
              <a:lnSpc>
                <a:spcPct val="100000"/>
              </a:lnSpc>
              <a:buNone/>
            </a:pPr>
            <a:r>
              <a:rPr b="1" lang="en-US" sz="4000" spc="-1" strike="noStrike">
                <a:solidFill>
                  <a:schemeClr val="dk1">
                    <a:lumMod val="85000"/>
                    <a:lumOff val="15000"/>
                  </a:schemeClr>
                </a:solidFill>
                <a:latin typeface="Century Gothic"/>
              </a:rPr>
              <a:t>Reasons for SCC Use</a:t>
            </a:r>
            <a:endParaRPr b="0" lang="en-US" sz="4000" spc="-1" strike="noStrike">
              <a:solidFill>
                <a:schemeClr val="dk1"/>
              </a:solidFill>
              <a:latin typeface="Century Gothic"/>
            </a:endParaRPr>
          </a:p>
        </p:txBody>
      </p:sp>
      <p:sp>
        <p:nvSpPr>
          <p:cNvPr id="838" name="PlaceHolder 2"/>
          <p:cNvSpPr>
            <a:spLocks noGrp="1"/>
          </p:cNvSpPr>
          <p:nvPr>
            <p:ph/>
          </p:nvPr>
        </p:nvSpPr>
        <p:spPr>
          <a:xfrm>
            <a:off x="2381400" y="1428840"/>
            <a:ext cx="5357520" cy="4857480"/>
          </a:xfrm>
          <a:prstGeom prst="rect">
            <a:avLst/>
          </a:prstGeom>
          <a:noFill/>
          <a:ln w="0">
            <a:noFill/>
          </a:ln>
        </p:spPr>
        <p:txBody>
          <a:bodyPr lIns="91440" rIns="91440" tIns="45720" bIns="45720" anchor="t">
            <a:noAutofit/>
          </a:bodyPr>
          <a:p>
            <a:pPr indent="-324000" algn="r" defTabSz="914400">
              <a:lnSpc>
                <a:spcPct val="90000"/>
              </a:lnSpc>
              <a:buClr>
                <a:srgbClr val="8b8b8b"/>
              </a:buClr>
              <a:buFont typeface="Arial"/>
              <a:buChar char="•"/>
            </a:pPr>
            <a:r>
              <a:rPr b="0" lang="en-US" sz="2800" spc="-1" strike="noStrike">
                <a:solidFill>
                  <a:schemeClr val="dk1">
                    <a:tint val="75000"/>
                  </a:schemeClr>
                </a:solidFill>
                <a:latin typeface="Century Gothic"/>
              </a:rPr>
              <a:t>Improved quality assurance of cast structures</a:t>
            </a:r>
            <a:endParaRPr b="0" lang="en-US" sz="2800" spc="-1" strike="noStrike">
              <a:solidFill>
                <a:schemeClr val="dk1">
                  <a:lumMod val="75000"/>
                  <a:lumOff val="25000"/>
                </a:schemeClr>
              </a:solidFill>
              <a:latin typeface="Century Gothic"/>
            </a:endParaRPr>
          </a:p>
          <a:p>
            <a:pPr indent="-324000" algn="r" defTabSz="914400">
              <a:lnSpc>
                <a:spcPct val="90000"/>
              </a:lnSpc>
              <a:buClr>
                <a:srgbClr val="8b8b8b"/>
              </a:buClr>
              <a:buFont typeface="Arial"/>
              <a:buChar char="•"/>
            </a:pPr>
            <a:r>
              <a:rPr b="0" lang="en-US" sz="2800" spc="-1" strike="noStrike">
                <a:solidFill>
                  <a:schemeClr val="dk1">
                    <a:tint val="75000"/>
                  </a:schemeClr>
                </a:solidFill>
                <a:latin typeface="Century Gothic"/>
              </a:rPr>
              <a:t>New design options</a:t>
            </a:r>
            <a:endParaRPr b="0" lang="en-US" sz="2800" spc="-1" strike="noStrike">
              <a:solidFill>
                <a:schemeClr val="dk1">
                  <a:lumMod val="75000"/>
                  <a:lumOff val="25000"/>
                </a:schemeClr>
              </a:solidFill>
              <a:latin typeface="Century Gothic"/>
            </a:endParaRPr>
          </a:p>
          <a:p>
            <a:pPr lvl="1" marL="457200" indent="-324000" defTabSz="914400">
              <a:lnSpc>
                <a:spcPct val="90000"/>
              </a:lnSpc>
              <a:buClr>
                <a:srgbClr val="4b866e"/>
              </a:buClr>
              <a:buFont typeface="Arial"/>
              <a:buChar char="•"/>
            </a:pPr>
            <a:r>
              <a:rPr b="0" lang="en-US" sz="2400" spc="-1" strike="noStrike">
                <a:solidFill>
                  <a:schemeClr val="accent6">
                    <a:lumMod val="75000"/>
                  </a:schemeClr>
                </a:solidFill>
                <a:latin typeface="Century Gothic"/>
              </a:rPr>
              <a:t>Ensure compaction when structural design makes compaction difficult or impossible</a:t>
            </a:r>
            <a:endParaRPr b="0" lang="en-US" sz="2400" spc="-1" strike="noStrike">
              <a:solidFill>
                <a:schemeClr val="dk1">
                  <a:lumMod val="75000"/>
                  <a:lumOff val="25000"/>
                </a:schemeClr>
              </a:solidFill>
              <a:latin typeface="Century Gothic"/>
            </a:endParaRPr>
          </a:p>
          <a:p>
            <a:pPr lvl="1" marL="457200" indent="-324000" defTabSz="914400">
              <a:lnSpc>
                <a:spcPct val="90000"/>
              </a:lnSpc>
              <a:buClr>
                <a:srgbClr val="4b866e"/>
              </a:buClr>
              <a:buFont typeface="Arial"/>
              <a:buChar char="•"/>
            </a:pPr>
            <a:r>
              <a:rPr b="0" lang="en-US" sz="2400" spc="-1" strike="noStrike">
                <a:solidFill>
                  <a:schemeClr val="accent6">
                    <a:lumMod val="75000"/>
                  </a:schemeClr>
                </a:solidFill>
                <a:latin typeface="Century Gothic"/>
              </a:rPr>
              <a:t>Create opportunity for innovative construction systems</a:t>
            </a:r>
            <a:endParaRPr b="0" lang="en-US" sz="2400" spc="-1" strike="noStrike">
              <a:solidFill>
                <a:schemeClr val="dk1">
                  <a:lumMod val="75000"/>
                  <a:lumOff val="25000"/>
                </a:schemeClr>
              </a:solidFill>
              <a:latin typeface="Century Gothic"/>
            </a:endParaRPr>
          </a:p>
          <a:p>
            <a:pPr indent="-324000" algn="r" defTabSz="914400">
              <a:lnSpc>
                <a:spcPct val="90000"/>
              </a:lnSpc>
              <a:buClr>
                <a:srgbClr val="8b8b8b"/>
              </a:buClr>
              <a:buFont typeface="Arial"/>
              <a:buChar char="•"/>
            </a:pPr>
            <a:r>
              <a:rPr b="0" lang="en-US" sz="2800" spc="-1" strike="noStrike">
                <a:solidFill>
                  <a:schemeClr val="dk1">
                    <a:tint val="75000"/>
                  </a:schemeClr>
                </a:solidFill>
                <a:latin typeface="Century Gothic"/>
              </a:rPr>
              <a:t>Congested reinforcing</a:t>
            </a:r>
            <a:endParaRPr b="0" lang="en-US" sz="2800" spc="-1" strike="noStrike">
              <a:solidFill>
                <a:schemeClr val="dk1">
                  <a:lumMod val="75000"/>
                  <a:lumOff val="25000"/>
                </a:schemeClr>
              </a:solidFill>
              <a:latin typeface="Century Gothic"/>
            </a:endParaRPr>
          </a:p>
        </p:txBody>
      </p:sp>
      <p:pic>
        <p:nvPicPr>
          <p:cNvPr id="839" name="Picture 4" descr="Soccer7"/>
          <p:cNvPicPr/>
          <p:nvPr/>
        </p:nvPicPr>
        <p:blipFill>
          <a:blip r:embed="rId1"/>
          <a:srcRect l="29134" t="-488" r="12608" b="1455"/>
          <a:stretch/>
        </p:blipFill>
        <p:spPr>
          <a:xfrm>
            <a:off x="7810560" y="119160"/>
            <a:ext cx="2714400" cy="6152760"/>
          </a:xfrm>
          <a:prstGeom prst="rect">
            <a:avLst/>
          </a:prstGeom>
          <a:ln w="9525">
            <a:noFill/>
          </a:ln>
        </p:spPr>
      </p:pic>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0" name="TextBox 9"/>
          <p:cNvSpPr/>
          <p:nvPr/>
        </p:nvSpPr>
        <p:spPr>
          <a:xfrm>
            <a:off x="1523880" y="1208880"/>
            <a:ext cx="4499640" cy="699120"/>
          </a:xfrm>
          <a:prstGeom prst="rect">
            <a:avLst/>
          </a:prstGeom>
          <a:noFill/>
          <a:ln w="9525">
            <a:noFill/>
          </a:ln>
        </p:spPr>
        <p:style>
          <a:lnRef idx="0"/>
          <a:fillRef idx="0"/>
          <a:effectRef idx="0"/>
          <a:fontRef idx="minor"/>
        </p:style>
        <p:txBody>
          <a:bodyPr lIns="90000" rIns="90000" tIns="45000" bIns="45000" anchor="t">
            <a:spAutoFit/>
          </a:bodyPr>
          <a:p>
            <a:pPr algn="ctr" defTabSz="914400">
              <a:lnSpc>
                <a:spcPct val="100000"/>
              </a:lnSpc>
            </a:pPr>
            <a:r>
              <a:rPr b="1" lang="en-US" sz="4000" spc="-1" strike="noStrike">
                <a:solidFill>
                  <a:schemeClr val="dk1"/>
                </a:solidFill>
                <a:latin typeface="Calibri"/>
              </a:rPr>
              <a:t>Curing</a:t>
            </a:r>
            <a:endParaRPr b="0" lang="en-US" sz="4000" spc="-1" strike="noStrike">
              <a:solidFill>
                <a:srgbClr val="000000"/>
              </a:solidFill>
              <a:latin typeface="Arial"/>
            </a:endParaRPr>
          </a:p>
        </p:txBody>
      </p:sp>
      <p:pic>
        <p:nvPicPr>
          <p:cNvPr id="841" name="Picture 1" descr=""/>
          <p:cNvPicPr/>
          <p:nvPr/>
        </p:nvPicPr>
        <p:blipFill>
          <a:blip r:embed="rId1"/>
          <a:stretch/>
        </p:blipFill>
        <p:spPr>
          <a:xfrm>
            <a:off x="5360040" y="0"/>
            <a:ext cx="6760440" cy="6856920"/>
          </a:xfrm>
          <a:prstGeom prst="rect">
            <a:avLst/>
          </a:prstGeom>
          <a:ln w="0">
            <a:noFill/>
          </a:ln>
        </p:spPr>
      </p:pic>
    </p:spTree>
  </p:cSld>
  <mc:AlternateContent>
    <mc:Choice Requires="p14">
      <p:transition spd="slow" p14:dur="2000"/>
    </mc:Choice>
    <mc:Fallback>
      <p:transition spd="slow"/>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2" name="PlaceHolder 1"/>
          <p:cNvSpPr>
            <a:spLocks noGrp="1"/>
          </p:cNvSpPr>
          <p:nvPr>
            <p:ph/>
          </p:nvPr>
        </p:nvSpPr>
        <p:spPr>
          <a:xfrm>
            <a:off x="893520" y="1130760"/>
            <a:ext cx="10829520" cy="463320"/>
          </a:xfrm>
          <a:prstGeom prst="rect">
            <a:avLst/>
          </a:prstGeom>
          <a:noFill/>
          <a:ln w="0">
            <a:noFill/>
          </a:ln>
        </p:spPr>
        <p:txBody>
          <a:bodyPr lIns="91440" rIns="91440" tIns="45720" bIns="45720" anchor="t">
            <a:noAutofit/>
          </a:bodyPr>
          <a:p>
            <a:pPr marL="355680" indent="0" algn="just" defTabSz="914400">
              <a:lnSpc>
                <a:spcPct val="100000"/>
              </a:lnSpc>
              <a:buNone/>
              <a:tabLst>
                <a:tab algn="l" pos="0"/>
              </a:tabLst>
            </a:pPr>
            <a:r>
              <a:rPr b="0" lang="en-US" sz="2400" spc="-1" strike="noStrike">
                <a:solidFill>
                  <a:schemeClr val="dk1">
                    <a:tint val="75000"/>
                  </a:schemeClr>
                </a:solidFill>
                <a:latin typeface="Century Gothic"/>
              </a:rPr>
              <a:t>Curing is the operation by which moist conditions are maintained on the placed concrete surfaces to promote continued hydration of cement for concrete to acquire full strength</a:t>
            </a:r>
            <a:endParaRPr b="0" lang="en-US" sz="2400" spc="-1" strike="noStrike">
              <a:solidFill>
                <a:schemeClr val="dk1">
                  <a:lumMod val="75000"/>
                  <a:lumOff val="25000"/>
                </a:schemeClr>
              </a:solidFill>
              <a:latin typeface="Century Gothic"/>
            </a:endParaRPr>
          </a:p>
          <a:p>
            <a:pPr marL="355680" indent="0" algn="just" defTabSz="914400">
              <a:lnSpc>
                <a:spcPct val="100000"/>
              </a:lnSpc>
              <a:buNone/>
              <a:tabLst>
                <a:tab algn="l" pos="0"/>
              </a:tabLst>
            </a:pPr>
            <a:endParaRPr b="0" lang="en-US" sz="2400" spc="-1" strike="noStrike">
              <a:solidFill>
                <a:schemeClr val="dk1">
                  <a:lumMod val="75000"/>
                  <a:lumOff val="25000"/>
                </a:schemeClr>
              </a:solidFill>
              <a:latin typeface="Century Gothic"/>
            </a:endParaRPr>
          </a:p>
          <a:p>
            <a:pPr marL="355680" indent="0" algn="just" defTabSz="914400">
              <a:lnSpc>
                <a:spcPct val="100000"/>
              </a:lnSpc>
              <a:buNone/>
              <a:tabLst>
                <a:tab algn="l" pos="0"/>
              </a:tabLst>
            </a:pPr>
            <a:r>
              <a:rPr b="0" lang="en-US" sz="2400" spc="-1" strike="noStrike">
                <a:solidFill>
                  <a:schemeClr val="dk1">
                    <a:tint val="75000"/>
                  </a:schemeClr>
                </a:solidFill>
                <a:latin typeface="Century Gothic"/>
              </a:rPr>
              <a:t>It is the process of preventing loss of moisture from concrete while maintaining a satisfactory temperature regime.  The curing regime should prevent development of high temperature gradients within concrete</a:t>
            </a:r>
            <a:endParaRPr b="0" lang="en-US" sz="2400" spc="-1" strike="noStrike">
              <a:solidFill>
                <a:schemeClr val="dk1">
                  <a:lumMod val="75000"/>
                  <a:lumOff val="25000"/>
                </a:schemeClr>
              </a:solidFill>
              <a:latin typeface="Century Gothic"/>
            </a:endParaRPr>
          </a:p>
          <a:p>
            <a:pPr marL="355680" indent="0" algn="just" defTabSz="914400">
              <a:lnSpc>
                <a:spcPct val="100000"/>
              </a:lnSpc>
              <a:buNone/>
              <a:tabLst>
                <a:tab algn="l" pos="0"/>
              </a:tabLst>
            </a:pPr>
            <a:endParaRPr b="0" lang="en-US" sz="2400" spc="-1" strike="noStrike">
              <a:solidFill>
                <a:schemeClr val="dk1">
                  <a:lumMod val="75000"/>
                  <a:lumOff val="25000"/>
                </a:schemeClr>
              </a:solidFill>
              <a:latin typeface="Century Gothic"/>
            </a:endParaRPr>
          </a:p>
          <a:p>
            <a:pPr marL="355680" indent="0" algn="just" defTabSz="914400">
              <a:lnSpc>
                <a:spcPct val="100000"/>
              </a:lnSpc>
              <a:buNone/>
              <a:tabLst>
                <a:tab algn="l" pos="0"/>
              </a:tabLst>
            </a:pPr>
            <a:r>
              <a:rPr b="0" lang="en-US" sz="2400" spc="-1" strike="noStrike">
                <a:solidFill>
                  <a:schemeClr val="dk1">
                    <a:tint val="75000"/>
                  </a:schemeClr>
                </a:solidFill>
                <a:latin typeface="Century Gothic"/>
              </a:rPr>
              <a:t>It prevents shrinkage cracks developing in the concrete. </a:t>
            </a:r>
            <a:endParaRPr b="0" lang="en-US" sz="2400" spc="-1" strike="noStrike">
              <a:solidFill>
                <a:schemeClr val="dk1">
                  <a:lumMod val="75000"/>
                  <a:lumOff val="25000"/>
                </a:schemeClr>
              </a:solidFill>
              <a:latin typeface="Century Gothic"/>
            </a:endParaRPr>
          </a:p>
          <a:p>
            <a:pPr marL="355680" indent="0" algn="just" defTabSz="914400">
              <a:lnSpc>
                <a:spcPct val="100000"/>
              </a:lnSpc>
              <a:buNone/>
              <a:tabLst>
                <a:tab algn="l" pos="0"/>
              </a:tabLst>
            </a:pPr>
            <a:endParaRPr b="0" lang="en-US" sz="2400" spc="-1" strike="noStrike">
              <a:solidFill>
                <a:schemeClr val="dk1">
                  <a:lumMod val="75000"/>
                  <a:lumOff val="25000"/>
                </a:schemeClr>
              </a:solidFill>
              <a:latin typeface="Century Gothic"/>
            </a:endParaRPr>
          </a:p>
          <a:p>
            <a:pPr marL="355680" indent="0" algn="just" defTabSz="914400">
              <a:lnSpc>
                <a:spcPct val="100000"/>
              </a:lnSpc>
              <a:buNone/>
              <a:tabLst>
                <a:tab algn="l" pos="0"/>
              </a:tabLst>
            </a:pPr>
            <a:r>
              <a:rPr b="0" lang="en-US" sz="2400" spc="-1" strike="noStrike">
                <a:solidFill>
                  <a:schemeClr val="dk1">
                    <a:tint val="75000"/>
                  </a:schemeClr>
                </a:solidFill>
                <a:latin typeface="Century Gothic"/>
              </a:rPr>
              <a:t>Curing brings about improvements in durability, impermeability, wear and weather resisting qualities and reduces shrinkage.</a:t>
            </a:r>
            <a:endParaRPr b="0" lang="en-US" sz="2400" spc="-1" strike="noStrike">
              <a:solidFill>
                <a:schemeClr val="dk1">
                  <a:lumMod val="75000"/>
                  <a:lumOff val="25000"/>
                </a:schemeClr>
              </a:solidFill>
              <a:latin typeface="Century Gothic"/>
            </a:endParaRPr>
          </a:p>
        </p:txBody>
      </p:sp>
      <p:sp>
        <p:nvSpPr>
          <p:cNvPr id="843" name="Rectangle 2"/>
          <p:cNvSpPr/>
          <p:nvPr/>
        </p:nvSpPr>
        <p:spPr>
          <a:xfrm>
            <a:off x="3257280" y="18000"/>
            <a:ext cx="5676840" cy="796680"/>
          </a:xfrm>
          <a:prstGeom prst="rect">
            <a:avLst/>
          </a:prstGeom>
          <a:noFill/>
          <a:ln w="0">
            <a:noFill/>
          </a:ln>
        </p:spPr>
        <p:style>
          <a:lnRef idx="0"/>
          <a:fillRef idx="0"/>
          <a:effectRef idx="0"/>
          <a:fontRef idx="minor"/>
        </p:style>
        <p:txBody>
          <a:bodyPr anchor="t">
            <a:normAutofit/>
          </a:bodyPr>
          <a:p>
            <a:pPr algn="ctr" defTabSz="457200">
              <a:lnSpc>
                <a:spcPct val="100000"/>
              </a:lnSpc>
            </a:pPr>
            <a:r>
              <a:rPr b="1" lang="en-US" sz="4000" spc="-1" strike="noStrike">
                <a:solidFill>
                  <a:schemeClr val="dk1">
                    <a:lumMod val="85000"/>
                    <a:lumOff val="15000"/>
                  </a:schemeClr>
                </a:solidFill>
                <a:latin typeface="Century Gothic"/>
              </a:rPr>
              <a:t>Curing</a:t>
            </a:r>
            <a:endParaRPr b="0" lang="en-US" sz="40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15" dur="indefinite" restart="never" nodeType="tmRoot">
          <p:childTnLst>
            <p:seq>
              <p:cTn id="16" dur="indefinite" nodeType="mainSeq">
                <p:childTnLst>
                  <p:par>
                    <p:cTn id="17" fill="hold">
                      <p:stCondLst>
                        <p:cond delay="indefinite"/>
                      </p:stCondLst>
                      <p:childTnLst>
                        <p:par>
                          <p:cTn id="18" fill="hold">
                            <p:stCondLst>
                              <p:cond delay="0"/>
                            </p:stCondLst>
                            <p:childTnLst>
                              <p:par>
                                <p:cTn id="19" nodeType="clickEffect" fill="hold" presetClass="entr" presetID="22" presetSubtype="8">
                                  <p:stCondLst>
                                    <p:cond delay="0"/>
                                  </p:stCondLst>
                                  <p:childTnLst>
                                    <p:set>
                                      <p:cBhvr>
                                        <p:cTn id="20" dur="1" fill="hold">
                                          <p:stCondLst>
                                            <p:cond delay="0"/>
                                          </p:stCondLst>
                                        </p:cTn>
                                        <p:tgtEl>
                                          <p:spTgt spid="842">
                                            <p:txEl>
                                              <p:pRg st="0" end="0"/>
                                            </p:txEl>
                                          </p:spTgt>
                                        </p:tgtEl>
                                        <p:attrNameLst>
                                          <p:attrName>style.visibility</p:attrName>
                                        </p:attrNameLst>
                                      </p:cBhvr>
                                      <p:to>
                                        <p:strVal val="visible"/>
                                      </p:to>
                                    </p:set>
                                    <p:animEffect filter="wipe(left)" transition="in">
                                      <p:cBhvr additive="repl">
                                        <p:cTn id="21" dur="500"/>
                                        <p:tgtEl>
                                          <p:spTgt spid="842">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nodeType="clickEffect" fill="hold" presetClass="entr" presetID="22" presetSubtype="8">
                                  <p:stCondLst>
                                    <p:cond delay="0"/>
                                  </p:stCondLst>
                                  <p:childTnLst>
                                    <p:set>
                                      <p:cBhvr>
                                        <p:cTn id="25" dur="1" fill="hold">
                                          <p:stCondLst>
                                            <p:cond delay="0"/>
                                          </p:stCondLst>
                                        </p:cTn>
                                        <p:tgtEl>
                                          <p:spTgt spid="842">
                                            <p:txEl>
                                              <p:pRg st="2" end="2"/>
                                            </p:txEl>
                                          </p:spTgt>
                                        </p:tgtEl>
                                        <p:attrNameLst>
                                          <p:attrName>style.visibility</p:attrName>
                                        </p:attrNameLst>
                                      </p:cBhvr>
                                      <p:to>
                                        <p:strVal val="visible"/>
                                      </p:to>
                                    </p:set>
                                    <p:animEffect filter="wipe(left)" transition="in">
                                      <p:cBhvr additive="repl">
                                        <p:cTn id="26" dur="500"/>
                                        <p:tgtEl>
                                          <p:spTgt spid="842">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nodeType="clickEffect" fill="hold" presetClass="entr" presetID="22" presetSubtype="8">
                                  <p:stCondLst>
                                    <p:cond delay="0"/>
                                  </p:stCondLst>
                                  <p:childTnLst>
                                    <p:set>
                                      <p:cBhvr>
                                        <p:cTn id="30" dur="1" fill="hold">
                                          <p:stCondLst>
                                            <p:cond delay="0"/>
                                          </p:stCondLst>
                                        </p:cTn>
                                        <p:tgtEl>
                                          <p:spTgt spid="842">
                                            <p:txEl>
                                              <p:pRg st="4" end="4"/>
                                            </p:txEl>
                                          </p:spTgt>
                                        </p:tgtEl>
                                        <p:attrNameLst>
                                          <p:attrName>style.visibility</p:attrName>
                                        </p:attrNameLst>
                                      </p:cBhvr>
                                      <p:to>
                                        <p:strVal val="visible"/>
                                      </p:to>
                                    </p:set>
                                    <p:animEffect filter="wipe(left)" transition="in">
                                      <p:cBhvr additive="repl">
                                        <p:cTn id="31" dur="500"/>
                                        <p:tgtEl>
                                          <p:spTgt spid="842">
                                            <p:txEl>
                                              <p:pRg st="4" end="4"/>
                                            </p:txEl>
                                          </p:spTgt>
                                        </p:tgtEl>
                                      </p:cBhvr>
                                    </p:animEffect>
                                  </p:childTnLst>
                                </p:cTn>
                              </p:par>
                            </p:childTnLst>
                          </p:cTn>
                        </p:par>
                      </p:childTnLst>
                    </p:cTn>
                  </p:par>
                  <p:par>
                    <p:cTn id="32" fill="hold">
                      <p:stCondLst>
                        <p:cond delay="indefinite"/>
                      </p:stCondLst>
                      <p:childTnLst>
                        <p:par>
                          <p:cTn id="33" fill="hold">
                            <p:stCondLst>
                              <p:cond delay="0"/>
                            </p:stCondLst>
                            <p:childTnLst>
                              <p:par>
                                <p:cTn id="34" nodeType="clickEffect" fill="hold" presetClass="entr" presetID="22" presetSubtype="8">
                                  <p:stCondLst>
                                    <p:cond delay="0"/>
                                  </p:stCondLst>
                                  <p:childTnLst>
                                    <p:set>
                                      <p:cBhvr>
                                        <p:cTn id="35" dur="1" fill="hold">
                                          <p:stCondLst>
                                            <p:cond delay="0"/>
                                          </p:stCondLst>
                                        </p:cTn>
                                        <p:tgtEl>
                                          <p:spTgt spid="842">
                                            <p:txEl>
                                              <p:pRg st="6" end="6"/>
                                            </p:txEl>
                                          </p:spTgt>
                                        </p:tgtEl>
                                        <p:attrNameLst>
                                          <p:attrName>style.visibility</p:attrName>
                                        </p:attrNameLst>
                                      </p:cBhvr>
                                      <p:to>
                                        <p:strVal val="visible"/>
                                      </p:to>
                                    </p:set>
                                    <p:animEffect filter="wipe(left)" transition="in">
                                      <p:cBhvr additive="repl">
                                        <p:cTn id="36" dur="500"/>
                                        <p:tgtEl>
                                          <p:spTgt spid="842">
                                            <p:txEl>
                                              <p:pRg st="6" end="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4" name="PlaceHolder 1"/>
          <p:cNvSpPr>
            <a:spLocks noGrp="1"/>
          </p:cNvSpPr>
          <p:nvPr>
            <p:ph type="title"/>
          </p:nvPr>
        </p:nvSpPr>
        <p:spPr>
          <a:xfrm>
            <a:off x="2592720" y="613440"/>
            <a:ext cx="8911080" cy="1291320"/>
          </a:xfrm>
          <a:prstGeom prst="rect">
            <a:avLst/>
          </a:prstGeom>
          <a:noFill/>
          <a:ln w="0">
            <a:noFill/>
          </a:ln>
        </p:spPr>
        <p:txBody>
          <a:bodyPr lIns="91440" rIns="91440" tIns="45720" bIns="45720" anchor="t">
            <a:normAutofit/>
          </a:bodyPr>
          <a:p>
            <a:pPr indent="0" algn="ctr" defTabSz="457200">
              <a:lnSpc>
                <a:spcPct val="100000"/>
              </a:lnSpc>
              <a:buNone/>
            </a:pPr>
            <a:r>
              <a:rPr b="1" lang="en-US" sz="4000" spc="-1" strike="noStrike">
                <a:solidFill>
                  <a:schemeClr val="dk1">
                    <a:lumMod val="85000"/>
                    <a:lumOff val="15000"/>
                  </a:schemeClr>
                </a:solidFill>
                <a:latin typeface="Century Gothic"/>
              </a:rPr>
              <a:t>Factors affecting curing</a:t>
            </a:r>
            <a:endParaRPr b="0" lang="en-US" sz="4000" spc="-1" strike="noStrike">
              <a:solidFill>
                <a:schemeClr val="dk1"/>
              </a:solidFill>
              <a:latin typeface="Century Gothic"/>
            </a:endParaRPr>
          </a:p>
        </p:txBody>
      </p:sp>
      <p:sp>
        <p:nvSpPr>
          <p:cNvPr id="845" name="PlaceHolder 2"/>
          <p:cNvSpPr>
            <a:spLocks noGrp="1"/>
          </p:cNvSpPr>
          <p:nvPr>
            <p:ph/>
          </p:nvPr>
        </p:nvSpPr>
        <p:spPr>
          <a:xfrm>
            <a:off x="1440720" y="1582560"/>
            <a:ext cx="10750320" cy="3645000"/>
          </a:xfrm>
          <a:prstGeom prst="rect">
            <a:avLst/>
          </a:prstGeom>
          <a:noFill/>
          <a:ln w="0">
            <a:noFill/>
          </a:ln>
        </p:spPr>
        <p:txBody>
          <a:bodyPr lIns="91440" rIns="91440" tIns="45720" bIns="45720" anchor="t">
            <a:normAutofit fontScale="89858" lnSpcReduction="10000"/>
          </a:bodyPr>
          <a:p>
            <a:pPr indent="0" algn="just" defTabSz="914400">
              <a:lnSpc>
                <a:spcPct val="100000"/>
              </a:lnSpc>
              <a:buNone/>
              <a:tabLst>
                <a:tab algn="l" pos="0"/>
              </a:tabLst>
            </a:pPr>
            <a:r>
              <a:rPr b="0" lang="en-GB" sz="2800" spc="-1" strike="noStrike">
                <a:solidFill>
                  <a:schemeClr val="dk1">
                    <a:tint val="75000"/>
                  </a:schemeClr>
                </a:solidFill>
                <a:latin typeface="Century Gothic"/>
              </a:rPr>
              <a:t>The lower the curing temperature, the slower the rate at which concrete will harden (but concrete cured at a low temperature will have improved strength; however, this is not normally critical and is often economically unviable).  If the temperature of the plastic concrete falls below freezing point, the water in it will freeze, expand and cause permanent damage.  Delays or intermittent curing can reduce or eliminate effect of curing</a:t>
            </a:r>
            <a:endParaRPr b="0" lang="en-US" sz="2800" spc="-1" strike="noStrike">
              <a:solidFill>
                <a:schemeClr val="dk1">
                  <a:lumMod val="75000"/>
                  <a:lumOff val="25000"/>
                </a:schemeClr>
              </a:solidFill>
              <a:latin typeface="Century Gothic"/>
            </a:endParaRPr>
          </a:p>
          <a:p>
            <a:pPr indent="0" algn="just" defTabSz="914400">
              <a:lnSpc>
                <a:spcPct val="100000"/>
              </a:lnSpc>
              <a:buNone/>
              <a:tabLst>
                <a:tab algn="l" pos="0"/>
              </a:tabLst>
            </a:pPr>
            <a:endParaRPr b="0" lang="en-US" sz="2800" spc="-1" strike="noStrike">
              <a:solidFill>
                <a:schemeClr val="dk1">
                  <a:lumMod val="75000"/>
                  <a:lumOff val="25000"/>
                </a:schemeClr>
              </a:solidFill>
              <a:latin typeface="Century Gothic"/>
            </a:endParaRPr>
          </a:p>
          <a:p>
            <a:pPr indent="0" algn="just" defTabSz="914400">
              <a:lnSpc>
                <a:spcPct val="100000"/>
              </a:lnSpc>
              <a:buNone/>
              <a:tabLst>
                <a:tab algn="l" pos="0"/>
              </a:tabLst>
            </a:pPr>
            <a:r>
              <a:rPr b="0" lang="en-US" sz="2800" spc="-1" strike="noStrike">
                <a:solidFill>
                  <a:schemeClr val="dk1">
                    <a:tint val="75000"/>
                  </a:schemeClr>
                </a:solidFill>
                <a:latin typeface="Century Gothic"/>
              </a:rPr>
              <a:t>There are several methods of curing. Adoption of specific method depends upon the nature of work and the climatic conditions.</a:t>
            </a:r>
            <a:endParaRPr b="0" lang="en-US" sz="2800" spc="-1" strike="noStrike">
              <a:solidFill>
                <a:schemeClr val="dk1">
                  <a:lumMod val="75000"/>
                  <a:lumOff val="25000"/>
                </a:schemeClr>
              </a:solidFill>
              <a:latin typeface="Century Gothic"/>
            </a:endParaRPr>
          </a:p>
        </p:txBody>
      </p:sp>
    </p:spTree>
  </p:cSld>
  <mc:AlternateContent>
    <mc:Choice Requires="p14">
      <p:transition spd="slow" p14:dur="2000"/>
    </mc:Choice>
    <mc:Fallback>
      <p:transition spd="slow"/>
    </mc:Fallback>
  </mc:AlternateContent>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6" name="PlaceHolder 1"/>
          <p:cNvSpPr>
            <a:spLocks noGrp="1"/>
          </p:cNvSpPr>
          <p:nvPr>
            <p:ph type="title"/>
          </p:nvPr>
        </p:nvSpPr>
        <p:spPr>
          <a:xfrm>
            <a:off x="2593080" y="624240"/>
            <a:ext cx="8911440" cy="1280520"/>
          </a:xfrm>
          <a:prstGeom prst="rect">
            <a:avLst/>
          </a:prstGeom>
          <a:noFill/>
          <a:ln w="0">
            <a:noFill/>
          </a:ln>
        </p:spPr>
        <p:txBody>
          <a:bodyPr lIns="91440" rIns="91440" tIns="45720" bIns="45720" anchor="t">
            <a:normAutofit/>
          </a:bodyPr>
          <a:p>
            <a:pPr indent="0" algn="ctr" defTabSz="457200">
              <a:lnSpc>
                <a:spcPct val="100000"/>
              </a:lnSpc>
              <a:buNone/>
            </a:pPr>
            <a:r>
              <a:rPr b="1" lang="en-US" sz="4000" spc="-1" strike="noStrike">
                <a:solidFill>
                  <a:schemeClr val="dk1">
                    <a:lumMod val="85000"/>
                    <a:lumOff val="15000"/>
                  </a:schemeClr>
                </a:solidFill>
                <a:latin typeface="Century Gothic"/>
              </a:rPr>
              <a:t>Effects of Curing</a:t>
            </a:r>
            <a:endParaRPr b="0" lang="en-US" sz="4000" spc="-1" strike="noStrike">
              <a:solidFill>
                <a:schemeClr val="dk1"/>
              </a:solidFill>
              <a:latin typeface="Century Gothic"/>
            </a:endParaRPr>
          </a:p>
        </p:txBody>
      </p:sp>
      <p:sp>
        <p:nvSpPr>
          <p:cNvPr id="847" name="PlaceHolder 2"/>
          <p:cNvSpPr>
            <a:spLocks noGrp="1"/>
          </p:cNvSpPr>
          <p:nvPr>
            <p:ph/>
          </p:nvPr>
        </p:nvSpPr>
        <p:spPr>
          <a:xfrm>
            <a:off x="1532160" y="1663200"/>
            <a:ext cx="10555200" cy="4114440"/>
          </a:xfrm>
          <a:prstGeom prst="rect">
            <a:avLst/>
          </a:prstGeom>
          <a:noFill/>
          <a:ln w="0">
            <a:noFill/>
          </a:ln>
        </p:spPr>
        <p:txBody>
          <a:bodyPr lIns="91440" rIns="91440" tIns="45720" bIns="45720" anchor="t">
            <a:noAutofit/>
          </a:bodyPr>
          <a:p>
            <a:pPr indent="-324000" algn="r" defTabSz="914400">
              <a:lnSpc>
                <a:spcPct val="100000"/>
              </a:lnSpc>
              <a:buClr>
                <a:srgbClr val="8b8b8b"/>
              </a:buClr>
              <a:buFont typeface="Arial"/>
              <a:buChar char="•"/>
            </a:pPr>
            <a:r>
              <a:rPr b="0" lang="en-US" sz="2800" spc="-1" strike="noStrike">
                <a:solidFill>
                  <a:schemeClr val="dk1">
                    <a:tint val="75000"/>
                  </a:schemeClr>
                </a:solidFill>
                <a:latin typeface="Century Gothic"/>
              </a:rPr>
              <a:t>Keeps the concrete warm enough for the hydration reaction to proceed</a:t>
            </a:r>
            <a:endParaRPr b="0" lang="en-US" sz="2800" spc="-1" strike="noStrike">
              <a:solidFill>
                <a:schemeClr val="dk1">
                  <a:lumMod val="75000"/>
                  <a:lumOff val="25000"/>
                </a:schemeClr>
              </a:solidFill>
              <a:latin typeface="Century Gothic"/>
            </a:endParaRPr>
          </a:p>
          <a:p>
            <a:pPr indent="-324000" algn="r" defTabSz="914400">
              <a:lnSpc>
                <a:spcPct val="100000"/>
              </a:lnSpc>
              <a:buClr>
                <a:srgbClr val="8b8b8b"/>
              </a:buClr>
              <a:buFont typeface="Arial"/>
              <a:buChar char="•"/>
            </a:pPr>
            <a:r>
              <a:rPr b="0" lang="en-US" sz="2800" spc="-1" strike="noStrike">
                <a:solidFill>
                  <a:schemeClr val="dk1">
                    <a:tint val="75000"/>
                  </a:schemeClr>
                </a:solidFill>
                <a:latin typeface="Century Gothic"/>
              </a:rPr>
              <a:t>Ensures that hydration carries on to the fullest possible extent to improve concrete strength</a:t>
            </a:r>
            <a:endParaRPr b="0" lang="en-US" sz="2800" spc="-1" strike="noStrike">
              <a:solidFill>
                <a:schemeClr val="dk1">
                  <a:lumMod val="75000"/>
                  <a:lumOff val="25000"/>
                </a:schemeClr>
              </a:solidFill>
              <a:latin typeface="Century Gothic"/>
            </a:endParaRPr>
          </a:p>
          <a:p>
            <a:pPr indent="-324000" algn="r" defTabSz="914400">
              <a:lnSpc>
                <a:spcPct val="100000"/>
              </a:lnSpc>
              <a:buClr>
                <a:srgbClr val="8b8b8b"/>
              </a:buClr>
              <a:buFont typeface="Arial"/>
              <a:buChar char="•"/>
            </a:pPr>
            <a:r>
              <a:rPr b="0" lang="en-GB" sz="2800" spc="-1" strike="noStrike">
                <a:solidFill>
                  <a:schemeClr val="dk1">
                    <a:tint val="75000"/>
                  </a:schemeClr>
                </a:solidFill>
                <a:latin typeface="Century Gothic"/>
              </a:rPr>
              <a:t>Increases resistance to abrasion</a:t>
            </a:r>
            <a:endParaRPr b="0" lang="en-US" sz="2800" spc="-1" strike="noStrike">
              <a:solidFill>
                <a:schemeClr val="dk1">
                  <a:lumMod val="75000"/>
                  <a:lumOff val="25000"/>
                </a:schemeClr>
              </a:solidFill>
              <a:latin typeface="Century Gothic"/>
            </a:endParaRPr>
          </a:p>
          <a:p>
            <a:pPr indent="-324000" algn="r" defTabSz="914400">
              <a:lnSpc>
                <a:spcPct val="100000"/>
              </a:lnSpc>
              <a:buClr>
                <a:srgbClr val="8b8b8b"/>
              </a:buClr>
              <a:buFont typeface="Arial"/>
              <a:buChar char="•"/>
            </a:pPr>
            <a:r>
              <a:rPr b="0" lang="en-GB" sz="2800" spc="-1" strike="noStrike">
                <a:solidFill>
                  <a:schemeClr val="dk1">
                    <a:tint val="75000"/>
                  </a:schemeClr>
                </a:solidFill>
                <a:latin typeface="Century Gothic"/>
              </a:rPr>
              <a:t>Ensure a hard, dense surface</a:t>
            </a:r>
            <a:r>
              <a:rPr b="0" lang="en-US" sz="2800" spc="-1" strike="noStrike">
                <a:solidFill>
                  <a:schemeClr val="dk1">
                    <a:tint val="75000"/>
                  </a:schemeClr>
                </a:solidFill>
                <a:latin typeface="Century Gothic"/>
              </a:rPr>
              <a:t>.</a:t>
            </a:r>
            <a:endParaRPr b="0" lang="en-US" sz="2800" spc="-1" strike="noStrike">
              <a:solidFill>
                <a:schemeClr val="dk1">
                  <a:lumMod val="75000"/>
                  <a:lumOff val="25000"/>
                </a:schemeClr>
              </a:solidFill>
              <a:latin typeface="Century Gothic"/>
            </a:endParaRPr>
          </a:p>
        </p:txBody>
      </p:sp>
    </p:spTree>
  </p:cSld>
  <mc:AlternateContent>
    <mc:Choice Requires="p14">
      <p:transition spd="slow" p14:dur="2000"/>
    </mc:Choice>
    <mc:Fallback>
      <p:transition spd="slow"/>
    </mc:Fallback>
  </mc:AlternateContent>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8" name="PlaceHolder 1"/>
          <p:cNvSpPr>
            <a:spLocks noGrp="1"/>
          </p:cNvSpPr>
          <p:nvPr>
            <p:ph type="title"/>
          </p:nvPr>
        </p:nvSpPr>
        <p:spPr>
          <a:xfrm>
            <a:off x="2593080" y="624240"/>
            <a:ext cx="8911440" cy="1280520"/>
          </a:xfrm>
          <a:prstGeom prst="rect">
            <a:avLst/>
          </a:prstGeom>
          <a:noFill/>
          <a:ln w="0">
            <a:noFill/>
          </a:ln>
        </p:spPr>
        <p:txBody>
          <a:bodyPr lIns="91440" rIns="91440" tIns="45720" bIns="45720" anchor="t">
            <a:normAutofit/>
          </a:bodyPr>
          <a:p>
            <a:pPr indent="0" algn="ctr" defTabSz="457200">
              <a:lnSpc>
                <a:spcPct val="100000"/>
              </a:lnSpc>
              <a:buNone/>
            </a:pPr>
            <a:r>
              <a:rPr b="1" lang="en-US" sz="4000" spc="-1" strike="noStrike">
                <a:solidFill>
                  <a:schemeClr val="dk1">
                    <a:lumMod val="85000"/>
                    <a:lumOff val="15000"/>
                  </a:schemeClr>
                </a:solidFill>
                <a:latin typeface="Century Gothic"/>
              </a:rPr>
              <a:t>Effects of Curing</a:t>
            </a:r>
            <a:endParaRPr b="0" lang="en-US" sz="4000" spc="-1" strike="noStrike">
              <a:solidFill>
                <a:schemeClr val="dk1"/>
              </a:solidFill>
              <a:latin typeface="Century Gothic"/>
            </a:endParaRPr>
          </a:p>
        </p:txBody>
      </p:sp>
      <p:sp>
        <p:nvSpPr>
          <p:cNvPr id="849" name="PlaceHolder 2"/>
          <p:cNvSpPr>
            <a:spLocks noGrp="1"/>
          </p:cNvSpPr>
          <p:nvPr>
            <p:ph/>
          </p:nvPr>
        </p:nvSpPr>
        <p:spPr>
          <a:xfrm>
            <a:off x="1612440" y="1905120"/>
            <a:ext cx="10580040" cy="4114440"/>
          </a:xfrm>
          <a:prstGeom prst="rect">
            <a:avLst/>
          </a:prstGeom>
          <a:noFill/>
          <a:ln w="0">
            <a:noFill/>
          </a:ln>
        </p:spPr>
        <p:txBody>
          <a:bodyPr lIns="91440" rIns="91440" tIns="45720" bIns="45720" anchor="t">
            <a:noAutofit/>
          </a:bodyPr>
          <a:p>
            <a:pPr indent="-324000" algn="r" defTabSz="914400">
              <a:lnSpc>
                <a:spcPct val="100000"/>
              </a:lnSpc>
              <a:buClr>
                <a:srgbClr val="8b8b8b"/>
              </a:buClr>
              <a:buFont typeface="Arial"/>
              <a:buChar char="•"/>
            </a:pPr>
            <a:r>
              <a:rPr b="0" lang="en-GB" sz="2800" spc="-1" strike="noStrike">
                <a:solidFill>
                  <a:schemeClr val="dk1">
                    <a:tint val="75000"/>
                  </a:schemeClr>
                </a:solidFill>
                <a:latin typeface="Century Gothic"/>
              </a:rPr>
              <a:t>Reduces permeability, which ensures durability and increases strength, which, in turn, resists stresses caused by:</a:t>
            </a:r>
            <a:endParaRPr b="0" lang="en-US" sz="2800" spc="-1" strike="noStrike">
              <a:solidFill>
                <a:schemeClr val="dk1">
                  <a:lumMod val="75000"/>
                  <a:lumOff val="25000"/>
                </a:schemeClr>
              </a:solidFill>
              <a:latin typeface="Century Gothic"/>
            </a:endParaRPr>
          </a:p>
          <a:p>
            <a:pPr lvl="2" marL="914400" indent="-288000" defTabSz="914400">
              <a:lnSpc>
                <a:spcPct val="100000"/>
              </a:lnSpc>
              <a:buClr>
                <a:srgbClr val="4b866e"/>
              </a:buClr>
              <a:buFont typeface="Arial"/>
              <a:buChar char="•"/>
            </a:pPr>
            <a:r>
              <a:rPr b="0" lang="en-GB" sz="2400" spc="-1" strike="noStrike">
                <a:solidFill>
                  <a:schemeClr val="accent6">
                    <a:lumMod val="75000"/>
                  </a:schemeClr>
                </a:solidFill>
                <a:latin typeface="Century Gothic"/>
              </a:rPr>
              <a:t>Differential shrinkage</a:t>
            </a:r>
            <a:endParaRPr b="0" lang="en-US" sz="2400" spc="-1" strike="noStrike">
              <a:solidFill>
                <a:schemeClr val="dk1">
                  <a:lumMod val="75000"/>
                  <a:lumOff val="25000"/>
                </a:schemeClr>
              </a:solidFill>
              <a:latin typeface="Century Gothic"/>
            </a:endParaRPr>
          </a:p>
          <a:p>
            <a:pPr lvl="2" marL="914400" indent="-288000" defTabSz="914400">
              <a:lnSpc>
                <a:spcPct val="100000"/>
              </a:lnSpc>
              <a:buClr>
                <a:srgbClr val="4b866e"/>
              </a:buClr>
              <a:buFont typeface="Arial"/>
              <a:buChar char="•"/>
            </a:pPr>
            <a:r>
              <a:rPr b="0" lang="en-GB" sz="2400" spc="-1" strike="noStrike">
                <a:solidFill>
                  <a:schemeClr val="accent6">
                    <a:lumMod val="75000"/>
                  </a:schemeClr>
                </a:solidFill>
                <a:latin typeface="Century Gothic"/>
              </a:rPr>
              <a:t>Frost expansion</a:t>
            </a:r>
            <a:endParaRPr b="0" lang="en-US" sz="2400" spc="-1" strike="noStrike">
              <a:solidFill>
                <a:schemeClr val="dk1">
                  <a:lumMod val="75000"/>
                  <a:lumOff val="25000"/>
                </a:schemeClr>
              </a:solidFill>
              <a:latin typeface="Century Gothic"/>
            </a:endParaRPr>
          </a:p>
          <a:p>
            <a:pPr lvl="2" marL="914400" indent="-288000" defTabSz="914400">
              <a:lnSpc>
                <a:spcPct val="100000"/>
              </a:lnSpc>
              <a:buClr>
                <a:srgbClr val="4b866e"/>
              </a:buClr>
              <a:buFont typeface="Arial"/>
              <a:buChar char="•"/>
            </a:pPr>
            <a:r>
              <a:rPr b="0" lang="en-GB" sz="2400" spc="-1" strike="noStrike">
                <a:solidFill>
                  <a:schemeClr val="accent6">
                    <a:lumMod val="75000"/>
                  </a:schemeClr>
                </a:solidFill>
                <a:latin typeface="Century Gothic"/>
              </a:rPr>
              <a:t>Temporary loads</a:t>
            </a:r>
            <a:endParaRPr b="0" lang="en-US" sz="2400" spc="-1" strike="noStrike">
              <a:solidFill>
                <a:schemeClr val="dk1">
                  <a:lumMod val="75000"/>
                  <a:lumOff val="25000"/>
                </a:schemeClr>
              </a:solidFill>
              <a:latin typeface="Century Gothic"/>
            </a:endParaRPr>
          </a:p>
          <a:p>
            <a:pPr lvl="2" marL="914400" indent="-288000" defTabSz="914400">
              <a:lnSpc>
                <a:spcPct val="100000"/>
              </a:lnSpc>
              <a:buClr>
                <a:srgbClr val="4b866e"/>
              </a:buClr>
              <a:buFont typeface="Arial"/>
              <a:buChar char="•"/>
            </a:pPr>
            <a:r>
              <a:rPr b="0" lang="en-GB" sz="2400" spc="-1" strike="noStrike">
                <a:solidFill>
                  <a:schemeClr val="accent6">
                    <a:lumMod val="75000"/>
                  </a:schemeClr>
                </a:solidFill>
                <a:latin typeface="Century Gothic"/>
              </a:rPr>
              <a:t>Design loads</a:t>
            </a:r>
            <a:endParaRPr b="0" lang="en-US" sz="2400" spc="-1" strike="noStrike">
              <a:solidFill>
                <a:schemeClr val="dk1">
                  <a:lumMod val="75000"/>
                  <a:lumOff val="25000"/>
                </a:schemeClr>
              </a:solidFill>
              <a:latin typeface="Century Gothic"/>
            </a:endParaRPr>
          </a:p>
          <a:p>
            <a:pPr lvl="2" marL="914400" indent="-288000" defTabSz="914400">
              <a:lnSpc>
                <a:spcPct val="100000"/>
              </a:lnSpc>
              <a:buClr>
                <a:srgbClr val="4b866e"/>
              </a:buClr>
              <a:buFont typeface="Arial"/>
              <a:buChar char="•"/>
            </a:pPr>
            <a:r>
              <a:rPr b="0" lang="en-GB" sz="2400" spc="-1" strike="noStrike">
                <a:solidFill>
                  <a:schemeClr val="accent6">
                    <a:lumMod val="75000"/>
                  </a:schemeClr>
                </a:solidFill>
                <a:latin typeface="Century Gothic"/>
              </a:rPr>
              <a:t>Differential expansion</a:t>
            </a:r>
            <a:r>
              <a:rPr b="0" lang="en-US" sz="2400" spc="-1" strike="noStrike">
                <a:solidFill>
                  <a:schemeClr val="accent6">
                    <a:lumMod val="75000"/>
                  </a:schemeClr>
                </a:solidFill>
                <a:latin typeface="Century Gothic"/>
              </a:rPr>
              <a:t>.</a:t>
            </a:r>
            <a:endParaRPr b="0" lang="en-US" sz="2400" spc="-1" strike="noStrike">
              <a:solidFill>
                <a:schemeClr val="dk1">
                  <a:lumMod val="75000"/>
                  <a:lumOff val="25000"/>
                </a:schemeClr>
              </a:solidFill>
              <a:latin typeface="Century Gothic"/>
            </a:endParaRPr>
          </a:p>
        </p:txBody>
      </p:sp>
    </p:spTree>
  </p:cSld>
  <mc:AlternateContent>
    <mc:Choice Requires="p14">
      <p:transition spd="slow" p14:dur="2000"/>
    </mc:Choice>
    <mc:Fallback>
      <p:transition spd="slow"/>
    </mc:Fallback>
  </mc:AlternateContent>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0" name="PlaceHolder 1"/>
          <p:cNvSpPr>
            <a:spLocks noGrp="1"/>
          </p:cNvSpPr>
          <p:nvPr>
            <p:ph type="title"/>
          </p:nvPr>
        </p:nvSpPr>
        <p:spPr>
          <a:xfrm>
            <a:off x="2593080" y="624240"/>
            <a:ext cx="8911440" cy="1280520"/>
          </a:xfrm>
          <a:prstGeom prst="rect">
            <a:avLst/>
          </a:prstGeom>
          <a:noFill/>
          <a:ln w="0">
            <a:noFill/>
          </a:ln>
        </p:spPr>
        <p:txBody>
          <a:bodyPr lIns="91440" rIns="91440" tIns="45720" bIns="45720" anchor="t">
            <a:noAutofit/>
          </a:bodyPr>
          <a:p>
            <a:pPr indent="0" algn="ctr" defTabSz="457200">
              <a:lnSpc>
                <a:spcPct val="100000"/>
              </a:lnSpc>
              <a:buNone/>
            </a:pPr>
            <a:r>
              <a:rPr b="1" lang="en-US" sz="4000" spc="-1" strike="noStrike">
                <a:solidFill>
                  <a:schemeClr val="dk1">
                    <a:lumMod val="85000"/>
                    <a:lumOff val="15000"/>
                  </a:schemeClr>
                </a:solidFill>
                <a:latin typeface="Century Gothic"/>
              </a:rPr>
              <a:t>Effect of Moisture</a:t>
            </a:r>
            <a:endParaRPr b="0" lang="en-US" sz="4000" spc="-1" strike="noStrike">
              <a:solidFill>
                <a:schemeClr val="dk1"/>
              </a:solidFill>
              <a:latin typeface="Century Gothic"/>
            </a:endParaRPr>
          </a:p>
        </p:txBody>
      </p:sp>
      <p:pic>
        <p:nvPicPr>
          <p:cNvPr id="851" name="Picture 3" descr="js00441"/>
          <p:cNvPicPr/>
          <p:nvPr/>
        </p:nvPicPr>
        <p:blipFill>
          <a:blip r:embed="rId1"/>
          <a:srcRect l="0" t="9310" r="0" b="0"/>
          <a:stretch/>
        </p:blipFill>
        <p:spPr>
          <a:xfrm>
            <a:off x="3103200" y="1413000"/>
            <a:ext cx="6010200" cy="5184000"/>
          </a:xfrm>
          <a:prstGeom prst="rect">
            <a:avLst/>
          </a:prstGeom>
          <a:ln w="0">
            <a:noFill/>
          </a:ln>
        </p:spPr>
      </p:pic>
    </p:spTree>
  </p:cSld>
  <mc:AlternateContent>
    <mc:Choice Requires="p14">
      <p:transition spd="slow" p14:dur="2000"/>
    </mc:Choice>
    <mc:Fallback>
      <p:transition spd="slow"/>
    </mc:Fallback>
  </mc:AlternateContent>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2" name="PlaceHolder 1"/>
          <p:cNvSpPr>
            <a:spLocks noGrp="1"/>
          </p:cNvSpPr>
          <p:nvPr>
            <p:ph type="title"/>
          </p:nvPr>
        </p:nvSpPr>
        <p:spPr>
          <a:xfrm>
            <a:off x="2593080" y="624240"/>
            <a:ext cx="8911440" cy="1280520"/>
          </a:xfrm>
          <a:prstGeom prst="rect">
            <a:avLst/>
          </a:prstGeom>
          <a:noFill/>
          <a:ln w="0">
            <a:noFill/>
          </a:ln>
        </p:spPr>
        <p:txBody>
          <a:bodyPr lIns="91440" rIns="91440" tIns="45720" bIns="45720" anchor="t">
            <a:noAutofit/>
          </a:bodyPr>
          <a:p>
            <a:pPr indent="0" algn="ctr" defTabSz="457200">
              <a:lnSpc>
                <a:spcPct val="100000"/>
              </a:lnSpc>
              <a:buNone/>
            </a:pPr>
            <a:r>
              <a:rPr b="1" lang="en-US" sz="4000" spc="-1" strike="noStrike">
                <a:solidFill>
                  <a:schemeClr val="dk1">
                    <a:lumMod val="85000"/>
                    <a:lumOff val="15000"/>
                  </a:schemeClr>
                </a:solidFill>
                <a:latin typeface="Century Gothic"/>
              </a:rPr>
              <a:t>Effect of Temperature</a:t>
            </a:r>
            <a:endParaRPr b="0" lang="en-US" sz="4000" spc="-1" strike="noStrike">
              <a:solidFill>
                <a:schemeClr val="dk1"/>
              </a:solidFill>
              <a:latin typeface="Century Gothic"/>
            </a:endParaRPr>
          </a:p>
        </p:txBody>
      </p:sp>
      <p:pic>
        <p:nvPicPr>
          <p:cNvPr id="853" name="Picture 3" descr="js00440"/>
          <p:cNvPicPr/>
          <p:nvPr/>
        </p:nvPicPr>
        <p:blipFill>
          <a:blip r:embed="rId1"/>
          <a:stretch/>
        </p:blipFill>
        <p:spPr>
          <a:xfrm>
            <a:off x="3045600" y="1254960"/>
            <a:ext cx="5516280" cy="5486040"/>
          </a:xfrm>
          <a:prstGeom prst="rect">
            <a:avLst/>
          </a:prstGeom>
          <a:ln w="0">
            <a:noFill/>
          </a:ln>
        </p:spPr>
      </p:pic>
    </p:spTree>
  </p:cSld>
  <mc:AlternateContent>
    <mc:Choice Requires="p14">
      <p:transition spd="slow" p14:dur="2000"/>
    </mc:Choice>
    <mc:Fallback>
      <p:transition spd="slow"/>
    </mc:Fallback>
  </mc:AlternateContent>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4" name="PlaceHolder 1"/>
          <p:cNvSpPr>
            <a:spLocks noGrp="1"/>
          </p:cNvSpPr>
          <p:nvPr>
            <p:ph type="title"/>
          </p:nvPr>
        </p:nvSpPr>
        <p:spPr>
          <a:xfrm>
            <a:off x="2593080" y="624240"/>
            <a:ext cx="8911440" cy="1280520"/>
          </a:xfrm>
          <a:prstGeom prst="rect">
            <a:avLst/>
          </a:prstGeom>
          <a:noFill/>
          <a:ln w="0">
            <a:noFill/>
          </a:ln>
        </p:spPr>
        <p:txBody>
          <a:bodyPr lIns="91440" rIns="91440" tIns="45720" bIns="45720" anchor="t">
            <a:normAutofit/>
          </a:bodyPr>
          <a:p>
            <a:pPr indent="0" algn="ctr" defTabSz="457200">
              <a:lnSpc>
                <a:spcPct val="100000"/>
              </a:lnSpc>
              <a:buNone/>
            </a:pPr>
            <a:r>
              <a:rPr b="1" lang="en-US" sz="4000" spc="-1" strike="noStrike">
                <a:solidFill>
                  <a:schemeClr val="dk1">
                    <a:lumMod val="85000"/>
                    <a:lumOff val="15000"/>
                  </a:schemeClr>
                </a:solidFill>
                <a:latin typeface="Century Gothic"/>
              </a:rPr>
              <a:t>Curing Methods</a:t>
            </a:r>
            <a:endParaRPr b="0" lang="en-US" sz="4000" spc="-1" strike="noStrike">
              <a:solidFill>
                <a:schemeClr val="dk1"/>
              </a:solidFill>
              <a:latin typeface="Century Gothic"/>
            </a:endParaRPr>
          </a:p>
        </p:txBody>
      </p:sp>
      <p:sp>
        <p:nvSpPr>
          <p:cNvPr id="855" name="PlaceHolder 2"/>
          <p:cNvSpPr>
            <a:spLocks noGrp="1"/>
          </p:cNvSpPr>
          <p:nvPr>
            <p:ph/>
          </p:nvPr>
        </p:nvSpPr>
        <p:spPr>
          <a:xfrm>
            <a:off x="1775520" y="1530000"/>
            <a:ext cx="5832360" cy="5328360"/>
          </a:xfrm>
          <a:prstGeom prst="rect">
            <a:avLst/>
          </a:prstGeom>
          <a:noFill/>
          <a:ln w="0">
            <a:noFill/>
          </a:ln>
        </p:spPr>
        <p:txBody>
          <a:bodyPr lIns="91440" rIns="91440" tIns="45720" bIns="45720" anchor="t">
            <a:noAutofit/>
          </a:bodyPr>
          <a:p>
            <a:pPr indent="-324000" algn="r" defTabSz="914400">
              <a:lnSpc>
                <a:spcPct val="100000"/>
              </a:lnSpc>
              <a:buClr>
                <a:srgbClr val="8b8b8b"/>
              </a:buClr>
              <a:buFont typeface="Arial"/>
              <a:buChar char="•"/>
            </a:pPr>
            <a:r>
              <a:rPr b="0" lang="en-US" sz="2800" spc="-1" strike="noStrike">
                <a:solidFill>
                  <a:schemeClr val="dk1">
                    <a:tint val="75000"/>
                  </a:schemeClr>
                </a:solidFill>
                <a:latin typeface="Century Gothic"/>
              </a:rPr>
              <a:t>Polythene sheeting</a:t>
            </a:r>
            <a:endParaRPr b="0" lang="en-US" sz="28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Placed directly onto wet concrete will produce marks on surface</a:t>
            </a:r>
            <a:endParaRPr b="0" lang="en-US" sz="24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Ends to be firmly held down to prevent formation of wind tunnel</a:t>
            </a:r>
            <a:endParaRPr b="0" lang="en-US" sz="2400" spc="-1" strike="noStrike">
              <a:solidFill>
                <a:schemeClr val="dk1">
                  <a:lumMod val="75000"/>
                  <a:lumOff val="25000"/>
                </a:schemeClr>
              </a:solidFill>
              <a:latin typeface="Century Gothic"/>
            </a:endParaRPr>
          </a:p>
          <a:p>
            <a:pPr indent="0" algn="r" defTabSz="914400">
              <a:lnSpc>
                <a:spcPct val="100000"/>
              </a:lnSpc>
              <a:buNone/>
            </a:pPr>
            <a:r>
              <a:rPr b="0" lang="en-US" sz="2800" spc="-1" strike="noStrike">
                <a:solidFill>
                  <a:schemeClr val="dk1">
                    <a:tint val="75000"/>
                  </a:schemeClr>
                </a:solidFill>
                <a:latin typeface="Century Gothic"/>
              </a:rPr>
              <a:t>Formwork</a:t>
            </a:r>
            <a:endParaRPr b="0" lang="en-US" sz="28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Cure vertical surface and exposed tops will need covering.  Forms are eased away to stop sticking to concrete which can lead to discolouration at top.</a:t>
            </a:r>
            <a:endParaRPr b="0" lang="en-US" sz="2400" spc="-1" strike="noStrike">
              <a:solidFill>
                <a:schemeClr val="dk1">
                  <a:lumMod val="75000"/>
                  <a:lumOff val="25000"/>
                </a:schemeClr>
              </a:solidFill>
              <a:latin typeface="Century Gothic"/>
            </a:endParaRPr>
          </a:p>
        </p:txBody>
      </p:sp>
      <p:pic>
        <p:nvPicPr>
          <p:cNvPr id="856" name="Picture 3" descr="Image14"/>
          <p:cNvPicPr/>
          <p:nvPr/>
        </p:nvPicPr>
        <p:blipFill>
          <a:blip r:embed="rId1"/>
          <a:stretch/>
        </p:blipFill>
        <p:spPr>
          <a:xfrm>
            <a:off x="8047080" y="1904760"/>
            <a:ext cx="3056040" cy="2808000"/>
          </a:xfrm>
          <a:prstGeom prst="rect">
            <a:avLst/>
          </a:prstGeom>
          <a:ln w="0">
            <a:noFill/>
          </a:ln>
        </p:spPr>
      </p:pic>
    </p:spTree>
  </p:cSld>
  <mc:AlternateContent>
    <mc:Choice Requires="p14">
      <p:transition spd="slow" p14:dur="2000"/>
    </mc:Choice>
    <mc:Fallback>
      <p:transition spd="slow"/>
    </mc:Fallback>
  </mc:AlternateContent>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7" name="PlaceHolder 1"/>
          <p:cNvSpPr>
            <a:spLocks noGrp="1"/>
          </p:cNvSpPr>
          <p:nvPr>
            <p:ph type="title"/>
          </p:nvPr>
        </p:nvSpPr>
        <p:spPr>
          <a:xfrm>
            <a:off x="2592720" y="603360"/>
            <a:ext cx="8911080" cy="1301400"/>
          </a:xfrm>
          <a:prstGeom prst="rect">
            <a:avLst/>
          </a:prstGeom>
          <a:noFill/>
          <a:ln w="0">
            <a:noFill/>
          </a:ln>
        </p:spPr>
        <p:txBody>
          <a:bodyPr lIns="91440" rIns="91440" tIns="45720" bIns="45720" anchor="t">
            <a:normAutofit/>
          </a:bodyPr>
          <a:p>
            <a:pPr indent="0" algn="ctr" defTabSz="457200">
              <a:lnSpc>
                <a:spcPct val="100000"/>
              </a:lnSpc>
              <a:buNone/>
            </a:pPr>
            <a:r>
              <a:rPr b="1" lang="en-US" sz="4000" spc="-1" strike="noStrike">
                <a:solidFill>
                  <a:schemeClr val="dk1">
                    <a:lumMod val="85000"/>
                    <a:lumOff val="15000"/>
                  </a:schemeClr>
                </a:solidFill>
                <a:latin typeface="Century Gothic"/>
              </a:rPr>
              <a:t>Curing Methods</a:t>
            </a:r>
            <a:endParaRPr b="0" lang="en-US" sz="4000" spc="-1" strike="noStrike">
              <a:solidFill>
                <a:schemeClr val="dk1"/>
              </a:solidFill>
              <a:latin typeface="Century Gothic"/>
            </a:endParaRPr>
          </a:p>
        </p:txBody>
      </p:sp>
      <p:sp>
        <p:nvSpPr>
          <p:cNvPr id="858" name="PlaceHolder 2"/>
          <p:cNvSpPr>
            <a:spLocks noGrp="1"/>
          </p:cNvSpPr>
          <p:nvPr>
            <p:ph/>
          </p:nvPr>
        </p:nvSpPr>
        <p:spPr>
          <a:xfrm>
            <a:off x="1847880" y="1530000"/>
            <a:ext cx="5616360" cy="5328360"/>
          </a:xfrm>
          <a:prstGeom prst="rect">
            <a:avLst/>
          </a:prstGeom>
          <a:noFill/>
          <a:ln w="0">
            <a:noFill/>
          </a:ln>
        </p:spPr>
        <p:txBody>
          <a:bodyPr lIns="91440" rIns="91440" tIns="45720" bIns="45720" anchor="t">
            <a:noAutofit/>
          </a:bodyPr>
          <a:p>
            <a:pPr indent="-324000" algn="r" defTabSz="914400">
              <a:lnSpc>
                <a:spcPct val="100000"/>
              </a:lnSpc>
              <a:buClr>
                <a:srgbClr val="8b8b8b"/>
              </a:buClr>
              <a:buFont typeface="Arial"/>
              <a:buChar char="•"/>
            </a:pPr>
            <a:r>
              <a:rPr b="0" lang="en-US" sz="2800" spc="-1" strike="noStrike">
                <a:solidFill>
                  <a:schemeClr val="dk1">
                    <a:tint val="75000"/>
                  </a:schemeClr>
                </a:solidFill>
                <a:latin typeface="Century Gothic"/>
              </a:rPr>
              <a:t>Curing membranes</a:t>
            </a:r>
            <a:endParaRPr b="0" lang="en-US" sz="28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Cannot be applied to very wet or dry concrete</a:t>
            </a:r>
            <a:endParaRPr b="0" lang="en-US" sz="24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Contain fugitive dye to show extent of coverage</a:t>
            </a:r>
            <a:endParaRPr b="0" lang="en-US" sz="24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Not suitable if renderings or other coatings are to follow</a:t>
            </a:r>
            <a:endParaRPr b="0" lang="en-US" sz="2400" spc="-1" strike="noStrike">
              <a:solidFill>
                <a:schemeClr val="dk1">
                  <a:lumMod val="75000"/>
                  <a:lumOff val="25000"/>
                </a:schemeClr>
              </a:solidFill>
              <a:latin typeface="Century Gothic"/>
            </a:endParaRPr>
          </a:p>
          <a:p>
            <a:pPr indent="-324000" algn="r" defTabSz="914400">
              <a:lnSpc>
                <a:spcPct val="100000"/>
              </a:lnSpc>
              <a:buClr>
                <a:srgbClr val="8b8b8b"/>
              </a:buClr>
              <a:buFont typeface="Arial"/>
              <a:buChar char="•"/>
            </a:pPr>
            <a:r>
              <a:rPr b="0" lang="en-US" sz="2800" spc="-1" strike="noStrike">
                <a:solidFill>
                  <a:schemeClr val="dk1">
                    <a:tint val="75000"/>
                  </a:schemeClr>
                </a:solidFill>
                <a:latin typeface="Century Gothic"/>
              </a:rPr>
              <a:t>Wet covering</a:t>
            </a:r>
            <a:endParaRPr b="0" lang="en-US" sz="28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Can stain the concrete surface</a:t>
            </a:r>
            <a:endParaRPr b="0" lang="en-US" sz="24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Must be kept wet constantly</a:t>
            </a:r>
            <a:endParaRPr b="0" lang="en-US" sz="2400" spc="-1" strike="noStrike">
              <a:solidFill>
                <a:schemeClr val="dk1">
                  <a:lumMod val="75000"/>
                  <a:lumOff val="25000"/>
                </a:schemeClr>
              </a:solidFill>
              <a:latin typeface="Century Gothic"/>
            </a:endParaRPr>
          </a:p>
          <a:p>
            <a:pPr lvl="1" marL="457200" indent="-324000" defTabSz="914400">
              <a:lnSpc>
                <a:spcPct val="100000"/>
              </a:lnSpc>
              <a:buClr>
                <a:srgbClr val="4b866e"/>
              </a:buClr>
              <a:buFont typeface="Arial"/>
              <a:buChar char="•"/>
            </a:pPr>
            <a:r>
              <a:rPr b="0" lang="en-US" sz="2400" spc="-1" strike="noStrike">
                <a:solidFill>
                  <a:schemeClr val="accent6">
                    <a:lumMod val="75000"/>
                  </a:schemeClr>
                </a:solidFill>
                <a:latin typeface="Century Gothic"/>
              </a:rPr>
              <a:t>Do not use when there is frost.</a:t>
            </a:r>
            <a:endParaRPr b="0" lang="en-US" sz="2400" spc="-1" strike="noStrike">
              <a:solidFill>
                <a:schemeClr val="dk1">
                  <a:lumMod val="75000"/>
                  <a:lumOff val="25000"/>
                </a:schemeClr>
              </a:solidFill>
              <a:latin typeface="Century Gothic"/>
            </a:endParaRPr>
          </a:p>
        </p:txBody>
      </p:sp>
      <p:pic>
        <p:nvPicPr>
          <p:cNvPr id="859" name="Picture 3" descr="js00376h"/>
          <p:cNvPicPr/>
          <p:nvPr/>
        </p:nvPicPr>
        <p:blipFill>
          <a:blip r:embed="rId1"/>
          <a:stretch/>
        </p:blipFill>
        <p:spPr>
          <a:xfrm>
            <a:off x="7900920" y="1738440"/>
            <a:ext cx="3022560" cy="4363560"/>
          </a:xfrm>
          <a:prstGeom prst="rect">
            <a:avLst/>
          </a:prstGeom>
          <a:ln w="0">
            <a:noFill/>
          </a:ln>
        </p:spPr>
      </p:pic>
    </p:spTree>
  </p:cSld>
  <mc:AlternateContent>
    <mc:Choice Requires="p14">
      <p:transition spd="slow" p14:dur="2000"/>
    </mc:Choice>
    <mc:Fallback>
      <p:transition spd="slow"/>
    </mc:Fallback>
  </mc:AlternateContent>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0" name="PlaceHolder 1"/>
          <p:cNvSpPr>
            <a:spLocks noGrp="1"/>
          </p:cNvSpPr>
          <p:nvPr>
            <p:ph type="title"/>
          </p:nvPr>
        </p:nvSpPr>
        <p:spPr>
          <a:xfrm>
            <a:off x="2593080" y="624240"/>
            <a:ext cx="8911440" cy="1280520"/>
          </a:xfrm>
          <a:prstGeom prst="rect">
            <a:avLst/>
          </a:prstGeom>
          <a:noFill/>
          <a:ln w="0">
            <a:noFill/>
          </a:ln>
        </p:spPr>
        <p:txBody>
          <a:bodyPr lIns="91440" rIns="91440" tIns="45720" bIns="45720" anchor="t">
            <a:normAutofit/>
          </a:bodyPr>
          <a:p>
            <a:pPr indent="0" algn="ctr" defTabSz="457200">
              <a:lnSpc>
                <a:spcPct val="100000"/>
              </a:lnSpc>
              <a:buNone/>
            </a:pPr>
            <a:r>
              <a:rPr b="1" lang="en-US" sz="4000" spc="-1" strike="noStrike">
                <a:solidFill>
                  <a:schemeClr val="dk1">
                    <a:lumMod val="85000"/>
                    <a:lumOff val="15000"/>
                  </a:schemeClr>
                </a:solidFill>
                <a:latin typeface="Century Gothic"/>
              </a:rPr>
              <a:t>Other Curing Methods</a:t>
            </a:r>
            <a:endParaRPr b="0" lang="en-US" sz="4000" spc="-1" strike="noStrike">
              <a:solidFill>
                <a:schemeClr val="dk1"/>
              </a:solidFill>
              <a:latin typeface="Century Gothic"/>
            </a:endParaRPr>
          </a:p>
        </p:txBody>
      </p:sp>
      <p:sp>
        <p:nvSpPr>
          <p:cNvPr id="861" name="PlaceHolder 2"/>
          <p:cNvSpPr>
            <a:spLocks noGrp="1"/>
          </p:cNvSpPr>
          <p:nvPr>
            <p:ph/>
          </p:nvPr>
        </p:nvSpPr>
        <p:spPr>
          <a:xfrm>
            <a:off x="7190640" y="1689840"/>
            <a:ext cx="5000400" cy="377712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a53010"/>
              </a:buClr>
              <a:buFont typeface="Arial"/>
              <a:buChar char="•"/>
            </a:pPr>
            <a:r>
              <a:rPr b="0" lang="en-US" sz="2800" spc="-1" strike="noStrike">
                <a:solidFill>
                  <a:schemeClr val="dk1">
                    <a:lumMod val="75000"/>
                    <a:lumOff val="25000"/>
                  </a:schemeClr>
                </a:solidFill>
                <a:latin typeface="Century Gothic"/>
              </a:rPr>
              <a:t>Shading of concrete work</a:t>
            </a:r>
            <a:endParaRPr b="0" lang="en-US" sz="2800" spc="-1" strike="noStrike">
              <a:solidFill>
                <a:schemeClr val="dk1">
                  <a:lumMod val="75000"/>
                  <a:lumOff val="25000"/>
                </a:schemeClr>
              </a:solidFill>
              <a:latin typeface="Century Gothic"/>
            </a:endParaRPr>
          </a:p>
          <a:p>
            <a:pPr marL="343080" indent="-343080" defTabSz="457200">
              <a:lnSpc>
                <a:spcPct val="100000"/>
              </a:lnSpc>
              <a:spcBef>
                <a:spcPts val="1001"/>
              </a:spcBef>
              <a:buClr>
                <a:srgbClr val="a53010"/>
              </a:buClr>
              <a:buFont typeface="Arial"/>
              <a:buChar char="•"/>
            </a:pPr>
            <a:r>
              <a:rPr b="0" lang="en-US" sz="2800" spc="-1" strike="noStrike">
                <a:solidFill>
                  <a:schemeClr val="dk1">
                    <a:lumMod val="75000"/>
                    <a:lumOff val="25000"/>
                  </a:schemeClr>
                </a:solidFill>
                <a:latin typeface="Century Gothic"/>
              </a:rPr>
              <a:t>Covering the surfaces of concrete with wet gunny bags</a:t>
            </a:r>
            <a:endParaRPr b="0" lang="en-US" sz="2800" spc="-1" strike="noStrike">
              <a:solidFill>
                <a:schemeClr val="dk1">
                  <a:lumMod val="75000"/>
                  <a:lumOff val="25000"/>
                </a:schemeClr>
              </a:solidFill>
              <a:latin typeface="Century Gothic"/>
            </a:endParaRPr>
          </a:p>
          <a:p>
            <a:pPr marL="343080" indent="-343080" defTabSz="457200">
              <a:lnSpc>
                <a:spcPct val="100000"/>
              </a:lnSpc>
              <a:spcBef>
                <a:spcPts val="1001"/>
              </a:spcBef>
              <a:buClr>
                <a:srgbClr val="a53010"/>
              </a:buClr>
              <a:buFont typeface="Arial"/>
              <a:buChar char="•"/>
            </a:pPr>
            <a:r>
              <a:rPr b="0" lang="en-US" sz="2800" spc="-1" strike="noStrike">
                <a:solidFill>
                  <a:schemeClr val="dk1">
                    <a:lumMod val="75000"/>
                    <a:lumOff val="25000"/>
                  </a:schemeClr>
                </a:solidFill>
                <a:latin typeface="Century Gothic"/>
              </a:rPr>
              <a:t>Sprinkling water</a:t>
            </a:r>
            <a:endParaRPr b="0" lang="en-US" sz="2800" spc="-1" strike="noStrike">
              <a:solidFill>
                <a:schemeClr val="dk1">
                  <a:lumMod val="75000"/>
                  <a:lumOff val="25000"/>
                </a:schemeClr>
              </a:solidFill>
              <a:latin typeface="Century Gothic"/>
            </a:endParaRPr>
          </a:p>
          <a:p>
            <a:pPr marL="343080" indent="-343080" defTabSz="457200">
              <a:lnSpc>
                <a:spcPct val="100000"/>
              </a:lnSpc>
              <a:spcBef>
                <a:spcPts val="1001"/>
              </a:spcBef>
              <a:buClr>
                <a:srgbClr val="a53010"/>
              </a:buClr>
              <a:buFont typeface="Arial"/>
              <a:buChar char="•"/>
            </a:pPr>
            <a:r>
              <a:rPr b="0" lang="en-US" sz="2800" spc="-1" strike="noStrike">
                <a:solidFill>
                  <a:schemeClr val="dk1">
                    <a:lumMod val="75000"/>
                    <a:lumOff val="25000"/>
                  </a:schemeClr>
                </a:solidFill>
                <a:latin typeface="Century Gothic"/>
              </a:rPr>
              <a:t>Ponding</a:t>
            </a:r>
            <a:endParaRPr b="0" lang="en-US" sz="2800" spc="-1" strike="noStrike">
              <a:solidFill>
                <a:schemeClr val="dk1">
                  <a:lumMod val="75000"/>
                  <a:lumOff val="25000"/>
                </a:schemeClr>
              </a:solidFill>
              <a:latin typeface="Century Gothic"/>
            </a:endParaRPr>
          </a:p>
        </p:txBody>
      </p:sp>
      <p:pic>
        <p:nvPicPr>
          <p:cNvPr id="862" name="Content Placeholder 1" descr=""/>
          <p:cNvPicPr/>
          <p:nvPr/>
        </p:nvPicPr>
        <p:blipFill>
          <a:blip r:embed="rId1"/>
          <a:stretch/>
        </p:blipFill>
        <p:spPr>
          <a:xfrm>
            <a:off x="1200240" y="1545480"/>
            <a:ext cx="5428800" cy="4206600"/>
          </a:xfrm>
          <a:prstGeom prst="rect">
            <a:avLst/>
          </a:prstGeom>
          <a:ln w="0">
            <a:noFill/>
          </a:ln>
        </p:spPr>
      </p:pic>
    </p:spTree>
  </p:cSld>
  <mc:AlternateContent>
    <mc:Choice Requires="p14">
      <p:transition spd="slow" p14:dur="2000"/>
    </mc:Choice>
    <mc:Fallback>
      <p:transition spd="slow"/>
    </mc:Fallback>
  </mc:AlternateContent>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3" name="PlaceHolder 1"/>
          <p:cNvSpPr>
            <a:spLocks noGrp="1"/>
          </p:cNvSpPr>
          <p:nvPr>
            <p:ph type="title"/>
          </p:nvPr>
        </p:nvSpPr>
        <p:spPr>
          <a:xfrm>
            <a:off x="1991520" y="404640"/>
            <a:ext cx="8229240" cy="533160"/>
          </a:xfrm>
          <a:prstGeom prst="rect">
            <a:avLst/>
          </a:prstGeom>
          <a:noFill/>
          <a:ln w="0">
            <a:noFill/>
          </a:ln>
        </p:spPr>
        <p:txBody>
          <a:bodyPr lIns="91440" rIns="91440" tIns="45720" bIns="45720" anchor="t">
            <a:normAutofit fontScale="75000"/>
          </a:bodyPr>
          <a:p>
            <a:pPr indent="0" algn="ctr" defTabSz="457200">
              <a:lnSpc>
                <a:spcPct val="100000"/>
              </a:lnSpc>
              <a:buNone/>
            </a:pPr>
            <a:r>
              <a:rPr b="1" lang="en-US" sz="4000" spc="-1" strike="noStrike">
                <a:solidFill>
                  <a:schemeClr val="dk1">
                    <a:lumMod val="85000"/>
                    <a:lumOff val="15000"/>
                  </a:schemeClr>
                </a:solidFill>
                <a:latin typeface="Century Gothic"/>
              </a:rPr>
              <a:t>A Caution on Curing</a:t>
            </a:r>
            <a:endParaRPr b="0" lang="en-US" sz="4000" spc="-1" strike="noStrike">
              <a:solidFill>
                <a:schemeClr val="dk1"/>
              </a:solidFill>
              <a:latin typeface="Century Gothic"/>
            </a:endParaRPr>
          </a:p>
        </p:txBody>
      </p:sp>
      <p:sp>
        <p:nvSpPr>
          <p:cNvPr id="864" name="PlaceHolder 2"/>
          <p:cNvSpPr>
            <a:spLocks noGrp="1"/>
          </p:cNvSpPr>
          <p:nvPr>
            <p:ph/>
          </p:nvPr>
        </p:nvSpPr>
        <p:spPr>
          <a:xfrm>
            <a:off x="1045080" y="1268640"/>
            <a:ext cx="11072880" cy="4114440"/>
          </a:xfrm>
          <a:prstGeom prst="rect">
            <a:avLst/>
          </a:prstGeom>
          <a:noFill/>
          <a:ln w="0">
            <a:noFill/>
          </a:ln>
        </p:spPr>
        <p:txBody>
          <a:bodyPr lIns="91440" rIns="91440" tIns="45720" bIns="45720" anchor="t">
            <a:normAutofit/>
          </a:bodyPr>
          <a:p>
            <a:pPr indent="-324000" algn="just" defTabSz="914400">
              <a:lnSpc>
                <a:spcPct val="100000"/>
              </a:lnSpc>
              <a:buClr>
                <a:srgbClr val="8b8b8b"/>
              </a:buClr>
              <a:buFont typeface="Arial"/>
              <a:buChar char="•"/>
            </a:pPr>
            <a:r>
              <a:rPr b="0" lang="en-US" sz="2800" spc="-1" strike="noStrike">
                <a:solidFill>
                  <a:schemeClr val="dk1">
                    <a:tint val="75000"/>
                  </a:schemeClr>
                </a:solidFill>
                <a:latin typeface="Century Gothic"/>
              </a:rPr>
              <a:t>In all cases, the surface to be cured should not be allowed to dry</a:t>
            </a:r>
            <a:endParaRPr b="0" lang="en-US" sz="2800" spc="-1" strike="noStrike">
              <a:solidFill>
                <a:schemeClr val="dk1">
                  <a:lumMod val="75000"/>
                  <a:lumOff val="25000"/>
                </a:schemeClr>
              </a:solidFill>
              <a:latin typeface="Century Gothic"/>
            </a:endParaRPr>
          </a:p>
          <a:p>
            <a:pPr indent="-324000" algn="just" defTabSz="914400">
              <a:lnSpc>
                <a:spcPct val="100000"/>
              </a:lnSpc>
              <a:buClr>
                <a:srgbClr val="8b8b8b"/>
              </a:buClr>
              <a:buFont typeface="Arial"/>
              <a:buChar char="•"/>
            </a:pPr>
            <a:r>
              <a:rPr b="0" lang="en-US" sz="2800" spc="-1" strike="noStrike">
                <a:solidFill>
                  <a:schemeClr val="dk1">
                    <a:tint val="75000"/>
                  </a:schemeClr>
                </a:solidFill>
                <a:latin typeface="Century Gothic"/>
              </a:rPr>
              <a:t>This should be continued for a minimum period of 7 days. However, the curing reaction takes place over a very long period of time - Concrete is commonly designed on the basis of strength that it reaches after 28 days.</a:t>
            </a:r>
            <a:endParaRPr b="0" lang="en-US" sz="2800" spc="-1" strike="noStrike">
              <a:solidFill>
                <a:schemeClr val="dk1">
                  <a:lumMod val="75000"/>
                  <a:lumOff val="25000"/>
                </a:schemeClr>
              </a:solidFill>
              <a:latin typeface="Century Gothic"/>
            </a:endParaRPr>
          </a:p>
          <a:p>
            <a:pPr indent="-324000" algn="just" defTabSz="914400">
              <a:lnSpc>
                <a:spcPct val="100000"/>
              </a:lnSpc>
              <a:buClr>
                <a:srgbClr val="8b8b8b"/>
              </a:buClr>
              <a:buFont typeface="Arial"/>
              <a:buChar char="•"/>
            </a:pPr>
            <a:r>
              <a:rPr b="0" lang="en-US" sz="2800" spc="-1" strike="noStrike">
                <a:solidFill>
                  <a:schemeClr val="dk1">
                    <a:tint val="75000"/>
                  </a:schemeClr>
                </a:solidFill>
                <a:latin typeface="Century Gothic"/>
              </a:rPr>
              <a:t>If concrete is allowed to dry out at any point during the 28 days after placing, the strength of the resulting concrete will be reduced, and its surface hardness and durability are likely to be adversely affected.</a:t>
            </a:r>
            <a:endParaRPr b="0" lang="en-US" sz="2800" spc="-1" strike="noStrike">
              <a:solidFill>
                <a:schemeClr val="dk1">
                  <a:lumMod val="75000"/>
                  <a:lumOff val="25000"/>
                </a:schemeClr>
              </a:solidFill>
              <a:latin typeface="Century Gothic"/>
            </a:endParaRPr>
          </a:p>
        </p:txBody>
      </p:sp>
    </p:spTree>
  </p:cSld>
  <mc:AlternateContent>
    <mc:Choice Requires="p14">
      <p:transition spd="slow" p14:dur="2000"/>
    </mc:Choice>
    <mc:Fallback>
      <p:transition spd="slow"/>
    </mc:Fallback>
  </mc:AlternateContent>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5" name="PlaceHolder 1"/>
          <p:cNvSpPr>
            <a:spLocks noGrp="1"/>
          </p:cNvSpPr>
          <p:nvPr>
            <p:ph type="title"/>
          </p:nvPr>
        </p:nvSpPr>
        <p:spPr>
          <a:xfrm>
            <a:off x="2592720" y="613440"/>
            <a:ext cx="8911080" cy="1291320"/>
          </a:xfrm>
          <a:prstGeom prst="rect">
            <a:avLst/>
          </a:prstGeom>
          <a:noFill/>
          <a:ln w="0">
            <a:noFill/>
          </a:ln>
        </p:spPr>
        <p:txBody>
          <a:bodyPr lIns="91440" rIns="91440" tIns="45720" bIns="45720" anchor="t">
            <a:normAutofit/>
          </a:bodyPr>
          <a:p>
            <a:pPr indent="0" algn="ctr" defTabSz="457200">
              <a:lnSpc>
                <a:spcPct val="100000"/>
              </a:lnSpc>
              <a:buNone/>
            </a:pPr>
            <a:r>
              <a:rPr b="1" lang="en-US" sz="4000" spc="-1" strike="noStrike">
                <a:solidFill>
                  <a:schemeClr val="dk1">
                    <a:lumMod val="85000"/>
                    <a:lumOff val="15000"/>
                  </a:schemeClr>
                </a:solidFill>
                <a:latin typeface="Century Gothic"/>
              </a:rPr>
              <a:t>Curing in </a:t>
            </a:r>
            <a:r>
              <a:rPr b="1" lang="en-GB" sz="4000" spc="-1" strike="noStrike">
                <a:solidFill>
                  <a:schemeClr val="dk1">
                    <a:lumMod val="85000"/>
                    <a:lumOff val="15000"/>
                  </a:schemeClr>
                </a:solidFill>
                <a:latin typeface="Century Gothic"/>
              </a:rPr>
              <a:t>Frosty weather</a:t>
            </a:r>
            <a:br>
              <a:rPr sz="3600"/>
            </a:br>
            <a:endParaRPr b="0" lang="en-US" sz="4000" spc="-1" strike="noStrike">
              <a:solidFill>
                <a:schemeClr val="dk1"/>
              </a:solidFill>
              <a:latin typeface="Century Gothic"/>
            </a:endParaRPr>
          </a:p>
        </p:txBody>
      </p:sp>
      <p:sp>
        <p:nvSpPr>
          <p:cNvPr id="866" name="PlaceHolder 2"/>
          <p:cNvSpPr>
            <a:spLocks noGrp="1"/>
          </p:cNvSpPr>
          <p:nvPr>
            <p:ph/>
          </p:nvPr>
        </p:nvSpPr>
        <p:spPr>
          <a:xfrm>
            <a:off x="1364040" y="1737360"/>
            <a:ext cx="10764000" cy="4114440"/>
          </a:xfrm>
          <a:prstGeom prst="rect">
            <a:avLst/>
          </a:prstGeom>
          <a:noFill/>
          <a:ln w="0">
            <a:noFill/>
          </a:ln>
        </p:spPr>
        <p:txBody>
          <a:bodyPr lIns="91440" rIns="91440" tIns="45720" bIns="45720" anchor="t">
            <a:noAutofit/>
          </a:bodyPr>
          <a:p>
            <a:pPr indent="-324000" algn="just" defTabSz="914400">
              <a:lnSpc>
                <a:spcPct val="100000"/>
              </a:lnSpc>
              <a:buClr>
                <a:srgbClr val="8b8b8b"/>
              </a:buClr>
              <a:buFont typeface="Arial"/>
              <a:buChar char="•"/>
            </a:pPr>
            <a:r>
              <a:rPr b="0" lang="en-GB" sz="2800" spc="-1" strike="noStrike">
                <a:solidFill>
                  <a:schemeClr val="dk1">
                    <a:tint val="75000"/>
                  </a:schemeClr>
                </a:solidFill>
                <a:latin typeface="Century Gothic"/>
              </a:rPr>
              <a:t>In winter, curing must also act as frost protection.  The 19 mm thick plywood sheets used for a lot of formwork is a good insulator.  Slabs and other exposed elements need protecting with insulating blankets or expanded polystyrene. Hot air blowers can easily cause plastic shrinkage cracks if there is insufficient water in the surrounding environment.</a:t>
            </a:r>
            <a:endParaRPr b="0" lang="en-US" sz="2800" spc="-1" strike="noStrike">
              <a:solidFill>
                <a:schemeClr val="dk1">
                  <a:lumMod val="75000"/>
                  <a:lumOff val="25000"/>
                </a:schemeClr>
              </a:solidFill>
              <a:latin typeface="Century Gothic"/>
            </a:endParaRPr>
          </a:p>
        </p:txBody>
      </p:sp>
    </p:spTree>
  </p:cSld>
  <mc:AlternateContent>
    <mc:Choice Requires="p14">
      <p:transition spd="slow" p14:dur="2000"/>
    </mc:Choice>
    <mc:Fallback>
      <p:transition spd="slow"/>
    </mc:Fallback>
  </mc:AlternateContent>
</p:sld>
</file>

<file path=ppt/slides/slide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7" name="PlaceHolder 1"/>
          <p:cNvSpPr>
            <a:spLocks noGrp="1"/>
          </p:cNvSpPr>
          <p:nvPr>
            <p:ph type="title"/>
          </p:nvPr>
        </p:nvSpPr>
        <p:spPr>
          <a:xfrm>
            <a:off x="1991520" y="404640"/>
            <a:ext cx="8229240" cy="533160"/>
          </a:xfrm>
          <a:prstGeom prst="rect">
            <a:avLst/>
          </a:prstGeom>
          <a:noFill/>
          <a:ln w="0">
            <a:noFill/>
          </a:ln>
        </p:spPr>
        <p:txBody>
          <a:bodyPr lIns="91440" rIns="91440" tIns="45720" bIns="45720" anchor="t">
            <a:normAutofit fontScale="31111" lnSpcReduction="20000"/>
          </a:bodyPr>
          <a:p>
            <a:pPr indent="0" algn="ctr" defTabSz="457200">
              <a:lnSpc>
                <a:spcPct val="100000"/>
              </a:lnSpc>
              <a:buNone/>
            </a:pPr>
            <a:r>
              <a:rPr b="1" lang="en-US" sz="4000" spc="-1" strike="noStrike">
                <a:solidFill>
                  <a:schemeClr val="dk1">
                    <a:lumMod val="85000"/>
                    <a:lumOff val="15000"/>
                  </a:schemeClr>
                </a:solidFill>
                <a:latin typeface="Century Gothic"/>
              </a:rPr>
              <a:t>Curing L</a:t>
            </a:r>
            <a:r>
              <a:rPr b="1" lang="en-GB" sz="4000" spc="-1" strike="noStrike">
                <a:solidFill>
                  <a:schemeClr val="dk1">
                    <a:lumMod val="85000"/>
                    <a:lumOff val="15000"/>
                  </a:schemeClr>
                </a:solidFill>
                <a:latin typeface="Century Gothic"/>
              </a:rPr>
              <a:t>arge </a:t>
            </a:r>
            <a:r>
              <a:rPr b="1" lang="en-US" sz="4000" spc="-1" strike="noStrike">
                <a:solidFill>
                  <a:schemeClr val="dk1">
                    <a:lumMod val="85000"/>
                    <a:lumOff val="15000"/>
                  </a:schemeClr>
                </a:solidFill>
                <a:latin typeface="Century Gothic"/>
              </a:rPr>
              <a:t>C</a:t>
            </a:r>
            <a:r>
              <a:rPr b="1" lang="en-GB" sz="4000" spc="-1" strike="noStrike">
                <a:solidFill>
                  <a:schemeClr val="dk1">
                    <a:lumMod val="85000"/>
                    <a:lumOff val="15000"/>
                  </a:schemeClr>
                </a:solidFill>
                <a:latin typeface="Century Gothic"/>
              </a:rPr>
              <a:t>oncrete </a:t>
            </a:r>
            <a:r>
              <a:rPr b="1" lang="en-US" sz="4000" spc="-1" strike="noStrike">
                <a:solidFill>
                  <a:schemeClr val="dk1">
                    <a:lumMod val="85000"/>
                    <a:lumOff val="15000"/>
                  </a:schemeClr>
                </a:solidFill>
                <a:latin typeface="Century Gothic"/>
              </a:rPr>
              <a:t>M</a:t>
            </a:r>
            <a:r>
              <a:rPr b="1" lang="en-GB" sz="4000" spc="-1" strike="noStrike">
                <a:solidFill>
                  <a:schemeClr val="dk1">
                    <a:lumMod val="85000"/>
                    <a:lumOff val="15000"/>
                  </a:schemeClr>
                </a:solidFill>
                <a:latin typeface="Century Gothic"/>
              </a:rPr>
              <a:t>asses</a:t>
            </a:r>
            <a:br>
              <a:rPr sz="3600"/>
            </a:br>
            <a:br>
              <a:rPr sz="3600"/>
            </a:br>
            <a:endParaRPr b="0" lang="en-US" sz="4000" spc="-1" strike="noStrike">
              <a:solidFill>
                <a:schemeClr val="dk1"/>
              </a:solidFill>
              <a:latin typeface="Century Gothic"/>
            </a:endParaRPr>
          </a:p>
        </p:txBody>
      </p:sp>
      <p:sp>
        <p:nvSpPr>
          <p:cNvPr id="868" name="PlaceHolder 2"/>
          <p:cNvSpPr>
            <a:spLocks noGrp="1"/>
          </p:cNvSpPr>
          <p:nvPr>
            <p:ph/>
          </p:nvPr>
        </p:nvSpPr>
        <p:spPr>
          <a:xfrm>
            <a:off x="2279520" y="1268640"/>
            <a:ext cx="9838440" cy="4114440"/>
          </a:xfrm>
          <a:prstGeom prst="rect">
            <a:avLst/>
          </a:prstGeom>
          <a:noFill/>
          <a:ln w="0">
            <a:noFill/>
          </a:ln>
        </p:spPr>
        <p:txBody>
          <a:bodyPr lIns="91440" rIns="91440" tIns="45720" bIns="45720" anchor="t">
            <a:noAutofit/>
          </a:bodyPr>
          <a:p>
            <a:pPr indent="-324000" algn="just" defTabSz="914400">
              <a:lnSpc>
                <a:spcPct val="100000"/>
              </a:lnSpc>
              <a:buClr>
                <a:srgbClr val="8b8b8b"/>
              </a:buClr>
              <a:buFont typeface="Arial"/>
              <a:buChar char="•"/>
            </a:pPr>
            <a:r>
              <a:rPr b="0" lang="en-GB" sz="2800" spc="-1" strike="noStrike">
                <a:solidFill>
                  <a:schemeClr val="dk1">
                    <a:tint val="75000"/>
                  </a:schemeClr>
                </a:solidFill>
                <a:latin typeface="Century Gothic"/>
              </a:rPr>
              <a:t>Large pours of more than 1.5 m thick need insulation to keep the outer surfaces at much the same temperature as the core, otherwise the resultant temperature differential can cause either external or internal cracking.</a:t>
            </a:r>
            <a:endParaRPr b="0" lang="en-US" sz="2800" spc="-1" strike="noStrike">
              <a:solidFill>
                <a:schemeClr val="dk1">
                  <a:lumMod val="75000"/>
                  <a:lumOff val="25000"/>
                </a:schemeClr>
              </a:solidFill>
              <a:latin typeface="Century Gothic"/>
            </a:endParaRPr>
          </a:p>
        </p:txBody>
      </p:sp>
    </p:spTree>
  </p:cSld>
  <mc:AlternateContent>
    <mc:Choice Requires="p14">
      <p:transition spd="slow" p14:dur="2000"/>
    </mc:Choice>
    <mc:Fallback>
      <p:transition spd="slow"/>
    </mc:Fallback>
  </mc:AlternateContent>
</p:sld>
</file>

<file path=ppt/slides/slide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9" name="PlaceHolder 1"/>
          <p:cNvSpPr>
            <a:spLocks noGrp="1"/>
          </p:cNvSpPr>
          <p:nvPr>
            <p:ph type="title"/>
          </p:nvPr>
        </p:nvSpPr>
        <p:spPr>
          <a:xfrm>
            <a:off x="1991520" y="404640"/>
            <a:ext cx="8229240" cy="533160"/>
          </a:xfrm>
          <a:prstGeom prst="rect">
            <a:avLst/>
          </a:prstGeom>
          <a:noFill/>
          <a:ln w="0">
            <a:noFill/>
          </a:ln>
        </p:spPr>
        <p:txBody>
          <a:bodyPr lIns="91440" rIns="91440" tIns="45720" bIns="45720" anchor="t">
            <a:normAutofit fontScale="57499"/>
          </a:bodyPr>
          <a:p>
            <a:pPr indent="0" algn="ctr" defTabSz="457200">
              <a:lnSpc>
                <a:spcPct val="100000"/>
              </a:lnSpc>
              <a:buNone/>
            </a:pPr>
            <a:r>
              <a:rPr b="1" lang="en-US" sz="4000" spc="-1" strike="noStrike">
                <a:solidFill>
                  <a:schemeClr val="dk1">
                    <a:lumMod val="85000"/>
                    <a:lumOff val="15000"/>
                  </a:schemeClr>
                </a:solidFill>
                <a:latin typeface="Century Gothic"/>
              </a:rPr>
              <a:t>‘</a:t>
            </a:r>
            <a:r>
              <a:rPr b="1" lang="en-US" sz="4000" spc="-1" strike="noStrike">
                <a:solidFill>
                  <a:schemeClr val="dk1">
                    <a:lumMod val="85000"/>
                    <a:lumOff val="15000"/>
                  </a:schemeClr>
                </a:solidFill>
                <a:latin typeface="Century Gothic"/>
              </a:rPr>
              <a:t>Secrets’ of Good Concrete Production and Application</a:t>
            </a:r>
            <a:endParaRPr b="0" lang="en-US" sz="4000" spc="-1" strike="noStrike">
              <a:solidFill>
                <a:schemeClr val="dk1"/>
              </a:solidFill>
              <a:latin typeface="Century Gothic"/>
            </a:endParaRPr>
          </a:p>
        </p:txBody>
      </p:sp>
      <p:sp>
        <p:nvSpPr>
          <p:cNvPr id="870" name="PlaceHolder 2"/>
          <p:cNvSpPr>
            <a:spLocks noGrp="1"/>
          </p:cNvSpPr>
          <p:nvPr>
            <p:ph/>
          </p:nvPr>
        </p:nvSpPr>
        <p:spPr>
          <a:xfrm>
            <a:off x="767160" y="1789920"/>
            <a:ext cx="11062440" cy="4114440"/>
          </a:xfrm>
          <a:prstGeom prst="rect">
            <a:avLst/>
          </a:prstGeom>
          <a:noFill/>
          <a:ln w="0">
            <a:noFill/>
          </a:ln>
        </p:spPr>
        <p:txBody>
          <a:bodyPr lIns="91440" rIns="91440" tIns="45720" bIns="45720" anchor="t">
            <a:normAutofit/>
          </a:bodyPr>
          <a:p>
            <a:pPr marL="514440" indent="-514440" algn="just" defTabSz="914400">
              <a:lnSpc>
                <a:spcPct val="100000"/>
              </a:lnSpc>
              <a:buClr>
                <a:srgbClr val="8b8b8b"/>
              </a:buClr>
              <a:buFont typeface="Century Gothic"/>
              <a:buAutoNum type="romanLcPeriod"/>
            </a:pPr>
            <a:r>
              <a:rPr b="0" lang="en-US" sz="2800" spc="-1" strike="noStrike">
                <a:solidFill>
                  <a:schemeClr val="dk1">
                    <a:tint val="75000"/>
                  </a:schemeClr>
                </a:solidFill>
                <a:latin typeface="Century Gothic"/>
              </a:rPr>
              <a:t>Batching by weight</a:t>
            </a:r>
            <a:endParaRPr b="0" lang="en-US" sz="2800" spc="-1" strike="noStrike">
              <a:solidFill>
                <a:schemeClr val="dk1">
                  <a:lumMod val="75000"/>
                  <a:lumOff val="25000"/>
                </a:schemeClr>
              </a:solidFill>
              <a:latin typeface="Century Gothic"/>
            </a:endParaRPr>
          </a:p>
          <a:p>
            <a:pPr marL="514440" indent="-514440" algn="just" defTabSz="914400">
              <a:lnSpc>
                <a:spcPct val="100000"/>
              </a:lnSpc>
              <a:buClr>
                <a:srgbClr val="8b8b8b"/>
              </a:buClr>
              <a:buFont typeface="Century Gothic"/>
              <a:buAutoNum type="romanLcPeriod"/>
            </a:pPr>
            <a:r>
              <a:rPr b="0" lang="en-US" sz="2800" spc="-1" strike="noStrike">
                <a:solidFill>
                  <a:schemeClr val="dk1">
                    <a:tint val="75000"/>
                  </a:schemeClr>
                </a:solidFill>
                <a:latin typeface="Century Gothic"/>
              </a:rPr>
              <a:t>Ensuring a good quality proportion and type of cement</a:t>
            </a:r>
            <a:endParaRPr b="0" lang="en-US" sz="2800" spc="-1" strike="noStrike">
              <a:solidFill>
                <a:schemeClr val="dk1">
                  <a:lumMod val="75000"/>
                  <a:lumOff val="25000"/>
                </a:schemeClr>
              </a:solidFill>
              <a:latin typeface="Century Gothic"/>
            </a:endParaRPr>
          </a:p>
          <a:p>
            <a:pPr marL="514440" indent="-514440" algn="just" defTabSz="914400">
              <a:lnSpc>
                <a:spcPct val="100000"/>
              </a:lnSpc>
              <a:buClr>
                <a:srgbClr val="8b8b8b"/>
              </a:buClr>
              <a:buFont typeface="Century Gothic"/>
              <a:buAutoNum type="romanLcPeriod"/>
            </a:pPr>
            <a:r>
              <a:rPr b="0" lang="en-US" sz="2800" spc="-1" strike="noStrike">
                <a:solidFill>
                  <a:schemeClr val="dk1">
                    <a:tint val="75000"/>
                  </a:schemeClr>
                </a:solidFill>
                <a:latin typeface="Century Gothic"/>
              </a:rPr>
              <a:t>Strict control of water-cement ratio</a:t>
            </a:r>
            <a:endParaRPr b="0" lang="en-US" sz="2800" spc="-1" strike="noStrike">
              <a:solidFill>
                <a:schemeClr val="dk1">
                  <a:lumMod val="75000"/>
                  <a:lumOff val="25000"/>
                </a:schemeClr>
              </a:solidFill>
              <a:latin typeface="Century Gothic"/>
            </a:endParaRPr>
          </a:p>
          <a:p>
            <a:pPr marL="514440" indent="-514440" algn="just" defTabSz="914400">
              <a:lnSpc>
                <a:spcPct val="100000"/>
              </a:lnSpc>
              <a:buClr>
                <a:srgbClr val="8b8b8b"/>
              </a:buClr>
              <a:buFont typeface="Century Gothic"/>
              <a:buAutoNum type="romanLcPeriod"/>
            </a:pPr>
            <a:r>
              <a:rPr b="0" lang="en-US" sz="2800" spc="-1" strike="noStrike">
                <a:solidFill>
                  <a:schemeClr val="dk1">
                    <a:tint val="75000"/>
                  </a:schemeClr>
                </a:solidFill>
                <a:latin typeface="Century Gothic"/>
              </a:rPr>
              <a:t>Correct type, proportions, storage, grading and quality of aggregates</a:t>
            </a:r>
            <a:endParaRPr b="0" lang="en-US" sz="2800" spc="-1" strike="noStrike">
              <a:solidFill>
                <a:schemeClr val="dk1">
                  <a:lumMod val="75000"/>
                  <a:lumOff val="25000"/>
                </a:schemeClr>
              </a:solidFill>
              <a:latin typeface="Century Gothic"/>
            </a:endParaRPr>
          </a:p>
          <a:p>
            <a:pPr marL="514440" indent="-514440" algn="just" defTabSz="914400">
              <a:lnSpc>
                <a:spcPct val="100000"/>
              </a:lnSpc>
              <a:buClr>
                <a:srgbClr val="8b8b8b"/>
              </a:buClr>
              <a:buFont typeface="Century Gothic"/>
              <a:buAutoNum type="romanLcPeriod"/>
            </a:pPr>
            <a:r>
              <a:rPr b="0" lang="en-US" sz="2800" spc="-1" strike="noStrike">
                <a:solidFill>
                  <a:schemeClr val="dk1">
                    <a:tint val="75000"/>
                  </a:schemeClr>
                </a:solidFill>
                <a:latin typeface="Century Gothic"/>
              </a:rPr>
              <a:t>Correct method and adequacy of </a:t>
            </a:r>
            <a:r>
              <a:rPr b="1" lang="en-US" sz="2800" spc="-1" strike="noStrike">
                <a:solidFill>
                  <a:schemeClr val="dk1">
                    <a:tint val="75000"/>
                  </a:schemeClr>
                </a:solidFill>
                <a:latin typeface="Century Gothic"/>
              </a:rPr>
              <a:t>batching</a:t>
            </a:r>
            <a:r>
              <a:rPr b="0" lang="en-US" sz="2800" spc="-1" strike="noStrike">
                <a:solidFill>
                  <a:schemeClr val="dk1">
                    <a:tint val="75000"/>
                  </a:schemeClr>
                </a:solidFill>
                <a:latin typeface="Century Gothic"/>
              </a:rPr>
              <a:t>,</a:t>
            </a:r>
            <a:r>
              <a:rPr b="1" lang="en-US" sz="2800" spc="-1" strike="noStrike">
                <a:solidFill>
                  <a:schemeClr val="dk1">
                    <a:tint val="75000"/>
                  </a:schemeClr>
                </a:solidFill>
                <a:latin typeface="Century Gothic"/>
              </a:rPr>
              <a:t> mixing, transporting, placing, compacting and curing</a:t>
            </a:r>
            <a:r>
              <a:rPr b="0" lang="en-US" sz="2800" spc="-1" strike="noStrike">
                <a:solidFill>
                  <a:schemeClr val="dk1">
                    <a:tint val="75000"/>
                  </a:schemeClr>
                </a:solidFill>
                <a:latin typeface="Century Gothic"/>
              </a:rPr>
              <a:t> of the concrete.</a:t>
            </a:r>
            <a:endParaRPr b="0" lang="en-US" sz="2800" spc="-1" strike="noStrike">
              <a:solidFill>
                <a:schemeClr val="dk1">
                  <a:lumMod val="75000"/>
                  <a:lumOff val="25000"/>
                </a:schemeClr>
              </a:solidFill>
              <a:latin typeface="Century Gothic"/>
            </a:endParaRPr>
          </a:p>
        </p:txBody>
      </p:sp>
    </p:spTree>
  </p:cSld>
  <mc:AlternateContent>
    <mc:Choice Requires="p14">
      <p:transition spd="slow" p14:dur="2000"/>
    </mc:Choice>
    <mc:Fallback>
      <p:transition spd="slow"/>
    </mc:Fallback>
  </mc:AlternateContent>
</p:sld>
</file>

<file path=ppt/slides/slide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1" name="PlaceHolder 1"/>
          <p:cNvSpPr>
            <a:spLocks noGrp="1"/>
          </p:cNvSpPr>
          <p:nvPr>
            <p:ph type="title"/>
          </p:nvPr>
        </p:nvSpPr>
        <p:spPr>
          <a:xfrm>
            <a:off x="1311480" y="0"/>
            <a:ext cx="8911440" cy="1280520"/>
          </a:xfrm>
          <a:prstGeom prst="rect">
            <a:avLst/>
          </a:prstGeom>
          <a:noFill/>
          <a:ln w="0">
            <a:noFill/>
          </a:ln>
        </p:spPr>
        <p:txBody>
          <a:bodyPr lIns="91440" rIns="91440" tIns="45720" bIns="45720" anchor="t">
            <a:noAutofit/>
          </a:bodyPr>
          <a:p>
            <a:pPr indent="0" defTabSz="457200">
              <a:lnSpc>
                <a:spcPct val="100000"/>
              </a:lnSpc>
              <a:buNone/>
            </a:pPr>
            <a:r>
              <a:rPr b="1" lang="en-GB" sz="3600" spc="-1" strike="noStrike">
                <a:solidFill>
                  <a:schemeClr val="dk1">
                    <a:lumMod val="85000"/>
                    <a:lumOff val="15000"/>
                  </a:schemeClr>
                </a:solidFill>
                <a:latin typeface="Century Gothic"/>
              </a:rPr>
              <a:t>Feedback</a:t>
            </a:r>
            <a:endParaRPr b="0" lang="en-US" sz="3600" spc="-1" strike="noStrike">
              <a:solidFill>
                <a:schemeClr val="dk1"/>
              </a:solidFill>
              <a:latin typeface="Century Gothic"/>
            </a:endParaRPr>
          </a:p>
        </p:txBody>
      </p:sp>
      <p:pic>
        <p:nvPicPr>
          <p:cNvPr id="872" name="Picture 4" descr=""/>
          <p:cNvPicPr/>
          <p:nvPr/>
        </p:nvPicPr>
        <p:blipFill>
          <a:blip r:embed="rId1"/>
          <a:stretch/>
        </p:blipFill>
        <p:spPr>
          <a:xfrm>
            <a:off x="7047000" y="1749600"/>
            <a:ext cx="4451760" cy="3358440"/>
          </a:xfrm>
          <a:prstGeom prst="rect">
            <a:avLst/>
          </a:prstGeom>
          <a:ln w="0">
            <a:noFill/>
          </a:ln>
        </p:spPr>
      </p:pic>
      <p:sp>
        <p:nvSpPr>
          <p:cNvPr id="873" name="TextBox 5"/>
          <p:cNvSpPr/>
          <p:nvPr/>
        </p:nvSpPr>
        <p:spPr>
          <a:xfrm rot="16200000">
            <a:off x="10247760" y="3170880"/>
            <a:ext cx="3358440" cy="516600"/>
          </a:xfrm>
          <a:prstGeom prst="rect">
            <a:avLst/>
          </a:prstGeom>
          <a:solidFill>
            <a:srgbClr val="00b0f0"/>
          </a:solidFill>
          <a:ln w="0">
            <a:noFill/>
          </a:ln>
        </p:spPr>
        <p:style>
          <a:lnRef idx="0"/>
          <a:fillRef idx="0"/>
          <a:effectRef idx="0"/>
          <a:fontRef idx="minor"/>
        </p:style>
        <p:txBody>
          <a:bodyPr lIns="90000" rIns="90000" tIns="45000" bIns="45000" anchor="t">
            <a:spAutoFit/>
          </a:bodyPr>
          <a:p>
            <a:pPr algn="ctr" defTabSz="914400">
              <a:lnSpc>
                <a:spcPct val="100000"/>
              </a:lnSpc>
            </a:pPr>
            <a:r>
              <a:rPr b="1" lang="en-GB" sz="2800" spc="-1" strike="noStrike">
                <a:solidFill>
                  <a:schemeClr val="accent2">
                    <a:lumMod val="20000"/>
                    <a:lumOff val="80000"/>
                  </a:schemeClr>
                </a:solidFill>
                <a:latin typeface="Tw Cen MT"/>
              </a:rPr>
              <a:t>feedback</a:t>
            </a:r>
            <a:endParaRPr b="0" lang="en-US" sz="2800" spc="-1" strike="noStrike">
              <a:solidFill>
                <a:srgbClr val="ffffff"/>
              </a:solidFill>
              <a:latin typeface="Arial"/>
            </a:endParaRPr>
          </a:p>
        </p:txBody>
      </p:sp>
      <p:sp>
        <p:nvSpPr>
          <p:cNvPr id="874" name="PlaceHolder 2"/>
          <p:cNvSpPr>
            <a:spLocks noGrp="1"/>
          </p:cNvSpPr>
          <p:nvPr>
            <p:ph type="dt" idx="60"/>
          </p:nvPr>
        </p:nvSpPr>
        <p:spPr>
          <a:xfrm>
            <a:off x="198720" y="6487560"/>
            <a:ext cx="2067120" cy="370080"/>
          </a:xfrm>
          <a:prstGeom prst="rect">
            <a:avLst/>
          </a:prstGeom>
          <a:noFill/>
          <a:ln w="0">
            <a:noFill/>
          </a:ln>
        </p:spPr>
        <p:txBody>
          <a:bodyPr lIns="91440" rIns="91440" tIns="45720" bIns="45720" anchor="ctr">
            <a:noAutofit/>
          </a:bodyPr>
          <a:p>
            <a:pPr indent="0">
              <a:buNone/>
            </a:pPr>
            <a:endParaRPr b="0" lang="en-US" sz="900" spc="-1" strike="noStrike">
              <a:solidFill>
                <a:schemeClr val="dk1">
                  <a:tint val="75000"/>
                </a:schemeClr>
              </a:solidFill>
              <a:latin typeface="Century Gothic"/>
            </a:endParaRPr>
          </a:p>
        </p:txBody>
      </p:sp>
      <p:sp>
        <p:nvSpPr>
          <p:cNvPr id="4" name="PlaceHolder 3"/>
          <p:cNvSpPr>
            <a:spLocks noGrp="1"/>
          </p:cNvSpPr>
          <p:nvPr>
            <p:ph type="sldNum" idx="32"/>
          </p:nvPr>
        </p:nvSpPr>
        <p:spPr/>
        <p:txBody>
          <a:bodyPr/>
          <a:p>
            <a:fld id="{DB74ED42-B841-4B40-B4CF-45C4CC56140B}" type="slidenum">
              <a:t>75</a:t>
            </a:fld>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2.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3.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4.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5.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6.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7.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8.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9.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14.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15.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16.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17.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18.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19.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ppt/theme/theme20.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itchFamily="0" charset="1"/>
        <a:ea typeface=""/>
        <a:cs typeface=""/>
      </a:majorFont>
      <a:minorFont>
        <a:latin typeface="Century Gothic" pitchFamily="0" charset="1"/>
        <a:ea typeface=""/>
        <a:cs typeface=""/>
      </a:minorFont>
    </a:fontScheme>
    <a:fmtScheme>
      <a:fillStyleLst>
        <a:solidFill>
          <a:schemeClr val="phClr"/>
        </a:solidFill>
        <a:solidFill>
          <a:schemeClr val="phClr">
            <a:tint val="70000"/>
            <a:lumMod val="104000"/>
          </a:schemeClr>
        </a:solidFill>
        <a:gradFill>
          <a:gsLst>
            <a:gs pos="0">
              <a:schemeClr val="phClr">
                <a:tint val="96000"/>
                <a:lumMod val="104000"/>
              </a:schemeClr>
            </a:gs>
            <a:gs pos="100000">
              <a:schemeClr val="phClr">
                <a:shade val="98000"/>
                <a:lumMod val="94000"/>
              </a:schemeClr>
            </a:gs>
          </a:gsLst>
          <a:lin ang="5400000" scaled="0"/>
          <a:tileRect l="0" t="0" r="0" b="0"/>
        </a:gradFill>
      </a:fillStyleLst>
      <a:lnStyleLst>
        <a:ln w="9525" cap="rnd" cmpd="sng" algn="ctr">
          <a:prstDash val="solid"/>
        </a:ln>
        <a:ln w="15875" cap="rnd" cmpd="sng" algn="ctr">
          <a:prstDash val="solid"/>
        </a:ln>
        <a:ln w="22225"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20000"/>
              </a:schemeClr>
            </a:gs>
            <a:gs pos="100000">
              <a:schemeClr val="phClr">
                <a:shade val="98000"/>
                <a:lumMod val="98000"/>
              </a:schemeClr>
            </a:gs>
          </a:gsLst>
          <a:lin ang="5400000" scaled="0"/>
          <a:tileRect l="0" t="0" r="0" b="0"/>
        </a:gradFill>
        <a:gradFill>
          <a:gsLst>
            <a:gs pos="0">
              <a:schemeClr val="phClr">
                <a:tint val="90000"/>
                <a:lumMod val="120000"/>
              </a:schemeClr>
            </a:gs>
            <a:gs pos="100000">
              <a:schemeClr val="phClr">
                <a:shade val="98000"/>
                <a:lumMod val="98000"/>
              </a:schemeClr>
            </a:gs>
          </a:gsLst>
          <a:path path="circle">
            <a:fillToRect l="50000" t="50000" r="100000" b="10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TM02892315[[fn=Wisp]]</Template>
  <TotalTime>74</TotalTime>
  <Application>LibreOffice/24.2.7.2$Linux_X86_64 LibreOffice_project/420$Build-2</Application>
  <AppVersion>15.0000</AppVersion>
  <Words>18003</Words>
  <Paragraphs>751</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2018-09-25T15:18:00Z</dcterms:created>
  <dc:creator>Muthomi</dc:creator>
  <dc:description/>
  <dc:language>en-US</dc:language>
  <cp:lastModifiedBy/>
  <cp:lastPrinted>2024-06-07T15:23:00Z</cp:lastPrinted>
  <dcterms:modified xsi:type="dcterms:W3CDTF">2025-04-13T21:46:09Z</dcterms:modified>
  <cp:revision>138</cp:revision>
  <dc:subject/>
  <dc:title>BAR 303: THEORY AND DESIGN OF STRUCTURES 3</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62DE11D2DBEC47AFB7E79413A162C57E_12</vt:lpwstr>
  </property>
  <property fmtid="{D5CDD505-2E9C-101B-9397-08002B2CF9AE}" pid="3" name="KSOProductBuildVer">
    <vt:lpwstr>1033-12.2.0.20326</vt:lpwstr>
  </property>
  <property fmtid="{D5CDD505-2E9C-101B-9397-08002B2CF9AE}" pid="4" name="Notes">
    <vt:i4>9</vt:i4>
  </property>
  <property fmtid="{D5CDD505-2E9C-101B-9397-08002B2CF9AE}" pid="5" name="PresentationFormat">
    <vt:lpwstr>Widescreen</vt:lpwstr>
  </property>
  <property fmtid="{D5CDD505-2E9C-101B-9397-08002B2CF9AE}" pid="6" name="Slides">
    <vt:i4>75</vt:i4>
  </property>
</Properties>
</file>