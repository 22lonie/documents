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png" ContentType="image/png"/>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Lst>
  <p:sldIdLst>
    <p:sldId id="256" r:id="rId19"/>
    <p:sldId id="257" r:id="rId20"/>
    <p:sldId id="258" r:id="rId21"/>
    <p:sldId id="259" r:id="rId22"/>
    <p:sldId id="260" r:id="rId23"/>
    <p:sldId id="261" r:id="rId24"/>
    <p:sldId id="262" r:id="rId25"/>
    <p:sldId id="263" r:id="rId26"/>
    <p:sldId id="264" r:id="rId27"/>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33" name="PlaceHolder 1"/>
          <p:cNvSpPr>
            <a:spLocks noGrp="1"/>
          </p:cNvSpPr>
          <p:nvPr>
            <p:ph type="title"/>
          </p:nvPr>
        </p:nvSpPr>
        <p:spPr>
          <a:xfrm>
            <a:off x="2589120" y="2514600"/>
            <a:ext cx="8915040" cy="2262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C833512-AC89-4E20-9539-3F1EE6C4EA87}"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A3A5BA8-A6CD-4D8E-A81F-04D0427BC1A4}"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8B454126-C727-41A6-84F0-90DA3274BE4C}"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770129C0-DA48-43DA-8A76-740BA6527F16}"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0D04DA7B-6057-43B6-A083-DE5FE6D0543C}"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60A1B473-6FBB-4AA1-BCC6-5858CCEA1D83}"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B8C8755A-B2FF-4150-A2DD-EBE63260FECF}"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5AE5BCE6-B536-4FCC-B187-824DE986E6AE}"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and Content">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7F23F13F-4E42-44D5-94C6-56FDAA5B6C2A}"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338" name="PlaceHolder 1"/>
          <p:cNvSpPr>
            <a:spLocks noGrp="1"/>
          </p:cNvSpPr>
          <p:nvPr>
            <p:ph type="title"/>
          </p:nvPr>
        </p:nvSpPr>
        <p:spPr>
          <a:xfrm>
            <a:off x="2589120" y="2514600"/>
            <a:ext cx="8915040" cy="2262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3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141E9ABE-054D-4964-8ABC-43C5966D9A6E}"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104BE55D-B58B-40F2-B689-765B2CC47C9A}"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07" name="PlaceHolder 1"/>
          <p:cNvSpPr>
            <a:spLocks noGrp="1"/>
          </p:cNvSpPr>
          <p:nvPr>
            <p:ph type="title"/>
          </p:nvPr>
        </p:nvSpPr>
        <p:spPr>
          <a:xfrm>
            <a:off x="2589120" y="2514600"/>
            <a:ext cx="8915040" cy="2262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40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40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5" name="PlaceHolder 4"/>
          <p:cNvSpPr>
            <a:spLocks noGrp="1"/>
          </p:cNvSpPr>
          <p:nvPr>
            <p:ph type="ftr" idx="34"/>
          </p:nvPr>
        </p:nvSpPr>
        <p:spPr/>
        <p:txBody>
          <a:bodyPr/>
          <a:p>
            <a:r>
              <a:t>Footer</a:t>
            </a:r>
          </a:p>
        </p:txBody>
      </p:sp>
      <p:sp>
        <p:nvSpPr>
          <p:cNvPr id="6" name="PlaceHolder 5"/>
          <p:cNvSpPr>
            <a:spLocks noGrp="1"/>
          </p:cNvSpPr>
          <p:nvPr>
            <p:ph type="sldNum" idx="35"/>
          </p:nvPr>
        </p:nvSpPr>
        <p:spPr/>
        <p:txBody>
          <a:bodyPr/>
          <a:p>
            <a:fld id="{BF073D80-E4F9-4FC1-87D6-552D775F61D5}" type="slidenum">
              <a:t>&lt;#&gt;</a:t>
            </a:fld>
          </a:p>
        </p:txBody>
      </p:sp>
      <p:sp>
        <p:nvSpPr>
          <p:cNvPr id="7" name="PlaceHolder 6"/>
          <p:cNvSpPr>
            <a:spLocks noGrp="1"/>
          </p:cNvSpPr>
          <p:nvPr>
            <p:ph type="dt" idx="3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B133F208-565A-4A69-8B52-FDBBD2D0DFD2}" type="slidenum">
              <a:t>&lt;#&gt;</a:t>
            </a:fld>
          </a:p>
        </p:txBody>
      </p:sp>
      <p:sp>
        <p:nvSpPr>
          <p:cNvPr id="4" name="PlaceHolder 3"/>
          <p:cNvSpPr>
            <a:spLocks noGrp="1"/>
          </p:cNvSpPr>
          <p:nvPr>
            <p:ph type="dt" idx="3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8" name="PlaceHolder 1"/>
          <p:cNvSpPr>
            <a:spLocks noGrp="1"/>
          </p:cNvSpPr>
          <p:nvPr>
            <p:ph type="title"/>
          </p:nvPr>
        </p:nvSpPr>
        <p:spPr>
          <a:xfrm>
            <a:off x="2589120" y="2514600"/>
            <a:ext cx="8915040" cy="22626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 name="PlaceHolder 2"/>
          <p:cNvSpPr>
            <a:spLocks noGrp="1"/>
          </p:cNvSpPr>
          <p:nvPr>
            <p:ph type="ftr" idx="40"/>
          </p:nvPr>
        </p:nvSpPr>
        <p:spPr/>
        <p:txBody>
          <a:bodyPr/>
          <a:p>
            <a:r>
              <a:t>Footer</a:t>
            </a:r>
          </a:p>
        </p:txBody>
      </p:sp>
      <p:sp>
        <p:nvSpPr>
          <p:cNvPr id="4" name="PlaceHolder 3"/>
          <p:cNvSpPr>
            <a:spLocks noGrp="1"/>
          </p:cNvSpPr>
          <p:nvPr>
            <p:ph type="sldNum" idx="41"/>
          </p:nvPr>
        </p:nvSpPr>
        <p:spPr/>
        <p:txBody>
          <a:bodyPr/>
          <a:p>
            <a:fld id="{2F295C69-BA31-44CA-8E7A-62A497A4A3F5}" type="slidenum">
              <a:t>&lt;#&gt;</a:t>
            </a:fld>
          </a:p>
        </p:txBody>
      </p:sp>
      <p:sp>
        <p:nvSpPr>
          <p:cNvPr id="5" name="PlaceHolder 4"/>
          <p:cNvSpPr>
            <a:spLocks noGrp="1"/>
          </p:cNvSpPr>
          <p:nvPr>
            <p:ph type="dt" idx="39"/>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p>
            <a:r>
              <a:t>Footer</a:t>
            </a:r>
          </a:p>
        </p:txBody>
      </p:sp>
      <p:sp>
        <p:nvSpPr>
          <p:cNvPr id="3" name="PlaceHolder 2"/>
          <p:cNvSpPr>
            <a:spLocks noGrp="1"/>
          </p:cNvSpPr>
          <p:nvPr>
            <p:ph type="sldNum" idx="44"/>
          </p:nvPr>
        </p:nvSpPr>
        <p:spPr/>
        <p:txBody>
          <a:bodyPr/>
          <a:p>
            <a:fld id="{70184074-FA7F-42F3-8ABA-AD1AE2F05D32}" type="slidenum">
              <a:t>&lt;#&gt;</a:t>
            </a:fld>
          </a:p>
        </p:txBody>
      </p:sp>
      <p:sp>
        <p:nvSpPr>
          <p:cNvPr id="4" name="PlaceHolder 3"/>
          <p:cNvSpPr>
            <a:spLocks noGrp="1"/>
          </p:cNvSpPr>
          <p:nvPr>
            <p:ph type="dt" idx="42"/>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B624C929-1FBB-48EC-AAFC-FB5F537D5515}" type="slidenum">
              <a:t>&lt;#&gt;</a:t>
            </a:fld>
          </a:p>
        </p:txBody>
      </p:sp>
      <p:sp>
        <p:nvSpPr>
          <p:cNvPr id="4" name="PlaceHolder 3"/>
          <p:cNvSpPr>
            <a:spLocks noGrp="1"/>
          </p:cNvSpPr>
          <p:nvPr>
            <p:ph type="dt" idx="45"/>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67C18B53-3D82-43BD-853B-4FF1DC7C91FF}" type="slidenum">
              <a:t>&lt;#&gt;</a:t>
            </a:fld>
          </a:p>
        </p:txBody>
      </p:sp>
      <p:sp>
        <p:nvSpPr>
          <p:cNvPr id="4" name="PlaceHolder 3"/>
          <p:cNvSpPr>
            <a:spLocks noGrp="1"/>
          </p:cNvSpPr>
          <p:nvPr>
            <p:ph type="dt" idx="48"/>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0" name="Group 22"/>
          <p:cNvGrpSpPr/>
          <p:nvPr/>
        </p:nvGrpSpPr>
        <p:grpSpPr>
          <a:xfrm>
            <a:off x="0" y="228600"/>
            <a:ext cx="2851200" cy="6638400"/>
            <a:chOff x="0" y="228600"/>
            <a:chExt cx="2851200" cy="6638400"/>
          </a:xfrm>
        </p:grpSpPr>
        <p:sp>
          <p:nvSpPr>
            <p:cNvPr id="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 name="Group 9"/>
          <p:cNvGrpSpPr/>
          <p:nvPr/>
        </p:nvGrpSpPr>
        <p:grpSpPr>
          <a:xfrm>
            <a:off x="27360" y="-720"/>
            <a:ext cx="2356200" cy="6853680"/>
            <a:chOff x="27360" y="-720"/>
            <a:chExt cx="2356200" cy="6853680"/>
          </a:xfrm>
        </p:grpSpPr>
        <p:sp>
          <p:nvSpPr>
            <p:cNvPr id="1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7" name="PlaceHolder 1"/>
          <p:cNvSpPr>
            <a:spLocks noGrp="1"/>
          </p:cNvSpPr>
          <p:nvPr>
            <p:ph type="title"/>
          </p:nvPr>
        </p:nvSpPr>
        <p:spPr>
          <a:xfrm>
            <a:off x="2589120" y="2514600"/>
            <a:ext cx="8915040" cy="2262600"/>
          </a:xfrm>
          <a:prstGeom prst="rect">
            <a:avLst/>
          </a:prstGeom>
          <a:noFill/>
          <a:ln w="0">
            <a:noFill/>
          </a:ln>
        </p:spPr>
        <p:txBody>
          <a:bodyPr lIns="91440" rIns="91440" tIns="45720" bIns="45720" anchor="b">
            <a:normAutofit/>
          </a:bodyPr>
          <a:p>
            <a:pPr indent="0" defTabSz="457200">
              <a:lnSpc>
                <a:spcPct val="100000"/>
              </a:lnSpc>
              <a:buNone/>
            </a:pPr>
            <a:r>
              <a:rPr b="0" lang="en-US" sz="5400" spc="-1" strike="noStrike">
                <a:solidFill>
                  <a:schemeClr val="dk1">
                    <a:lumMod val="85000"/>
                    <a:lumOff val="15000"/>
                  </a:schemeClr>
                </a:solidFill>
                <a:latin typeface="Century Gothic"/>
              </a:rPr>
              <a:t>Click to edit Master title style</a:t>
            </a:r>
            <a:endParaRPr b="0" lang="en-US" sz="5400" spc="-1" strike="noStrike">
              <a:solidFill>
                <a:schemeClr val="dk1"/>
              </a:solidFill>
              <a:latin typeface="Century Gothic"/>
            </a:endParaRPr>
          </a:p>
        </p:txBody>
      </p:sp>
      <p:sp>
        <p:nvSpPr>
          <p:cNvPr id="28" name="PlaceHolder 2"/>
          <p:cNvSpPr>
            <a:spLocks noGrp="1"/>
          </p:cNvSpPr>
          <p:nvPr>
            <p:ph type="dt" idx="1"/>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9" name="PlaceHolder 3"/>
          <p:cNvSpPr>
            <a:spLocks noGrp="1"/>
          </p:cNvSpPr>
          <p:nvPr>
            <p:ph type="ftr" idx="2"/>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0" name="Freeform 6"/>
          <p:cNvSpPr/>
          <p:nvPr/>
        </p:nvSpPr>
        <p:spPr>
          <a:xfrm>
            <a:off x="0" y="4323960"/>
            <a:ext cx="1744200" cy="778320"/>
          </a:xfrm>
          <a:custGeom>
            <a:avLst/>
            <a:gdLst>
              <a:gd name="textAreaLeft" fmla="*/ 0 w 1744200"/>
              <a:gd name="textAreaRight" fmla="*/ 1744560 w 1744200"/>
              <a:gd name="textAreaTop" fmla="*/ 0 h 778320"/>
              <a:gd name="textAreaBottom" fmla="*/ 778680 h 778320"/>
            </a:gdLst>
            <a:ahLst/>
            <a:rect l="textAreaLeft" t="textAreaTop" r="textAreaRight" b="textAreaBottom"/>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 name="PlaceHolder 4"/>
          <p:cNvSpPr>
            <a:spLocks noGrp="1"/>
          </p:cNvSpPr>
          <p:nvPr>
            <p:ph type="sldNum" idx="3"/>
          </p:nvPr>
        </p:nvSpPr>
        <p:spPr>
          <a:xfrm>
            <a:off x="531720" y="45295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3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Click to edit the outline text format</a:t>
            </a:r>
            <a:endParaRPr b="0" lang="en-US" sz="1800" spc="-1" strike="noStrike">
              <a:solidFill>
                <a:schemeClr val="dk1">
                  <a:lumMod val="75000"/>
                  <a:lumOff val="25000"/>
                </a:schemeClr>
              </a:solidFill>
              <a:latin typeface="Century Gothic"/>
            </a:endParaRPr>
          </a:p>
          <a:p>
            <a:pPr lvl="1" marL="864000" indent="-324000">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Century Gothic"/>
              </a:rPr>
              <a:t>Second Outline Level</a:t>
            </a:r>
            <a:endParaRPr b="0" lang="en-US" sz="1400" spc="-1" strike="noStrike">
              <a:solidFill>
                <a:schemeClr val="dk1">
                  <a:lumMod val="75000"/>
                  <a:lumOff val="25000"/>
                </a:schemeClr>
              </a:solidFill>
              <a:latin typeface="Century Gothic"/>
            </a:endParaRPr>
          </a:p>
          <a:p>
            <a:pPr lvl="2" marL="1296000" indent="-288000">
              <a:spcBef>
                <a:spcPts val="850"/>
              </a:spcBef>
              <a:buClr>
                <a:srgbClr val="000000"/>
              </a:buClr>
              <a:buSzPct val="45000"/>
              <a:buFont typeface="Wingdings" charset="2"/>
              <a:buChar char=""/>
            </a:pPr>
            <a:r>
              <a:rPr b="0" lang="en-US" sz="1200" spc="-1" strike="noStrike">
                <a:solidFill>
                  <a:schemeClr val="dk1">
                    <a:lumMod val="75000"/>
                    <a:lumOff val="25000"/>
                  </a:schemeClr>
                </a:solidFill>
                <a:latin typeface="Century Gothic"/>
              </a:rPr>
              <a:t>Third Outline Level</a:t>
            </a:r>
            <a:endParaRPr b="0" lang="en-US" sz="1200" spc="-1" strike="noStrike">
              <a:solidFill>
                <a:schemeClr val="dk1">
                  <a:lumMod val="75000"/>
                  <a:lumOff val="25000"/>
                </a:schemeClr>
              </a:solidFill>
              <a:latin typeface="Century Gothic"/>
            </a:endParaRPr>
          </a:p>
          <a:p>
            <a:pPr lvl="3" marL="1728000" indent="-216000">
              <a:spcBef>
                <a:spcPts val="567"/>
              </a:spcBef>
              <a:buClr>
                <a:srgbClr val="000000"/>
              </a:buClr>
              <a:buSzPct val="75000"/>
              <a:buFont typeface="Symbol" charset="2"/>
              <a:buChar char=""/>
            </a:pPr>
            <a:r>
              <a:rPr b="0" lang="en-US" sz="1200" spc="-1" strike="noStrike">
                <a:solidFill>
                  <a:schemeClr val="dk1">
                    <a:lumMod val="75000"/>
                    <a:lumOff val="25000"/>
                  </a:schemeClr>
                </a:solidFill>
                <a:latin typeface="Century Gothic"/>
              </a:rPr>
              <a:t>Fourth Outline Level</a:t>
            </a:r>
            <a:endParaRPr b="0" lang="en-US" sz="1200" spc="-1" strike="noStrike">
              <a:solidFill>
                <a:schemeClr val="dk1">
                  <a:lumMod val="75000"/>
                  <a:lumOff val="25000"/>
                </a:schemeClr>
              </a:solidFill>
              <a:latin typeface="Century Gothic"/>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Fifth Outline Level</a:t>
            </a:r>
            <a:endParaRPr b="0" lang="en-US" sz="2000" spc="-1" strike="noStrike">
              <a:solidFill>
                <a:schemeClr val="dk1">
                  <a:lumMod val="75000"/>
                  <a:lumOff val="25000"/>
                </a:schemeClr>
              </a:solidFill>
              <a:latin typeface="Century Gothic"/>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Sixth Outline Level</a:t>
            </a:r>
            <a:endParaRPr b="0" lang="en-US" sz="2000" spc="-1" strike="noStrike">
              <a:solidFill>
                <a:schemeClr val="dk1">
                  <a:lumMod val="75000"/>
                  <a:lumOff val="25000"/>
                </a:schemeClr>
              </a:solidFill>
              <a:latin typeface="Century Gothic"/>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Seventh Outline Level</a:t>
            </a:r>
            <a:endParaRPr b="0" lang="en-US" sz="2000" spc="-1" strike="noStrike">
              <a:solidFill>
                <a:schemeClr val="dk1">
                  <a:lumMod val="75000"/>
                  <a:lumOff val="25000"/>
                </a:schemeClr>
              </a:solidFill>
              <a:latin typeface="Century Gothic"/>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5" name="Group 22"/>
          <p:cNvGrpSpPr/>
          <p:nvPr/>
        </p:nvGrpSpPr>
        <p:grpSpPr>
          <a:xfrm>
            <a:off x="0" y="228600"/>
            <a:ext cx="2851200" cy="6638400"/>
            <a:chOff x="0" y="228600"/>
            <a:chExt cx="2851200" cy="6638400"/>
          </a:xfrm>
        </p:grpSpPr>
        <p:sp>
          <p:nvSpPr>
            <p:cNvPr id="36"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8" name="Group 9"/>
          <p:cNvGrpSpPr/>
          <p:nvPr/>
        </p:nvGrpSpPr>
        <p:grpSpPr>
          <a:xfrm>
            <a:off x="27360" y="-720"/>
            <a:ext cx="2356200" cy="6853680"/>
            <a:chOff x="27360" y="-720"/>
            <a:chExt cx="2356200" cy="6853680"/>
          </a:xfrm>
        </p:grpSpPr>
        <p:sp>
          <p:nvSpPr>
            <p:cNvPr id="49"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1"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2" name="PlaceHolder 1"/>
          <p:cNvSpPr>
            <a:spLocks noGrp="1"/>
          </p:cNvSpPr>
          <p:nvPr>
            <p:ph type="title"/>
          </p:nvPr>
        </p:nvSpPr>
        <p:spPr>
          <a:xfrm>
            <a:off x="2589120" y="609480"/>
            <a:ext cx="8915040" cy="31165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63" name="PlaceHolder 2"/>
          <p:cNvSpPr>
            <a:spLocks noGrp="1"/>
          </p:cNvSpPr>
          <p:nvPr>
            <p:ph type="body"/>
          </p:nvPr>
        </p:nvSpPr>
        <p:spPr>
          <a:xfrm>
            <a:off x="2589120" y="4354200"/>
            <a:ext cx="8915040" cy="15555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64" name="PlaceHolder 3"/>
          <p:cNvSpPr>
            <a:spLocks noGrp="1"/>
          </p:cNvSpPr>
          <p:nvPr>
            <p:ph type="dt" idx="4"/>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5" name="PlaceHolder 4"/>
          <p:cNvSpPr>
            <a:spLocks noGrp="1"/>
          </p:cNvSpPr>
          <p:nvPr>
            <p:ph type="ftr" idx="5"/>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 name="PlaceHolder 5"/>
          <p:cNvSpPr>
            <a:spLocks noGrp="1"/>
          </p:cNvSpPr>
          <p:nvPr>
            <p:ph type="sldNum" idx="6"/>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8" name="Group 22"/>
          <p:cNvGrpSpPr/>
          <p:nvPr/>
        </p:nvGrpSpPr>
        <p:grpSpPr>
          <a:xfrm>
            <a:off x="0" y="228600"/>
            <a:ext cx="2851200" cy="6638400"/>
            <a:chOff x="0" y="228600"/>
            <a:chExt cx="2851200" cy="6638400"/>
          </a:xfrm>
        </p:grpSpPr>
        <p:sp>
          <p:nvSpPr>
            <p:cNvPr id="69"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1"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3"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4"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5"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6"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81" name="Group 9"/>
          <p:cNvGrpSpPr/>
          <p:nvPr/>
        </p:nvGrpSpPr>
        <p:grpSpPr>
          <a:xfrm>
            <a:off x="27360" y="-720"/>
            <a:ext cx="2356200" cy="6853680"/>
            <a:chOff x="27360" y="-720"/>
            <a:chExt cx="2356200" cy="6853680"/>
          </a:xfrm>
        </p:grpSpPr>
        <p:sp>
          <p:nvSpPr>
            <p:cNvPr id="82"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4"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5"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6"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7"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0"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1"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94"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5" name="PlaceHolder 1"/>
          <p:cNvSpPr>
            <a:spLocks noGrp="1"/>
          </p:cNvSpPr>
          <p:nvPr>
            <p:ph type="title"/>
          </p:nvPr>
        </p:nvSpPr>
        <p:spPr>
          <a:xfrm>
            <a:off x="2850120" y="609480"/>
            <a:ext cx="8393400" cy="28951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96" name="PlaceHolder 2"/>
          <p:cNvSpPr>
            <a:spLocks noGrp="1"/>
          </p:cNvSpPr>
          <p:nvPr>
            <p:ph type="body"/>
          </p:nvPr>
        </p:nvSpPr>
        <p:spPr>
          <a:xfrm>
            <a:off x="3274920" y="3505320"/>
            <a:ext cx="7536240" cy="38052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b="0" lang="en-US" sz="1600" spc="-1" strike="noStrike">
                <a:solidFill>
                  <a:schemeClr val="dk1">
                    <a:lumMod val="50000"/>
                    <a:lumOff val="50000"/>
                  </a:schemeClr>
                </a:solidFill>
                <a:latin typeface="Century Gothic"/>
              </a:rPr>
              <a:t>Edit Master text styles</a:t>
            </a:r>
            <a:endParaRPr b="0" lang="en-US" sz="1600" spc="-1" strike="noStrike">
              <a:solidFill>
                <a:schemeClr val="dk1">
                  <a:lumMod val="75000"/>
                  <a:lumOff val="25000"/>
                </a:schemeClr>
              </a:solidFill>
              <a:latin typeface="Century Gothic"/>
            </a:endParaRPr>
          </a:p>
        </p:txBody>
      </p:sp>
      <p:sp>
        <p:nvSpPr>
          <p:cNvPr id="97" name="PlaceHolder 3"/>
          <p:cNvSpPr>
            <a:spLocks noGrp="1"/>
          </p:cNvSpPr>
          <p:nvPr>
            <p:ph type="body"/>
          </p:nvPr>
        </p:nvSpPr>
        <p:spPr>
          <a:xfrm>
            <a:off x="2589120" y="4354200"/>
            <a:ext cx="8915040" cy="15555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98" name="PlaceHolder 4"/>
          <p:cNvSpPr>
            <a:spLocks noGrp="1"/>
          </p:cNvSpPr>
          <p:nvPr>
            <p:ph type="dt" idx="7"/>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9" name="PlaceHolder 5"/>
          <p:cNvSpPr>
            <a:spLocks noGrp="1"/>
          </p:cNvSpPr>
          <p:nvPr>
            <p:ph type="ftr" idx="8"/>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0"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1" name="PlaceHolder 6"/>
          <p:cNvSpPr>
            <a:spLocks noGrp="1"/>
          </p:cNvSpPr>
          <p:nvPr>
            <p:ph type="sldNum" idx="9"/>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102" name="TextBox 13"/>
          <p:cNvSpPr/>
          <p:nvPr/>
        </p:nvSpPr>
        <p:spPr>
          <a:xfrm>
            <a:off x="2467800" y="6480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
        <p:nvSpPr>
          <p:cNvPr id="103" name="TextBox 14"/>
          <p:cNvSpPr/>
          <p:nvPr/>
        </p:nvSpPr>
        <p:spPr>
          <a:xfrm>
            <a:off x="11115000" y="29052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04" name="Group 22"/>
          <p:cNvGrpSpPr/>
          <p:nvPr/>
        </p:nvGrpSpPr>
        <p:grpSpPr>
          <a:xfrm>
            <a:off x="0" y="228600"/>
            <a:ext cx="2851200" cy="6638400"/>
            <a:chOff x="0" y="228600"/>
            <a:chExt cx="2851200" cy="6638400"/>
          </a:xfrm>
        </p:grpSpPr>
        <p:sp>
          <p:nvSpPr>
            <p:cNvPr id="105"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6"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7"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8"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9"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0"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1"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2"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3"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5"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6"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17" name="Group 9"/>
          <p:cNvGrpSpPr/>
          <p:nvPr/>
        </p:nvGrpSpPr>
        <p:grpSpPr>
          <a:xfrm>
            <a:off x="27360" y="-720"/>
            <a:ext cx="2356200" cy="6853680"/>
            <a:chOff x="27360" y="-720"/>
            <a:chExt cx="2356200" cy="6853680"/>
          </a:xfrm>
        </p:grpSpPr>
        <p:sp>
          <p:nvSpPr>
            <p:cNvPr id="118"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9"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2"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3"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4"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5"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6"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7"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9"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30"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31" name="PlaceHolder 1"/>
          <p:cNvSpPr>
            <a:spLocks noGrp="1"/>
          </p:cNvSpPr>
          <p:nvPr>
            <p:ph type="title"/>
          </p:nvPr>
        </p:nvSpPr>
        <p:spPr>
          <a:xfrm>
            <a:off x="2589120" y="2438280"/>
            <a:ext cx="8915040" cy="2724480"/>
          </a:xfrm>
          <a:prstGeom prst="rect">
            <a:avLst/>
          </a:prstGeom>
          <a:noFill/>
          <a:ln w="0">
            <a:noFill/>
          </a:ln>
        </p:spPr>
        <p:txBody>
          <a:bodyPr lIns="91440" rIns="91440" tIns="45720" bIns="45720" anchor="b">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132" name="PlaceHolder 2"/>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133" name="PlaceHolder 3"/>
          <p:cNvSpPr>
            <a:spLocks noGrp="1"/>
          </p:cNvSpPr>
          <p:nvPr>
            <p:ph type="dt" idx="10"/>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4" name="PlaceHolder 4"/>
          <p:cNvSpPr>
            <a:spLocks noGrp="1"/>
          </p:cNvSpPr>
          <p:nvPr>
            <p:ph type="ftr" idx="11"/>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5"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6" name="PlaceHolder 5"/>
          <p:cNvSpPr>
            <a:spLocks noGrp="1"/>
          </p:cNvSpPr>
          <p:nvPr>
            <p:ph type="sldNum" idx="12"/>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37" name="Group 22"/>
          <p:cNvGrpSpPr/>
          <p:nvPr/>
        </p:nvGrpSpPr>
        <p:grpSpPr>
          <a:xfrm>
            <a:off x="0" y="228600"/>
            <a:ext cx="2851200" cy="6638400"/>
            <a:chOff x="0" y="228600"/>
            <a:chExt cx="2851200" cy="6638400"/>
          </a:xfrm>
        </p:grpSpPr>
        <p:sp>
          <p:nvSpPr>
            <p:cNvPr id="13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50" name="Group 9"/>
          <p:cNvGrpSpPr/>
          <p:nvPr/>
        </p:nvGrpSpPr>
        <p:grpSpPr>
          <a:xfrm>
            <a:off x="27360" y="-720"/>
            <a:ext cx="2356200" cy="6853680"/>
            <a:chOff x="27360" y="-720"/>
            <a:chExt cx="2356200" cy="6853680"/>
          </a:xfrm>
        </p:grpSpPr>
        <p:sp>
          <p:nvSpPr>
            <p:cNvPr id="151"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63"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64" name="PlaceHolder 1"/>
          <p:cNvSpPr>
            <a:spLocks noGrp="1"/>
          </p:cNvSpPr>
          <p:nvPr>
            <p:ph type="title"/>
          </p:nvPr>
        </p:nvSpPr>
        <p:spPr>
          <a:xfrm>
            <a:off x="2850120" y="609480"/>
            <a:ext cx="8393400" cy="28951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165" name="PlaceHolder 2"/>
          <p:cNvSpPr>
            <a:spLocks noGrp="1"/>
          </p:cNvSpPr>
          <p:nvPr>
            <p:ph type="body"/>
          </p:nvPr>
        </p:nvSpPr>
        <p:spPr>
          <a:xfrm>
            <a:off x="2589120" y="4343400"/>
            <a:ext cx="8915040" cy="837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accent1"/>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166" name="PlaceHolder 3"/>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167" name="PlaceHolder 4"/>
          <p:cNvSpPr>
            <a:spLocks noGrp="1"/>
          </p:cNvSpPr>
          <p:nvPr>
            <p:ph type="dt" idx="13"/>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68" name="PlaceHolder 5"/>
          <p:cNvSpPr>
            <a:spLocks noGrp="1"/>
          </p:cNvSpPr>
          <p:nvPr>
            <p:ph type="ftr" idx="14"/>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9"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0" name="PlaceHolder 6"/>
          <p:cNvSpPr>
            <a:spLocks noGrp="1"/>
          </p:cNvSpPr>
          <p:nvPr>
            <p:ph type="sldNum" idx="15"/>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171" name="TextBox 16"/>
          <p:cNvSpPr/>
          <p:nvPr/>
        </p:nvSpPr>
        <p:spPr>
          <a:xfrm>
            <a:off x="2467800" y="6480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
        <p:nvSpPr>
          <p:cNvPr id="172" name="TextBox 17"/>
          <p:cNvSpPr/>
          <p:nvPr/>
        </p:nvSpPr>
        <p:spPr>
          <a:xfrm>
            <a:off x="11115000" y="29052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73" name="Group 22"/>
          <p:cNvGrpSpPr/>
          <p:nvPr/>
        </p:nvGrpSpPr>
        <p:grpSpPr>
          <a:xfrm>
            <a:off x="0" y="228600"/>
            <a:ext cx="2851200" cy="6638400"/>
            <a:chOff x="0" y="228600"/>
            <a:chExt cx="2851200" cy="6638400"/>
          </a:xfrm>
        </p:grpSpPr>
        <p:sp>
          <p:nvSpPr>
            <p:cNvPr id="1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86" name="Group 9"/>
          <p:cNvGrpSpPr/>
          <p:nvPr/>
        </p:nvGrpSpPr>
        <p:grpSpPr>
          <a:xfrm>
            <a:off x="27360" y="-720"/>
            <a:ext cx="2356200" cy="6853680"/>
            <a:chOff x="27360" y="-720"/>
            <a:chExt cx="2356200" cy="6853680"/>
          </a:xfrm>
        </p:grpSpPr>
        <p:sp>
          <p:nvSpPr>
            <p:cNvPr id="18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00" name="PlaceHolder 1"/>
          <p:cNvSpPr>
            <a:spLocks noGrp="1"/>
          </p:cNvSpPr>
          <p:nvPr>
            <p:ph type="title"/>
          </p:nvPr>
        </p:nvSpPr>
        <p:spPr>
          <a:xfrm>
            <a:off x="2589120" y="627480"/>
            <a:ext cx="8915040" cy="287964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201" name="PlaceHolder 2"/>
          <p:cNvSpPr>
            <a:spLocks noGrp="1"/>
          </p:cNvSpPr>
          <p:nvPr>
            <p:ph type="body"/>
          </p:nvPr>
        </p:nvSpPr>
        <p:spPr>
          <a:xfrm>
            <a:off x="2589120" y="4343400"/>
            <a:ext cx="8915040" cy="837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accent1"/>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202" name="PlaceHolder 3"/>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203" name="PlaceHolder 4"/>
          <p:cNvSpPr>
            <a:spLocks noGrp="1"/>
          </p:cNvSpPr>
          <p:nvPr>
            <p:ph type="dt" idx="16"/>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04" name="PlaceHolder 5"/>
          <p:cNvSpPr>
            <a:spLocks noGrp="1"/>
          </p:cNvSpPr>
          <p:nvPr>
            <p:ph type="ftr" idx="17"/>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5"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6" name="PlaceHolder 6"/>
          <p:cNvSpPr>
            <a:spLocks noGrp="1"/>
          </p:cNvSpPr>
          <p:nvPr>
            <p:ph type="sldNum" idx="18"/>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07" name="Group 22"/>
          <p:cNvGrpSpPr/>
          <p:nvPr/>
        </p:nvGrpSpPr>
        <p:grpSpPr>
          <a:xfrm>
            <a:off x="0" y="228600"/>
            <a:ext cx="2851200" cy="6638400"/>
            <a:chOff x="0" y="228600"/>
            <a:chExt cx="2851200" cy="6638400"/>
          </a:xfrm>
        </p:grpSpPr>
        <p:sp>
          <p:nvSpPr>
            <p:cNvPr id="20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20" name="Group 9"/>
          <p:cNvGrpSpPr/>
          <p:nvPr/>
        </p:nvGrpSpPr>
        <p:grpSpPr>
          <a:xfrm>
            <a:off x="27360" y="-720"/>
            <a:ext cx="2356200" cy="6853680"/>
            <a:chOff x="27360" y="-720"/>
            <a:chExt cx="2356200" cy="6853680"/>
          </a:xfrm>
        </p:grpSpPr>
        <p:sp>
          <p:nvSpPr>
            <p:cNvPr id="221"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33"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34"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235" name="PlaceHolder 2"/>
          <p:cNvSpPr>
            <a:spLocks noGrp="1"/>
          </p:cNvSpPr>
          <p:nvPr>
            <p:ph type="body"/>
          </p:nvPr>
        </p:nvSpPr>
        <p:spPr>
          <a:xfrm>
            <a:off x="2589120" y="2133720"/>
            <a:ext cx="8915040" cy="38858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236" name="PlaceHolder 3"/>
          <p:cNvSpPr>
            <a:spLocks noGrp="1"/>
          </p:cNvSpPr>
          <p:nvPr>
            <p:ph type="dt" idx="19"/>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37" name="PlaceHolder 4"/>
          <p:cNvSpPr>
            <a:spLocks noGrp="1"/>
          </p:cNvSpPr>
          <p:nvPr>
            <p:ph type="ftr" idx="20"/>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8"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9" name="PlaceHolder 5"/>
          <p:cNvSpPr>
            <a:spLocks noGrp="1"/>
          </p:cNvSpPr>
          <p:nvPr>
            <p:ph type="sldNum" idx="21"/>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40" name="Group 22"/>
          <p:cNvGrpSpPr/>
          <p:nvPr/>
        </p:nvGrpSpPr>
        <p:grpSpPr>
          <a:xfrm>
            <a:off x="0" y="228600"/>
            <a:ext cx="2851200" cy="6638400"/>
            <a:chOff x="0" y="228600"/>
            <a:chExt cx="2851200" cy="6638400"/>
          </a:xfrm>
        </p:grpSpPr>
        <p:sp>
          <p:nvSpPr>
            <p:cNvPr id="24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53" name="Group 9"/>
          <p:cNvGrpSpPr/>
          <p:nvPr/>
        </p:nvGrpSpPr>
        <p:grpSpPr>
          <a:xfrm>
            <a:off x="27360" y="-720"/>
            <a:ext cx="2356200" cy="6853680"/>
            <a:chOff x="27360" y="-720"/>
            <a:chExt cx="2356200" cy="6853680"/>
          </a:xfrm>
        </p:grpSpPr>
        <p:sp>
          <p:nvSpPr>
            <p:cNvPr id="25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6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67" name="PlaceHolder 1"/>
          <p:cNvSpPr>
            <a:spLocks noGrp="1"/>
          </p:cNvSpPr>
          <p:nvPr>
            <p:ph type="title"/>
          </p:nvPr>
        </p:nvSpPr>
        <p:spPr>
          <a:xfrm>
            <a:off x="9294840" y="627480"/>
            <a:ext cx="2207160" cy="5283360"/>
          </a:xfrm>
          <a:prstGeom prst="rect">
            <a:avLst/>
          </a:prstGeom>
          <a:noFill/>
          <a:ln w="0">
            <a:noFill/>
          </a:ln>
        </p:spPr>
        <p:txBody>
          <a:bodyPr lIns="91440" rIns="91440" tIns="45720" bIns="45720" anchor="ctr" vert="eaVe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268" name="PlaceHolder 2"/>
          <p:cNvSpPr>
            <a:spLocks noGrp="1"/>
          </p:cNvSpPr>
          <p:nvPr>
            <p:ph type="body"/>
          </p:nvPr>
        </p:nvSpPr>
        <p:spPr>
          <a:xfrm>
            <a:off x="2589120" y="627480"/>
            <a:ext cx="6476760" cy="52833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269" name="PlaceHolder 3"/>
          <p:cNvSpPr>
            <a:spLocks noGrp="1"/>
          </p:cNvSpPr>
          <p:nvPr>
            <p:ph type="dt" idx="22"/>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70" name="PlaceHolder 4"/>
          <p:cNvSpPr>
            <a:spLocks noGrp="1"/>
          </p:cNvSpPr>
          <p:nvPr>
            <p:ph type="ftr" idx="23"/>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1"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2" name="PlaceHolder 5"/>
          <p:cNvSpPr>
            <a:spLocks noGrp="1"/>
          </p:cNvSpPr>
          <p:nvPr>
            <p:ph type="sldNum" idx="24"/>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73" name="Group 22"/>
          <p:cNvGrpSpPr/>
          <p:nvPr/>
        </p:nvGrpSpPr>
        <p:grpSpPr>
          <a:xfrm>
            <a:off x="0" y="228600"/>
            <a:ext cx="2851200" cy="6638400"/>
            <a:chOff x="0" y="228600"/>
            <a:chExt cx="2851200" cy="6638400"/>
          </a:xfrm>
        </p:grpSpPr>
        <p:sp>
          <p:nvSpPr>
            <p:cNvPr id="2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86" name="Group 9"/>
          <p:cNvGrpSpPr/>
          <p:nvPr/>
        </p:nvGrpSpPr>
        <p:grpSpPr>
          <a:xfrm>
            <a:off x="27360" y="-720"/>
            <a:ext cx="2356200" cy="6853680"/>
            <a:chOff x="27360" y="-720"/>
            <a:chExt cx="2356200" cy="6853680"/>
          </a:xfrm>
        </p:grpSpPr>
        <p:sp>
          <p:nvSpPr>
            <p:cNvPr id="28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00" name="PlaceHolder 1"/>
          <p:cNvSpPr>
            <a:spLocks noGrp="1"/>
          </p:cNvSpPr>
          <p:nvPr>
            <p:ph type="title"/>
          </p:nvPr>
        </p:nvSpPr>
        <p:spPr>
          <a:xfrm>
            <a:off x="609480" y="228600"/>
            <a:ext cx="10972440" cy="533160"/>
          </a:xfrm>
          <a:prstGeom prst="rect">
            <a:avLst/>
          </a:prstGeom>
          <a:noFill/>
          <a:ln w="0">
            <a:noFill/>
          </a:ln>
        </p:spPr>
        <p:txBody>
          <a:bodyPr lIns="91440" rIns="91440" tIns="45720" bIns="45720" anchor="t">
            <a:noAutofit/>
          </a:bodyPr>
          <a:p>
            <a:pPr indent="0" defTabSz="457200">
              <a:lnSpc>
                <a:spcPct val="100000"/>
              </a:lnSpc>
              <a:buNone/>
            </a:pPr>
            <a:r>
              <a:rPr b="1" lang="en-US" sz="1600" spc="-1" strike="noStrike">
                <a:solidFill>
                  <a:srgbClr val="d95900"/>
                </a:solidFill>
                <a:latin typeface="Arial"/>
              </a:rPr>
              <a:t>Click to edit Master title style</a:t>
            </a:r>
            <a:endParaRPr b="0" lang="en-US" sz="1600" spc="-1" strike="noStrike">
              <a:solidFill>
                <a:schemeClr val="dk1"/>
              </a:solidFill>
              <a:latin typeface="Century Gothic"/>
            </a:endParaRPr>
          </a:p>
        </p:txBody>
      </p:sp>
      <p:sp>
        <p:nvSpPr>
          <p:cNvPr id="301" name="PlaceHolder 2"/>
          <p:cNvSpPr>
            <a:spLocks noGrp="1"/>
          </p:cNvSpPr>
          <p:nvPr>
            <p:ph type="body"/>
          </p:nvPr>
        </p:nvSpPr>
        <p:spPr>
          <a:xfrm>
            <a:off x="609480" y="1189080"/>
            <a:ext cx="10972440" cy="4079520"/>
          </a:xfrm>
          <a:prstGeom prst="rect">
            <a:avLst/>
          </a:prstGeom>
          <a:noFill/>
          <a:ln w="0">
            <a:noFill/>
          </a:ln>
        </p:spPr>
        <p:txBody>
          <a:bodyPr lIns="91440" rIns="91440" tIns="45720" bIns="45720" anchor="t">
            <a:noAutofit/>
          </a:bodyPr>
          <a:p>
            <a:pPr marL="343080" indent="-343080" defTabSz="457200">
              <a:lnSpc>
                <a:spcPct val="100000"/>
              </a:lnSpc>
              <a:spcBef>
                <a:spcPts val="1001"/>
              </a:spcBef>
              <a:buNone/>
              <a:tabLst>
                <a:tab algn="l" pos="0"/>
              </a:tabLst>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p:txBody>
      </p:sp>
      <p:sp>
        <p:nvSpPr>
          <p:cNvPr id="302" name="PlaceHolder 3"/>
          <p:cNvSpPr>
            <a:spLocks noGrp="1"/>
          </p:cNvSpPr>
          <p:nvPr>
            <p:ph type="ftr" idx="25"/>
          </p:nvPr>
        </p:nvSpPr>
        <p:spPr>
          <a:xfrm>
            <a:off x="609480" y="6248520"/>
            <a:ext cx="7111800" cy="22824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03"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4" name="PlaceHolder 4"/>
          <p:cNvSpPr>
            <a:spLocks noGrp="1"/>
          </p:cNvSpPr>
          <p:nvPr>
            <p:ph type="sldNum" idx="26"/>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05" name="Group 22"/>
          <p:cNvGrpSpPr/>
          <p:nvPr/>
        </p:nvGrpSpPr>
        <p:grpSpPr>
          <a:xfrm>
            <a:off x="0" y="228600"/>
            <a:ext cx="2851200" cy="6638400"/>
            <a:chOff x="0" y="228600"/>
            <a:chExt cx="2851200" cy="6638400"/>
          </a:xfrm>
        </p:grpSpPr>
        <p:sp>
          <p:nvSpPr>
            <p:cNvPr id="306"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7"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8"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9"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0"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1"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2"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3"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4"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5"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6"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7"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18" name="Group 9"/>
          <p:cNvGrpSpPr/>
          <p:nvPr/>
        </p:nvGrpSpPr>
        <p:grpSpPr>
          <a:xfrm>
            <a:off x="27360" y="-720"/>
            <a:ext cx="2356200" cy="6853680"/>
            <a:chOff x="27360" y="-720"/>
            <a:chExt cx="2356200" cy="6853680"/>
          </a:xfrm>
        </p:grpSpPr>
        <p:sp>
          <p:nvSpPr>
            <p:cNvPr id="319"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0"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1"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2"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3"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4"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5"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6"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7"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8"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9"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0"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331"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32"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333" name="PlaceHolder 2"/>
          <p:cNvSpPr>
            <a:spLocks noGrp="1"/>
          </p:cNvSpPr>
          <p:nvPr>
            <p:ph type="body"/>
          </p:nvPr>
        </p:nvSpPr>
        <p:spPr>
          <a:xfrm>
            <a:off x="2589120" y="2133720"/>
            <a:ext cx="8915040" cy="37771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34" name="PlaceHolder 3"/>
          <p:cNvSpPr>
            <a:spLocks noGrp="1"/>
          </p:cNvSpPr>
          <p:nvPr>
            <p:ph type="dt" idx="27"/>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35" name="PlaceHolder 4"/>
          <p:cNvSpPr>
            <a:spLocks noGrp="1"/>
          </p:cNvSpPr>
          <p:nvPr>
            <p:ph type="ftr" idx="28"/>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6"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7" name="PlaceHolder 5"/>
          <p:cNvSpPr>
            <a:spLocks noGrp="1"/>
          </p:cNvSpPr>
          <p:nvPr>
            <p:ph type="sldNum" idx="29"/>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40" name="Group 22"/>
          <p:cNvGrpSpPr/>
          <p:nvPr/>
        </p:nvGrpSpPr>
        <p:grpSpPr>
          <a:xfrm>
            <a:off x="0" y="228600"/>
            <a:ext cx="2851200" cy="6638400"/>
            <a:chOff x="0" y="228600"/>
            <a:chExt cx="2851200" cy="6638400"/>
          </a:xfrm>
        </p:grpSpPr>
        <p:sp>
          <p:nvSpPr>
            <p:cNvPr id="34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53" name="Group 9"/>
          <p:cNvGrpSpPr/>
          <p:nvPr/>
        </p:nvGrpSpPr>
        <p:grpSpPr>
          <a:xfrm>
            <a:off x="27360" y="-720"/>
            <a:ext cx="2356200" cy="6853680"/>
            <a:chOff x="27360" y="-720"/>
            <a:chExt cx="2356200" cy="6853680"/>
          </a:xfrm>
        </p:grpSpPr>
        <p:sp>
          <p:nvSpPr>
            <p:cNvPr id="35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36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67" name="PlaceHolder 1"/>
          <p:cNvSpPr>
            <a:spLocks noGrp="1"/>
          </p:cNvSpPr>
          <p:nvPr>
            <p:ph type="title"/>
          </p:nvPr>
        </p:nvSpPr>
        <p:spPr>
          <a:xfrm>
            <a:off x="2589120" y="2058840"/>
            <a:ext cx="8915040" cy="1468440"/>
          </a:xfrm>
          <a:prstGeom prst="rect">
            <a:avLst/>
          </a:prstGeom>
          <a:noFill/>
          <a:ln w="0">
            <a:noFill/>
          </a:ln>
        </p:spPr>
        <p:txBody>
          <a:bodyPr lIns="91440" rIns="91440" tIns="45720" bIns="45720" anchor="b">
            <a:noAutofit/>
          </a:bodyPr>
          <a:p>
            <a:pPr indent="0" defTabSz="457200">
              <a:lnSpc>
                <a:spcPct val="100000"/>
              </a:lnSpc>
              <a:buNone/>
            </a:pPr>
            <a:r>
              <a:rPr b="0" lang="en-US" sz="4000" spc="-1" strike="noStrike">
                <a:solidFill>
                  <a:schemeClr val="dk1">
                    <a:lumMod val="85000"/>
                    <a:lumOff val="15000"/>
                  </a:schemeClr>
                </a:solidFill>
                <a:latin typeface="Century Gothic"/>
              </a:rPr>
              <a:t>Click to edit Master title style</a:t>
            </a:r>
            <a:endParaRPr b="0" lang="en-US" sz="4000" spc="-1" strike="noStrike">
              <a:solidFill>
                <a:schemeClr val="dk1"/>
              </a:solidFill>
              <a:latin typeface="Century Gothic"/>
            </a:endParaRPr>
          </a:p>
        </p:txBody>
      </p:sp>
      <p:sp>
        <p:nvSpPr>
          <p:cNvPr id="368" name="PlaceHolder 2"/>
          <p:cNvSpPr>
            <a:spLocks noGrp="1"/>
          </p:cNvSpPr>
          <p:nvPr>
            <p:ph type="body"/>
          </p:nvPr>
        </p:nvSpPr>
        <p:spPr>
          <a:xfrm>
            <a:off x="2589120" y="3530160"/>
            <a:ext cx="8915040" cy="860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65000"/>
                    <a:lumOff val="35000"/>
                  </a:schemeClr>
                </a:solidFill>
                <a:latin typeface="Century Gothic"/>
              </a:rPr>
              <a:t>Edit Master text styles</a:t>
            </a:r>
            <a:endParaRPr b="0" lang="en-US" sz="2000" spc="-1" strike="noStrike">
              <a:solidFill>
                <a:schemeClr val="dk1">
                  <a:lumMod val="75000"/>
                  <a:lumOff val="25000"/>
                </a:schemeClr>
              </a:solidFill>
              <a:latin typeface="Century Gothic"/>
            </a:endParaRPr>
          </a:p>
        </p:txBody>
      </p:sp>
      <p:sp>
        <p:nvSpPr>
          <p:cNvPr id="369" name="PlaceHolder 3"/>
          <p:cNvSpPr>
            <a:spLocks noGrp="1"/>
          </p:cNvSpPr>
          <p:nvPr>
            <p:ph type="dt" idx="30"/>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70" name="PlaceHolder 4"/>
          <p:cNvSpPr>
            <a:spLocks noGrp="1"/>
          </p:cNvSpPr>
          <p:nvPr>
            <p:ph type="ftr" idx="31"/>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1"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2" name="PlaceHolder 5"/>
          <p:cNvSpPr>
            <a:spLocks noGrp="1"/>
          </p:cNvSpPr>
          <p:nvPr>
            <p:ph type="sldNum" idx="32"/>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73" name="Group 22"/>
          <p:cNvGrpSpPr/>
          <p:nvPr/>
        </p:nvGrpSpPr>
        <p:grpSpPr>
          <a:xfrm>
            <a:off x="0" y="228600"/>
            <a:ext cx="2851200" cy="6638400"/>
            <a:chOff x="0" y="228600"/>
            <a:chExt cx="2851200" cy="6638400"/>
          </a:xfrm>
        </p:grpSpPr>
        <p:sp>
          <p:nvSpPr>
            <p:cNvPr id="3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86" name="Group 9"/>
          <p:cNvGrpSpPr/>
          <p:nvPr/>
        </p:nvGrpSpPr>
        <p:grpSpPr>
          <a:xfrm>
            <a:off x="27360" y="-720"/>
            <a:ext cx="2356200" cy="6853680"/>
            <a:chOff x="27360" y="-720"/>
            <a:chExt cx="2356200" cy="6853680"/>
          </a:xfrm>
        </p:grpSpPr>
        <p:sp>
          <p:nvSpPr>
            <p:cNvPr id="38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3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00"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401" name="PlaceHolder 2"/>
          <p:cNvSpPr>
            <a:spLocks noGrp="1"/>
          </p:cNvSpPr>
          <p:nvPr>
            <p:ph type="body"/>
          </p:nvPr>
        </p:nvSpPr>
        <p:spPr>
          <a:xfrm>
            <a:off x="2589120" y="2133720"/>
            <a:ext cx="4313520" cy="37771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402" name="PlaceHolder 3"/>
          <p:cNvSpPr>
            <a:spLocks noGrp="1"/>
          </p:cNvSpPr>
          <p:nvPr>
            <p:ph type="body"/>
          </p:nvPr>
        </p:nvSpPr>
        <p:spPr>
          <a:xfrm>
            <a:off x="7190640" y="2126160"/>
            <a:ext cx="4313520" cy="37771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403" name="PlaceHolder 4"/>
          <p:cNvSpPr>
            <a:spLocks noGrp="1"/>
          </p:cNvSpPr>
          <p:nvPr>
            <p:ph type="dt" idx="33"/>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04" name="PlaceHolder 5"/>
          <p:cNvSpPr>
            <a:spLocks noGrp="1"/>
          </p:cNvSpPr>
          <p:nvPr>
            <p:ph type="ftr" idx="34"/>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5"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6" name="PlaceHolder 6"/>
          <p:cNvSpPr>
            <a:spLocks noGrp="1"/>
          </p:cNvSpPr>
          <p:nvPr>
            <p:ph type="sldNum" idx="35"/>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10" name="Group 22"/>
          <p:cNvGrpSpPr/>
          <p:nvPr/>
        </p:nvGrpSpPr>
        <p:grpSpPr>
          <a:xfrm>
            <a:off x="0" y="228600"/>
            <a:ext cx="2851200" cy="6638400"/>
            <a:chOff x="0" y="228600"/>
            <a:chExt cx="2851200" cy="6638400"/>
          </a:xfrm>
        </p:grpSpPr>
        <p:sp>
          <p:nvSpPr>
            <p:cNvPr id="41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23" name="Group 9"/>
          <p:cNvGrpSpPr/>
          <p:nvPr/>
        </p:nvGrpSpPr>
        <p:grpSpPr>
          <a:xfrm>
            <a:off x="27360" y="-720"/>
            <a:ext cx="2356200" cy="6853680"/>
            <a:chOff x="27360" y="-720"/>
            <a:chExt cx="2356200" cy="6853680"/>
          </a:xfrm>
        </p:grpSpPr>
        <p:sp>
          <p:nvSpPr>
            <p:cNvPr id="42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3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37"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438" name="PlaceHolder 2"/>
          <p:cNvSpPr>
            <a:spLocks noGrp="1"/>
          </p:cNvSpPr>
          <p:nvPr>
            <p:ph type="body"/>
          </p:nvPr>
        </p:nvSpPr>
        <p:spPr>
          <a:xfrm>
            <a:off x="2939400" y="1972800"/>
            <a:ext cx="399240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439" name="PlaceHolder 3"/>
          <p:cNvSpPr>
            <a:spLocks noGrp="1"/>
          </p:cNvSpPr>
          <p:nvPr>
            <p:ph type="body"/>
          </p:nvPr>
        </p:nvSpPr>
        <p:spPr>
          <a:xfrm>
            <a:off x="2589120" y="2548800"/>
            <a:ext cx="4342680" cy="3353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440" name="PlaceHolder 4"/>
          <p:cNvSpPr>
            <a:spLocks noGrp="1"/>
          </p:cNvSpPr>
          <p:nvPr>
            <p:ph type="body"/>
          </p:nvPr>
        </p:nvSpPr>
        <p:spPr>
          <a:xfrm>
            <a:off x="7506720" y="1969560"/>
            <a:ext cx="399852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441" name="PlaceHolder 5"/>
          <p:cNvSpPr>
            <a:spLocks noGrp="1"/>
          </p:cNvSpPr>
          <p:nvPr>
            <p:ph type="body"/>
          </p:nvPr>
        </p:nvSpPr>
        <p:spPr>
          <a:xfrm>
            <a:off x="7166880" y="2545560"/>
            <a:ext cx="4338360" cy="3353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442" name="PlaceHolder 6"/>
          <p:cNvSpPr>
            <a:spLocks noGrp="1"/>
          </p:cNvSpPr>
          <p:nvPr>
            <p:ph type="dt" idx="36"/>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43" name="PlaceHolder 7"/>
          <p:cNvSpPr>
            <a:spLocks noGrp="1"/>
          </p:cNvSpPr>
          <p:nvPr>
            <p:ph type="ftr" idx="37"/>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4"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5" name="PlaceHolder 8"/>
          <p:cNvSpPr>
            <a:spLocks noGrp="1"/>
          </p:cNvSpPr>
          <p:nvPr>
            <p:ph type="sldNum" idx="38"/>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46" name="Group 22"/>
          <p:cNvGrpSpPr/>
          <p:nvPr/>
        </p:nvGrpSpPr>
        <p:grpSpPr>
          <a:xfrm>
            <a:off x="0" y="228600"/>
            <a:ext cx="2851200" cy="6638400"/>
            <a:chOff x="0" y="228600"/>
            <a:chExt cx="2851200" cy="6638400"/>
          </a:xfrm>
        </p:grpSpPr>
        <p:sp>
          <p:nvSpPr>
            <p:cNvPr id="447"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8"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9"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0"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1"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2"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3"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4"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5"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6"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7"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8"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59" name="Group 9"/>
          <p:cNvGrpSpPr/>
          <p:nvPr/>
        </p:nvGrpSpPr>
        <p:grpSpPr>
          <a:xfrm>
            <a:off x="27360" y="-720"/>
            <a:ext cx="2356200" cy="6853680"/>
            <a:chOff x="27360" y="-720"/>
            <a:chExt cx="2356200" cy="6853680"/>
          </a:xfrm>
        </p:grpSpPr>
        <p:sp>
          <p:nvSpPr>
            <p:cNvPr id="460"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1"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2"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3"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4"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5"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6"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7"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8"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9"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0"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1"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72"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73"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474" name="PlaceHolder 2"/>
          <p:cNvSpPr>
            <a:spLocks noGrp="1"/>
          </p:cNvSpPr>
          <p:nvPr>
            <p:ph type="dt" idx="39"/>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75" name="PlaceHolder 3"/>
          <p:cNvSpPr>
            <a:spLocks noGrp="1"/>
          </p:cNvSpPr>
          <p:nvPr>
            <p:ph type="ftr" idx="40"/>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6"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7" name="PlaceHolder 4"/>
          <p:cNvSpPr>
            <a:spLocks noGrp="1"/>
          </p:cNvSpPr>
          <p:nvPr>
            <p:ph type="sldNum" idx="41"/>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79" name="Group 22"/>
          <p:cNvGrpSpPr/>
          <p:nvPr/>
        </p:nvGrpSpPr>
        <p:grpSpPr>
          <a:xfrm>
            <a:off x="0" y="228600"/>
            <a:ext cx="2851200" cy="6638400"/>
            <a:chOff x="0" y="228600"/>
            <a:chExt cx="2851200" cy="6638400"/>
          </a:xfrm>
        </p:grpSpPr>
        <p:sp>
          <p:nvSpPr>
            <p:cNvPr id="480"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1"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2"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3"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4"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5"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6"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7"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8"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9"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0"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1"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92" name="Group 9"/>
          <p:cNvGrpSpPr/>
          <p:nvPr/>
        </p:nvGrpSpPr>
        <p:grpSpPr>
          <a:xfrm>
            <a:off x="27360" y="-720"/>
            <a:ext cx="2356200" cy="6853680"/>
            <a:chOff x="27360" y="-720"/>
            <a:chExt cx="2356200" cy="6853680"/>
          </a:xfrm>
        </p:grpSpPr>
        <p:sp>
          <p:nvSpPr>
            <p:cNvPr id="493"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4"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5"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6"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7"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8"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9"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0"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1"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2"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3"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4"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505"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06" name="PlaceHolder 1"/>
          <p:cNvSpPr>
            <a:spLocks noGrp="1"/>
          </p:cNvSpPr>
          <p:nvPr>
            <p:ph type="dt" idx="42"/>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07" name="PlaceHolder 2"/>
          <p:cNvSpPr>
            <a:spLocks noGrp="1"/>
          </p:cNvSpPr>
          <p:nvPr>
            <p:ph type="ftr" idx="43"/>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08"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9" name="PlaceHolder 3"/>
          <p:cNvSpPr>
            <a:spLocks noGrp="1"/>
          </p:cNvSpPr>
          <p:nvPr>
            <p:ph type="sldNum" idx="44"/>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10" name="Group 22"/>
          <p:cNvGrpSpPr/>
          <p:nvPr/>
        </p:nvGrpSpPr>
        <p:grpSpPr>
          <a:xfrm>
            <a:off x="0" y="228600"/>
            <a:ext cx="2851200" cy="6638400"/>
            <a:chOff x="0" y="228600"/>
            <a:chExt cx="2851200" cy="6638400"/>
          </a:xfrm>
        </p:grpSpPr>
        <p:sp>
          <p:nvSpPr>
            <p:cNvPr id="51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23" name="Group 9"/>
          <p:cNvGrpSpPr/>
          <p:nvPr/>
        </p:nvGrpSpPr>
        <p:grpSpPr>
          <a:xfrm>
            <a:off x="27360" y="-720"/>
            <a:ext cx="2356200" cy="6853680"/>
            <a:chOff x="27360" y="-720"/>
            <a:chExt cx="2356200" cy="6853680"/>
          </a:xfrm>
        </p:grpSpPr>
        <p:sp>
          <p:nvSpPr>
            <p:cNvPr id="52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53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37" name="PlaceHolder 1"/>
          <p:cNvSpPr>
            <a:spLocks noGrp="1"/>
          </p:cNvSpPr>
          <p:nvPr>
            <p:ph type="title"/>
          </p:nvPr>
        </p:nvSpPr>
        <p:spPr>
          <a:xfrm>
            <a:off x="2589120" y="446040"/>
            <a:ext cx="3504960" cy="975960"/>
          </a:xfrm>
          <a:prstGeom prst="rect">
            <a:avLst/>
          </a:prstGeom>
          <a:noFill/>
          <a:ln w="0">
            <a:noFill/>
          </a:ln>
        </p:spPr>
        <p:txBody>
          <a:bodyPr lIns="91440" rIns="91440" tIns="45720" bIns="45720" anchor="b">
            <a:noAutofit/>
          </a:bodyPr>
          <a:p>
            <a:pPr indent="0" defTabSz="457200">
              <a:lnSpc>
                <a:spcPct val="100000"/>
              </a:lnSpc>
              <a:buNone/>
            </a:pPr>
            <a:r>
              <a:rPr b="0" lang="en-US" sz="2000" spc="-1" strike="noStrike">
                <a:solidFill>
                  <a:schemeClr val="dk1">
                    <a:lumMod val="85000"/>
                    <a:lumOff val="15000"/>
                  </a:schemeClr>
                </a:solidFill>
                <a:latin typeface="Century Gothic"/>
              </a:rPr>
              <a:t>Click to edit Master title style</a:t>
            </a:r>
            <a:endParaRPr b="0" lang="en-US" sz="2000" spc="-1" strike="noStrike">
              <a:solidFill>
                <a:schemeClr val="dk1"/>
              </a:solidFill>
              <a:latin typeface="Century Gothic"/>
            </a:endParaRPr>
          </a:p>
        </p:txBody>
      </p:sp>
      <p:sp>
        <p:nvSpPr>
          <p:cNvPr id="538" name="PlaceHolder 2"/>
          <p:cNvSpPr>
            <a:spLocks noGrp="1"/>
          </p:cNvSpPr>
          <p:nvPr>
            <p:ph type="body"/>
          </p:nvPr>
        </p:nvSpPr>
        <p:spPr>
          <a:xfrm>
            <a:off x="6323040" y="446040"/>
            <a:ext cx="5181120" cy="5414760"/>
          </a:xfrm>
          <a:prstGeom prst="rect">
            <a:avLst/>
          </a:prstGeom>
          <a:noFill/>
          <a:ln w="0">
            <a:noFill/>
          </a:ln>
        </p:spPr>
        <p:txBody>
          <a:bodyPr lIns="91440" rIns="91440" tIns="45720" bIns="45720" anchor="ctr">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39" name="PlaceHolder 3"/>
          <p:cNvSpPr>
            <a:spLocks noGrp="1"/>
          </p:cNvSpPr>
          <p:nvPr>
            <p:ph type="body"/>
          </p:nvPr>
        </p:nvSpPr>
        <p:spPr>
          <a:xfrm>
            <a:off x="2589120" y="1598760"/>
            <a:ext cx="3504960" cy="4262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1400" spc="-1" strike="noStrike">
                <a:solidFill>
                  <a:schemeClr val="dk1">
                    <a:lumMod val="75000"/>
                    <a:lumOff val="25000"/>
                  </a:schemeClr>
                </a:solidFill>
                <a:latin typeface="Century Gothic"/>
              </a:rPr>
              <a:t>Edit Master text styles</a:t>
            </a:r>
            <a:endParaRPr b="0" lang="en-US" sz="1400" spc="-1" strike="noStrike">
              <a:solidFill>
                <a:schemeClr val="dk1">
                  <a:lumMod val="75000"/>
                  <a:lumOff val="25000"/>
                </a:schemeClr>
              </a:solidFill>
              <a:latin typeface="Century Gothic"/>
            </a:endParaRPr>
          </a:p>
        </p:txBody>
      </p:sp>
      <p:sp>
        <p:nvSpPr>
          <p:cNvPr id="540" name="PlaceHolder 4"/>
          <p:cNvSpPr>
            <a:spLocks noGrp="1"/>
          </p:cNvSpPr>
          <p:nvPr>
            <p:ph type="dt" idx="45"/>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41" name="PlaceHolder 5"/>
          <p:cNvSpPr>
            <a:spLocks noGrp="1"/>
          </p:cNvSpPr>
          <p:nvPr>
            <p:ph type="ftr" idx="46"/>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42"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3" name="PlaceHolder 6"/>
          <p:cNvSpPr>
            <a:spLocks noGrp="1"/>
          </p:cNvSpPr>
          <p:nvPr>
            <p:ph type="sldNum" idx="47"/>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44" name="Group 22"/>
          <p:cNvGrpSpPr/>
          <p:nvPr/>
        </p:nvGrpSpPr>
        <p:grpSpPr>
          <a:xfrm>
            <a:off x="0" y="228600"/>
            <a:ext cx="2851200" cy="6638400"/>
            <a:chOff x="0" y="228600"/>
            <a:chExt cx="2851200" cy="6638400"/>
          </a:xfrm>
        </p:grpSpPr>
        <p:sp>
          <p:nvSpPr>
            <p:cNvPr id="545"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6"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7"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8"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9"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0"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1"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2"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3"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4"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5"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6"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57" name="Group 9"/>
          <p:cNvGrpSpPr/>
          <p:nvPr/>
        </p:nvGrpSpPr>
        <p:grpSpPr>
          <a:xfrm>
            <a:off x="27360" y="-720"/>
            <a:ext cx="2356200" cy="6853680"/>
            <a:chOff x="27360" y="-720"/>
            <a:chExt cx="2356200" cy="6853680"/>
          </a:xfrm>
        </p:grpSpPr>
        <p:sp>
          <p:nvSpPr>
            <p:cNvPr id="558"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9"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0"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1"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2"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3"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4"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5"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6"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7"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8"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9"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570"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71" name="PlaceHolder 1"/>
          <p:cNvSpPr>
            <a:spLocks noGrp="1"/>
          </p:cNvSpPr>
          <p:nvPr>
            <p:ph type="title"/>
          </p:nvPr>
        </p:nvSpPr>
        <p:spPr>
          <a:xfrm>
            <a:off x="2589120" y="4800600"/>
            <a:ext cx="8915040" cy="566280"/>
          </a:xfrm>
          <a:prstGeom prst="rect">
            <a:avLst/>
          </a:prstGeom>
          <a:noFill/>
          <a:ln w="0">
            <a:noFill/>
          </a:ln>
        </p:spPr>
        <p:txBody>
          <a:bodyPr lIns="91440" rIns="91440" tIns="45720" bIns="45720" anchor="b">
            <a:normAutofit/>
          </a:bodyPr>
          <a:p>
            <a:pPr indent="0" defTabSz="457200">
              <a:lnSpc>
                <a:spcPct val="100000"/>
              </a:lnSpc>
              <a:buNone/>
            </a:pPr>
            <a:r>
              <a:rPr b="0" lang="en-US" sz="2400" spc="-1" strike="noStrike">
                <a:solidFill>
                  <a:schemeClr val="dk1">
                    <a:lumMod val="85000"/>
                    <a:lumOff val="15000"/>
                  </a:schemeClr>
                </a:solidFill>
                <a:latin typeface="Century Gothic"/>
              </a:rPr>
              <a:t>Click to edit Master title style</a:t>
            </a:r>
            <a:endParaRPr b="0" lang="en-US" sz="2400" spc="-1" strike="noStrike">
              <a:solidFill>
                <a:schemeClr val="dk1"/>
              </a:solidFill>
              <a:latin typeface="Century Gothic"/>
            </a:endParaRPr>
          </a:p>
        </p:txBody>
      </p:sp>
      <p:sp>
        <p:nvSpPr>
          <p:cNvPr id="572" name="PlaceHolder 2"/>
          <p:cNvSpPr>
            <a:spLocks noGrp="1"/>
          </p:cNvSpPr>
          <p:nvPr>
            <p:ph type="body"/>
          </p:nvPr>
        </p:nvSpPr>
        <p:spPr>
          <a:xfrm>
            <a:off x="2589120" y="635040"/>
            <a:ext cx="8915040" cy="3854520"/>
          </a:xfrm>
          <a:prstGeom prst="rect">
            <a:avLst/>
          </a:prstGeom>
          <a:noFill/>
          <a:ln w="0">
            <a:noFill/>
          </a:ln>
        </p:spPr>
        <p:txBody>
          <a:bodyPr lIns="90000" rIns="90000" tIns="45000" bIns="45000" anchor="t">
            <a:normAutofit/>
          </a:bodyPr>
          <a:p>
            <a:pPr indent="0" algn="ctr" defTabSz="914400">
              <a:lnSpc>
                <a:spcPct val="100000"/>
              </a:lnSpc>
              <a:buNone/>
              <a:tabLst>
                <a:tab algn="l" pos="0"/>
              </a:tabLst>
            </a:pPr>
            <a:r>
              <a:rPr b="0" lang="en-US" sz="1600" spc="-1" strike="noStrike">
                <a:solidFill>
                  <a:schemeClr val="dk1"/>
                </a:solidFill>
                <a:latin typeface="Century Gothic"/>
              </a:rPr>
              <a:t>Click icon to add picture</a:t>
            </a:r>
            <a:endParaRPr b="0" lang="en-US" sz="1600" spc="-1" strike="noStrike">
              <a:solidFill>
                <a:schemeClr val="dk1">
                  <a:lumMod val="75000"/>
                  <a:lumOff val="25000"/>
                </a:schemeClr>
              </a:solidFill>
              <a:latin typeface="Century Gothic"/>
            </a:endParaRPr>
          </a:p>
        </p:txBody>
      </p:sp>
      <p:sp>
        <p:nvSpPr>
          <p:cNvPr id="573" name="PlaceHolder 3"/>
          <p:cNvSpPr>
            <a:spLocks noGrp="1"/>
          </p:cNvSpPr>
          <p:nvPr>
            <p:ph type="body"/>
          </p:nvPr>
        </p:nvSpPr>
        <p:spPr>
          <a:xfrm>
            <a:off x="2589120" y="5367240"/>
            <a:ext cx="8915040" cy="4932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200" spc="-1" strike="noStrike">
                <a:solidFill>
                  <a:schemeClr val="dk1">
                    <a:lumMod val="75000"/>
                    <a:lumOff val="25000"/>
                  </a:schemeClr>
                </a:solidFill>
                <a:latin typeface="Century Gothic"/>
              </a:rPr>
              <a:t>Edit Master text styles</a:t>
            </a:r>
            <a:endParaRPr b="0" lang="en-US" sz="1200" spc="-1" strike="noStrike">
              <a:solidFill>
                <a:schemeClr val="dk1">
                  <a:lumMod val="75000"/>
                  <a:lumOff val="25000"/>
                </a:schemeClr>
              </a:solidFill>
              <a:latin typeface="Century Gothic"/>
            </a:endParaRPr>
          </a:p>
        </p:txBody>
      </p:sp>
      <p:sp>
        <p:nvSpPr>
          <p:cNvPr id="574" name="PlaceHolder 4"/>
          <p:cNvSpPr>
            <a:spLocks noGrp="1"/>
          </p:cNvSpPr>
          <p:nvPr>
            <p:ph type="dt" idx="48"/>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75" name="PlaceHolder 5"/>
          <p:cNvSpPr>
            <a:spLocks noGrp="1"/>
          </p:cNvSpPr>
          <p:nvPr>
            <p:ph type="ftr" idx="49"/>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76"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7" name="PlaceHolder 6"/>
          <p:cNvSpPr>
            <a:spLocks noGrp="1"/>
          </p:cNvSpPr>
          <p:nvPr>
            <p:ph type="sldNum" idx="50"/>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s/_rels/slide1.xml.rels><?xml version="1.0" encoding="UTF-8"?>
<Relationships xmlns="http://schemas.openxmlformats.org/package/2006/relationships"><Relationship Id="rId1" Type="http://schemas.openxmlformats.org/officeDocument/2006/relationships/hyperlink" Target="mailto:muthomi@uonbi.ac.ke" TargetMode="External"/><Relationship Id="rId2" Type="http://schemas.openxmlformats.org/officeDocument/2006/relationships/hyperlink" Target="mailto:muthomi@uonbi.ac.ke" TargetMode="External"/><Relationship Id="rId3" Type="http://schemas.openxmlformats.org/officeDocument/2006/relationships/hyperlink" Target="mailto:muthomi@uonbi.ac.ke" TargetMode="External"/><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hyperlink" Target="mailto:muthomi@uonbi.ac.ke" TargetMode="External"/><Relationship Id="rId2" Type="http://schemas.openxmlformats.org/officeDocument/2006/relationships/hyperlink" Target="mailto:muthomi@uonbi.ac.ke" TargetMode="External"/><Relationship Id="rId3" Type="http://schemas.openxmlformats.org/officeDocument/2006/relationships/hyperlink" Target="mailto:muthomi@uonbi.ac.ke" TargetMode="External"/><Relationship Id="rId4"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title"/>
          </p:nvPr>
        </p:nvSpPr>
        <p:spPr>
          <a:xfrm>
            <a:off x="1969920" y="1400040"/>
            <a:ext cx="8915040" cy="2262600"/>
          </a:xfrm>
          <a:prstGeom prst="rect">
            <a:avLst/>
          </a:prstGeom>
          <a:noFill/>
          <a:ln w="0">
            <a:noFill/>
          </a:ln>
        </p:spPr>
        <p:txBody>
          <a:bodyPr lIns="91440" rIns="91440" tIns="45720" bIns="45720" anchor="b">
            <a:normAutofit fontScale="87407"/>
          </a:bodyPr>
          <a:p>
            <a:pPr indent="0" algn="ctr" defTabSz="457200">
              <a:lnSpc>
                <a:spcPct val="100000"/>
              </a:lnSpc>
              <a:buNone/>
            </a:pPr>
            <a:r>
              <a:rPr b="1" lang="en-GB" sz="4000" spc="-1" strike="noStrike">
                <a:solidFill>
                  <a:schemeClr val="dk1">
                    <a:lumMod val="85000"/>
                    <a:lumOff val="15000"/>
                  </a:schemeClr>
                </a:solidFill>
                <a:latin typeface="Century Gothic"/>
              </a:rPr>
              <a:t>FCC3 246: CONCRETE MATERIALS</a:t>
            </a:r>
            <a:br>
              <a:rPr sz="4000"/>
            </a:br>
            <a:br>
              <a:rPr sz="4000"/>
            </a:br>
            <a:r>
              <a:rPr b="1" lang="en-US" sz="4000" spc="-1" strike="noStrike">
                <a:solidFill>
                  <a:schemeClr val="dk1">
                    <a:lumMod val="85000"/>
                    <a:lumOff val="15000"/>
                  </a:schemeClr>
                </a:solidFill>
                <a:latin typeface="Century Gothic"/>
              </a:rPr>
              <a:t>Lecture 1: INTRODUCTION AND COURSE OVERVIEW</a:t>
            </a:r>
            <a:endParaRPr b="0" lang="en-US" sz="4000" spc="-1" strike="noStrike">
              <a:solidFill>
                <a:schemeClr val="dk1"/>
              </a:solidFill>
              <a:latin typeface="Century Gothic"/>
            </a:endParaRPr>
          </a:p>
        </p:txBody>
      </p:sp>
      <p:sp>
        <p:nvSpPr>
          <p:cNvPr id="579" name="PlaceHolder 2"/>
          <p:cNvSpPr>
            <a:spLocks noGrp="1"/>
          </p:cNvSpPr>
          <p:nvPr>
            <p:ph type="subTitle"/>
          </p:nvPr>
        </p:nvSpPr>
        <p:spPr>
          <a:xfrm>
            <a:off x="2589120" y="4777200"/>
            <a:ext cx="8915040" cy="1126080"/>
          </a:xfrm>
          <a:prstGeom prst="rect">
            <a:avLst/>
          </a:prstGeom>
          <a:noFill/>
          <a:ln w="0">
            <a:noFill/>
          </a:ln>
        </p:spPr>
        <p:txBody>
          <a:bodyPr lIns="91440" rIns="91440" tIns="45720" bIns="45720" anchor="t">
            <a:normAutofit fontScale="87222"/>
          </a:bodyPr>
          <a:p>
            <a:pPr indent="0" defTabSz="457200">
              <a:lnSpc>
                <a:spcPct val="100000"/>
              </a:lnSpc>
              <a:spcBef>
                <a:spcPts val="1001"/>
              </a:spcBef>
              <a:buNone/>
              <a:tabLst>
                <a:tab algn="l" pos="0"/>
              </a:tabLst>
            </a:pPr>
            <a:r>
              <a:rPr b="0" lang="en-GB" sz="1800" spc="-1" strike="noStrike">
                <a:solidFill>
                  <a:schemeClr val="dk1">
                    <a:lumMod val="65000"/>
                    <a:lumOff val="35000"/>
                  </a:schemeClr>
                </a:solidFill>
                <a:latin typeface="Century Gothic"/>
              </a:rPr>
              <a:t>Department of Civil &amp; Construction Engineering</a:t>
            </a:r>
            <a:endParaRPr b="0" lang="en-US" sz="1800" spc="-1" strike="noStrike">
              <a:solidFill>
                <a:srgbClr val="000000"/>
              </a:solidFill>
              <a:latin typeface="Arial"/>
            </a:endParaRPr>
          </a:p>
          <a:p>
            <a:pPr indent="0" defTabSz="457200">
              <a:lnSpc>
                <a:spcPct val="100000"/>
              </a:lnSpc>
              <a:spcBef>
                <a:spcPts val="1001"/>
              </a:spcBef>
              <a:buNone/>
              <a:tabLst>
                <a:tab algn="l" pos="0"/>
              </a:tabLst>
            </a:pPr>
            <a:r>
              <a:rPr b="0" lang="en-GB" sz="1800" spc="-1" strike="noStrike">
                <a:solidFill>
                  <a:schemeClr val="dk1">
                    <a:lumMod val="65000"/>
                    <a:lumOff val="35000"/>
                  </a:schemeClr>
                </a:solidFill>
                <a:latin typeface="Century Gothic"/>
              </a:rPr>
              <a:t>University of Nairobi</a:t>
            </a:r>
            <a:endParaRPr b="0" lang="en-US" sz="1800" spc="-1" strike="noStrike">
              <a:solidFill>
                <a:srgbClr val="000000"/>
              </a:solidFill>
              <a:latin typeface="Arial"/>
            </a:endParaRPr>
          </a:p>
          <a:p>
            <a:pPr indent="0" defTabSz="457200">
              <a:lnSpc>
                <a:spcPct val="100000"/>
              </a:lnSpc>
              <a:spcBef>
                <a:spcPts val="1001"/>
              </a:spcBef>
              <a:buNone/>
              <a:tabLst>
                <a:tab algn="l" pos="0"/>
              </a:tabLst>
            </a:pPr>
            <a:r>
              <a:rPr b="0" lang="en-GB" sz="1800" spc="-1" strike="noStrike" u="sng">
                <a:solidFill>
                  <a:schemeClr val="dk1">
                    <a:lumMod val="65000"/>
                    <a:lumOff val="35000"/>
                  </a:schemeClr>
                </a:solidFill>
                <a:uFillTx/>
                <a:latin typeface="Century Gothic"/>
                <a:hlinkClick r:id="rId1"/>
              </a:rPr>
              <a:t>m</a:t>
            </a:r>
            <a:r>
              <a:rPr b="0" lang="en-US" sz="1800" spc="-1" strike="noStrike" u="sng">
                <a:solidFill>
                  <a:schemeClr val="dk1">
                    <a:lumMod val="65000"/>
                    <a:lumOff val="35000"/>
                  </a:schemeClr>
                </a:solidFill>
                <a:uFillTx/>
                <a:latin typeface="Century Gothic"/>
                <a:hlinkClick r:id="rId2"/>
              </a:rPr>
              <a:t>wauras</a:t>
            </a:r>
            <a:r>
              <a:rPr b="0" lang="en-GB" sz="1800" spc="-1" strike="noStrike" u="sng">
                <a:solidFill>
                  <a:schemeClr val="dk1">
                    <a:lumMod val="65000"/>
                    <a:lumOff val="35000"/>
                  </a:schemeClr>
                </a:solidFill>
                <a:uFillTx/>
                <a:latin typeface="Century Gothic"/>
                <a:hlinkClick r:id="rId3"/>
              </a:rPr>
              <a:t>@uonbi.ac.ke</a:t>
            </a:r>
            <a:r>
              <a:rPr b="0" lang="en-GB" sz="1800" spc="-1" strike="noStrike">
                <a:solidFill>
                  <a:schemeClr val="dk1">
                    <a:lumMod val="65000"/>
                    <a:lumOff val="35000"/>
                  </a:schemeClr>
                </a:solidFill>
                <a:latin typeface="Century Gothic"/>
              </a:rPr>
              <a:t> </a:t>
            </a:r>
            <a:endParaRPr b="0" lang="en-US" sz="1800" spc="-1" strike="noStrike">
              <a:solidFill>
                <a:srgbClr val="000000"/>
              </a:solidFill>
              <a:latin typeface="Arial"/>
            </a:endParaRPr>
          </a:p>
          <a:p>
            <a:pPr indent="0" defTabSz="457200">
              <a:lnSpc>
                <a:spcPct val="100000"/>
              </a:lnSpc>
              <a:spcBef>
                <a:spcPts val="1001"/>
              </a:spcBef>
              <a:buNone/>
              <a:tabLst>
                <a:tab algn="l" pos="0"/>
              </a:tabLst>
            </a:pPr>
            <a:endParaRPr b="0" lang="en-US" sz="1800" spc="-1" strike="noStrike">
              <a:solidFill>
                <a:srgbClr val="000000"/>
              </a:solidFill>
              <a:latin typeface="Arial"/>
            </a:endParaRPr>
          </a:p>
        </p:txBody>
      </p:sp>
      <p:sp>
        <p:nvSpPr>
          <p:cNvPr id="580" name="PlaceHolder 3"/>
          <p:cNvSpPr>
            <a:spLocks noGrp="1"/>
          </p:cNvSpPr>
          <p:nvPr>
            <p:ph type="sldNum" idx="51"/>
          </p:nvPr>
        </p:nvSpPr>
        <p:spPr>
          <a:xfrm>
            <a:off x="160920" y="4412160"/>
            <a:ext cx="952200" cy="5968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title"/>
          </p:nvPr>
        </p:nvSpPr>
        <p:spPr>
          <a:xfrm>
            <a:off x="2078280" y="228600"/>
            <a:ext cx="9504000" cy="533160"/>
          </a:xfrm>
          <a:prstGeom prst="rect">
            <a:avLst/>
          </a:prstGeom>
          <a:noFill/>
          <a:ln w="0">
            <a:noFill/>
          </a:ln>
        </p:spPr>
        <p:txBody>
          <a:bodyPr lIns="91440" rIns="91440" tIns="45720" bIns="45720" anchor="t">
            <a:normAutofit fontScale="74433"/>
          </a:bodyPr>
          <a:p>
            <a:pPr indent="0" defTabSz="457200">
              <a:lnSpc>
                <a:spcPct val="100000"/>
              </a:lnSpc>
              <a:buNone/>
            </a:pPr>
            <a:r>
              <a:rPr b="1" lang="en-ZA" sz="4000" spc="-1" strike="noStrike">
                <a:solidFill>
                  <a:srgbClr val="d95900"/>
                </a:solidFill>
                <a:latin typeface="Arial"/>
              </a:rPr>
              <a:t>Lecturer details</a:t>
            </a:r>
            <a:endParaRPr b="0" lang="en-US" sz="4000" spc="-1" strike="noStrike">
              <a:solidFill>
                <a:schemeClr val="dk1"/>
              </a:solidFill>
              <a:latin typeface="Century Gothic"/>
            </a:endParaRPr>
          </a:p>
        </p:txBody>
      </p:sp>
      <p:sp>
        <p:nvSpPr>
          <p:cNvPr id="582" name="PlaceHolder 2"/>
          <p:cNvSpPr>
            <a:spLocks noGrp="1"/>
          </p:cNvSpPr>
          <p:nvPr>
            <p:ph/>
          </p:nvPr>
        </p:nvSpPr>
        <p:spPr>
          <a:xfrm>
            <a:off x="2078280" y="1189080"/>
            <a:ext cx="9504000" cy="4079520"/>
          </a:xfrm>
          <a:prstGeom prst="rect">
            <a:avLst/>
          </a:prstGeom>
          <a:noFill/>
          <a:ln w="0">
            <a:noFill/>
          </a:ln>
        </p:spPr>
        <p:txBody>
          <a:bodyPr lIns="91440" rIns="91440" tIns="45720" bIns="45720" anchor="t">
            <a:noAutofit/>
          </a:bodyPr>
          <a:p>
            <a:pPr marL="343080" indent="-343080" defTabSz="457200">
              <a:lnSpc>
                <a:spcPct val="100000"/>
              </a:lnSpc>
              <a:spcBef>
                <a:spcPts val="1001"/>
              </a:spcBef>
              <a:buNone/>
              <a:tabLst>
                <a:tab algn="l" pos="0"/>
              </a:tabLst>
            </a:pPr>
            <a:r>
              <a:rPr b="0" lang="en-US" sz="2800" spc="-1" strike="noStrike">
                <a:solidFill>
                  <a:schemeClr val="dk1">
                    <a:lumMod val="75000"/>
                    <a:lumOff val="25000"/>
                  </a:schemeClr>
                </a:solidFill>
                <a:latin typeface="Century Gothic"/>
              </a:rPr>
              <a:t>Injinia Mwaura</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r>
              <a:rPr b="0" lang="en-ZA" sz="2800" spc="-1" strike="noStrike">
                <a:solidFill>
                  <a:schemeClr val="dk1">
                    <a:lumMod val="75000"/>
                    <a:lumOff val="25000"/>
                  </a:schemeClr>
                </a:solidFill>
                <a:latin typeface="Century Gothic"/>
              </a:rPr>
              <a:t>University of Nairobi (Kenya)</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r>
              <a:rPr b="0" lang="en-ZA" sz="2800" spc="-1" strike="noStrike">
                <a:solidFill>
                  <a:schemeClr val="dk1">
                    <a:lumMod val="75000"/>
                    <a:lumOff val="25000"/>
                  </a:schemeClr>
                </a:solidFill>
                <a:latin typeface="Century Gothic"/>
              </a:rPr>
              <a:t>Department of Civil &amp; Construction Engineering</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r>
              <a:rPr b="0" lang="en-ZA" sz="2800" spc="-1" strike="noStrike">
                <a:solidFill>
                  <a:schemeClr val="dk1">
                    <a:lumMod val="75000"/>
                    <a:lumOff val="25000"/>
                  </a:schemeClr>
                </a:solidFill>
                <a:latin typeface="Century Gothic"/>
              </a:rPr>
              <a:t>Faculty of Engineering</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r>
              <a:rPr b="0" lang="en-ZA" sz="2800" spc="-1" strike="noStrike" u="sng">
                <a:solidFill>
                  <a:schemeClr val="dk1">
                    <a:lumMod val="75000"/>
                    <a:lumOff val="25000"/>
                  </a:schemeClr>
                </a:solidFill>
                <a:uFillTx/>
                <a:latin typeface="Century Gothic"/>
                <a:hlinkClick r:id="rId1"/>
              </a:rPr>
              <a:t>m</a:t>
            </a:r>
            <a:r>
              <a:rPr b="0" lang="en-US" sz="2800" spc="-1" strike="noStrike" u="sng">
                <a:solidFill>
                  <a:schemeClr val="dk1">
                    <a:lumMod val="75000"/>
                    <a:lumOff val="25000"/>
                  </a:schemeClr>
                </a:solidFill>
                <a:uFillTx/>
                <a:latin typeface="Century Gothic"/>
                <a:hlinkClick r:id="rId2"/>
              </a:rPr>
              <a:t>wauras</a:t>
            </a:r>
            <a:r>
              <a:rPr b="0" lang="en-ZA" sz="2800" spc="-1" strike="noStrike" u="sng">
                <a:solidFill>
                  <a:schemeClr val="dk1">
                    <a:lumMod val="75000"/>
                    <a:lumOff val="25000"/>
                  </a:schemeClr>
                </a:solidFill>
                <a:uFillTx/>
                <a:latin typeface="Century Gothic"/>
                <a:hlinkClick r:id="rId3"/>
              </a:rPr>
              <a:t>@uonbi.ac.ke</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None/>
              <a:tabLst>
                <a:tab algn="l" pos="0"/>
              </a:tabLst>
            </a:pPr>
            <a:r>
              <a:rPr b="0" lang="en-US" sz="2800" spc="-1" strike="noStrike">
                <a:solidFill>
                  <a:schemeClr val="dk1">
                    <a:lumMod val="75000"/>
                    <a:lumOff val="25000"/>
                  </a:schemeClr>
                </a:solidFill>
                <a:latin typeface="Century Gothic"/>
              </a:rPr>
              <a:t>Tel: 0729 377 629</a:t>
            </a:r>
            <a:endParaRPr b="0" lang="en-US" sz="2800" spc="-1" strike="noStrike">
              <a:solidFill>
                <a:schemeClr val="dk1">
                  <a:lumMod val="75000"/>
                  <a:lumOff val="25000"/>
                </a:schemeClr>
              </a:solidFill>
              <a:latin typeface="Century Gothic"/>
            </a:endParaRPr>
          </a:p>
        </p:txBody>
      </p:sp>
      <p:sp>
        <p:nvSpPr>
          <p:cNvPr id="583" name="PlaceHolder 3"/>
          <p:cNvSpPr>
            <a:spLocks noGrp="1"/>
          </p:cNvSpPr>
          <p:nvPr>
            <p:ph type="sldNum" idx="52"/>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PlaceHolder 1"/>
          <p:cNvSpPr>
            <a:spLocks noGrp="1"/>
          </p:cNvSpPr>
          <p:nvPr>
            <p:ph type="title"/>
          </p:nvPr>
        </p:nvSpPr>
        <p:spPr>
          <a:xfrm>
            <a:off x="1311480" y="0"/>
            <a:ext cx="9279720" cy="787320"/>
          </a:xfrm>
          <a:prstGeom prst="rect">
            <a:avLst/>
          </a:prstGeom>
          <a:noFill/>
          <a:ln w="0">
            <a:noFill/>
          </a:ln>
        </p:spPr>
        <p:txBody>
          <a:bodyPr lIns="91440" rIns="91440" tIns="45720" bIns="45720" anchor="t">
            <a:noAutofit/>
          </a:bodyPr>
          <a:p>
            <a:pPr indent="0" defTabSz="457200">
              <a:lnSpc>
                <a:spcPct val="100000"/>
              </a:lnSpc>
              <a:buNone/>
            </a:pPr>
            <a:r>
              <a:rPr b="1" lang="en-GB" sz="3600" spc="-1" strike="noStrike">
                <a:solidFill>
                  <a:schemeClr val="dk1">
                    <a:lumMod val="85000"/>
                    <a:lumOff val="15000"/>
                  </a:schemeClr>
                </a:solidFill>
                <a:latin typeface="Century Gothic"/>
              </a:rPr>
              <a:t>Housekeeping</a:t>
            </a:r>
            <a:endParaRPr b="0" lang="en-US" sz="3600" spc="-1" strike="noStrike">
              <a:solidFill>
                <a:schemeClr val="dk1"/>
              </a:solidFill>
              <a:latin typeface="Century Gothic"/>
            </a:endParaRPr>
          </a:p>
        </p:txBody>
      </p:sp>
      <p:sp>
        <p:nvSpPr>
          <p:cNvPr id="585" name="PlaceHolder 2"/>
          <p:cNvSpPr>
            <a:spLocks noGrp="1"/>
          </p:cNvSpPr>
          <p:nvPr>
            <p:ph type="dt" idx="53"/>
          </p:nvPr>
        </p:nvSpPr>
        <p:spPr>
          <a:xfrm>
            <a:off x="198720" y="6487560"/>
            <a:ext cx="2067120" cy="370080"/>
          </a:xfrm>
          <a:prstGeom prst="rect">
            <a:avLst/>
          </a:prstGeom>
          <a:noFill/>
          <a:ln w="0">
            <a:noFill/>
          </a:ln>
        </p:spPr>
        <p:txBody>
          <a:bodyPr lIns="91440" rIns="91440" tIns="45720" bIns="45720" anchor="ctr">
            <a:noAutofit/>
          </a:bodyPr>
          <a:p>
            <a:pPr indent="0">
              <a:buNone/>
            </a:pPr>
            <a:endParaRPr b="0" lang="en-US" sz="900" spc="-1" strike="noStrike">
              <a:solidFill>
                <a:schemeClr val="dk1">
                  <a:tint val="75000"/>
                </a:schemeClr>
              </a:solidFill>
              <a:latin typeface="Century Gothic"/>
            </a:endParaRPr>
          </a:p>
        </p:txBody>
      </p:sp>
      <p:sp>
        <p:nvSpPr>
          <p:cNvPr id="586" name="TextBox 10"/>
          <p:cNvSpPr/>
          <p:nvPr/>
        </p:nvSpPr>
        <p:spPr>
          <a:xfrm>
            <a:off x="1196280" y="2226240"/>
            <a:ext cx="10239480" cy="301572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000000"/>
              </a:buClr>
              <a:buFont typeface="Arial"/>
              <a:buChar char="•"/>
            </a:pPr>
            <a:r>
              <a:rPr b="0" lang="en-GB" sz="2400" spc="-1" strike="noStrike">
                <a:solidFill>
                  <a:schemeClr val="dk1"/>
                </a:solidFill>
                <a:latin typeface="Century Gothic"/>
              </a:rPr>
              <a:t>Use your University email address</a:t>
            </a:r>
            <a:endParaRPr b="0" lang="en-US" sz="2400" spc="-1" strike="noStrike">
              <a:solidFill>
                <a:srgbClr val="000000"/>
              </a:solidFill>
              <a:latin typeface="Arial"/>
            </a:endParaRPr>
          </a:p>
          <a:p>
            <a:pPr marL="343080" indent="-343080" defTabSz="914400">
              <a:lnSpc>
                <a:spcPct val="100000"/>
              </a:lnSpc>
              <a:buClr>
                <a:srgbClr val="000000"/>
              </a:buClr>
              <a:buFont typeface="Arial"/>
              <a:buChar char="•"/>
            </a:pPr>
            <a:r>
              <a:rPr b="0" lang="en-GB" sz="2400" spc="-1" strike="noStrike">
                <a:solidFill>
                  <a:schemeClr val="dk1"/>
                </a:solidFill>
                <a:latin typeface="Century Gothic"/>
              </a:rPr>
              <a:t>Coursework – 30% </a:t>
            </a:r>
            <a:r>
              <a:rPr b="0" lang="en-US" sz="2400" spc="-1" strike="noStrike">
                <a:solidFill>
                  <a:schemeClr val="dk1"/>
                </a:solidFill>
                <a:latin typeface="Century Gothic"/>
              </a:rPr>
              <a:t>Main </a:t>
            </a:r>
            <a:r>
              <a:rPr b="0" lang="en-GB" sz="2400" spc="-1" strike="noStrike">
                <a:solidFill>
                  <a:schemeClr val="dk1"/>
                </a:solidFill>
                <a:latin typeface="Century Gothic"/>
              </a:rPr>
              <a:t>Exam – 70%</a:t>
            </a:r>
            <a:endParaRPr b="0" lang="en-US" sz="2400" spc="-1" strike="noStrike">
              <a:solidFill>
                <a:srgbClr val="000000"/>
              </a:solidFill>
              <a:latin typeface="Arial"/>
            </a:endParaRPr>
          </a:p>
          <a:p>
            <a:pPr defTabSz="914400">
              <a:lnSpc>
                <a:spcPct val="100000"/>
              </a:lnSpc>
            </a:pPr>
            <a:r>
              <a:rPr b="0" lang="en-US" sz="2400" spc="-1" strike="noStrike">
                <a:solidFill>
                  <a:schemeClr val="dk1"/>
                </a:solidFill>
                <a:latin typeface="Century Gothic"/>
              </a:rPr>
              <a:t>    </a:t>
            </a:r>
            <a:r>
              <a:rPr b="0" lang="en-US" sz="2400" spc="-1" strike="noStrike">
                <a:solidFill>
                  <a:schemeClr val="dk1"/>
                </a:solidFill>
                <a:latin typeface="Century Gothic"/>
              </a:rPr>
              <a:t>Coursework - 20% CAT / 10% Written Laboratory Report (Group)</a:t>
            </a:r>
            <a:endParaRPr b="0" lang="en-US" sz="2400" spc="-1" strike="noStrike">
              <a:solidFill>
                <a:srgbClr val="000000"/>
              </a:solidFill>
              <a:latin typeface="Arial"/>
            </a:endParaRPr>
          </a:p>
          <a:p>
            <a:pPr marL="343080" indent="-343080" defTabSz="914400">
              <a:lnSpc>
                <a:spcPct val="100000"/>
              </a:lnSpc>
              <a:buClr>
                <a:srgbClr val="000000"/>
              </a:buClr>
              <a:buFont typeface="Arial"/>
              <a:buChar char="•"/>
            </a:pPr>
            <a:r>
              <a:rPr b="0" lang="en-US" sz="2400" spc="-1" strike="noStrike">
                <a:solidFill>
                  <a:schemeClr val="dk1"/>
                </a:solidFill>
                <a:latin typeface="Century Gothic"/>
              </a:rPr>
              <a:t>Class attendance Compulsory at least 2/3 of all classes</a:t>
            </a:r>
            <a:endParaRPr b="0" lang="en-US" sz="2400" spc="-1" strike="noStrike">
              <a:solidFill>
                <a:srgbClr val="000000"/>
              </a:solidFill>
              <a:latin typeface="Arial"/>
            </a:endParaRPr>
          </a:p>
          <a:p>
            <a:pPr marL="343080" indent="-343080" defTabSz="914400">
              <a:lnSpc>
                <a:spcPct val="100000"/>
              </a:lnSpc>
              <a:buClr>
                <a:srgbClr val="000000"/>
              </a:buClr>
              <a:buFont typeface="Arial"/>
              <a:buChar char="•"/>
            </a:pPr>
            <a:r>
              <a:rPr b="0" lang="en-US" sz="2400" spc="-1" strike="noStrike">
                <a:solidFill>
                  <a:schemeClr val="dk1"/>
                </a:solidFill>
                <a:latin typeface="Century Gothic"/>
              </a:rPr>
              <a:t>Lecture Time: Mondays 9am - 11am</a:t>
            </a:r>
            <a:endParaRPr b="0" lang="en-US" sz="2400" spc="-1" strike="noStrike">
              <a:solidFill>
                <a:srgbClr val="000000"/>
              </a:solidFill>
              <a:latin typeface="Arial"/>
            </a:endParaRPr>
          </a:p>
          <a:p>
            <a:pPr marL="343080" indent="-343080" defTabSz="914400">
              <a:lnSpc>
                <a:spcPct val="100000"/>
              </a:lnSpc>
              <a:buClr>
                <a:srgbClr val="000000"/>
              </a:buClr>
              <a:buFont typeface="Arial"/>
              <a:buChar char="•"/>
            </a:pPr>
            <a:r>
              <a:rPr b="0" lang="en-US" sz="2400" spc="-1" strike="noStrike">
                <a:solidFill>
                  <a:schemeClr val="dk1"/>
                </a:solidFill>
                <a:latin typeface="Century Gothic"/>
              </a:rPr>
              <a:t>Lecture Time/Laboratory Time: Tuesday 9am - 11am</a:t>
            </a:r>
            <a:endParaRPr b="0" lang="en-US" sz="2400" spc="-1" strike="noStrike">
              <a:solidFill>
                <a:srgbClr val="000000"/>
              </a:solidFill>
              <a:latin typeface="Arial"/>
            </a:endParaRPr>
          </a:p>
          <a:p>
            <a:pPr defTabSz="914400">
              <a:lnSpc>
                <a:spcPct val="100000"/>
              </a:lnSpc>
            </a:pPr>
            <a:endParaRPr b="0" lang="en-US" sz="2400" spc="-1" strike="noStrike">
              <a:solidFill>
                <a:srgbClr val="000000"/>
              </a:solidFill>
              <a:latin typeface="Arial"/>
            </a:endParaRPr>
          </a:p>
          <a:p>
            <a:pPr defTabSz="914400">
              <a:lnSpc>
                <a:spcPct val="100000"/>
              </a:lnSpc>
            </a:pPr>
            <a:endParaRPr b="0" lang="en-US" sz="2400" spc="-1" strike="noStrike">
              <a:solidFill>
                <a:srgbClr val="000000"/>
              </a:solidFill>
              <a:latin typeface="Arial"/>
            </a:endParaRPr>
          </a:p>
        </p:txBody>
      </p:sp>
      <p:pic>
        <p:nvPicPr>
          <p:cNvPr id="587" name="Picture 11" descr=""/>
          <p:cNvPicPr/>
          <p:nvPr/>
        </p:nvPicPr>
        <p:blipFill>
          <a:blip r:embed="rId1"/>
          <a:stretch/>
        </p:blipFill>
        <p:spPr>
          <a:xfrm>
            <a:off x="8689320" y="481320"/>
            <a:ext cx="2846160" cy="1744560"/>
          </a:xfrm>
          <a:prstGeom prst="rect">
            <a:avLst/>
          </a:prstGeom>
          <a:ln w="0">
            <a:noFill/>
          </a:ln>
        </p:spPr>
      </p:pic>
      <p:sp>
        <p:nvSpPr>
          <p:cNvPr id="4" name="PlaceHolder 3"/>
          <p:cNvSpPr>
            <a:spLocks noGrp="1"/>
          </p:cNvSpPr>
          <p:nvPr>
            <p:ph type="sldNum" idx="29"/>
          </p:nvPr>
        </p:nvSpPr>
        <p:spPr/>
        <p:txBody>
          <a:bodyPr/>
          <a:p>
            <a:fld id="{60636224-4337-4A23-AFB7-757328E0CE53}" type="slidenum">
              <a:t>3</a:t>
            </a:fld>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5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5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1" lang="en-US" sz="3600" spc="-1" strike="noStrike">
                <a:solidFill>
                  <a:schemeClr val="dk1">
                    <a:lumMod val="85000"/>
                    <a:lumOff val="15000"/>
                  </a:schemeClr>
                </a:solidFill>
                <a:latin typeface="Century Gothic"/>
              </a:rPr>
              <a:t>Course Purpose</a:t>
            </a:r>
            <a:endParaRPr b="0" lang="en-US" sz="3600" spc="-1" strike="noStrike">
              <a:solidFill>
                <a:schemeClr val="dk1"/>
              </a:solidFill>
              <a:latin typeface="Century Gothic"/>
            </a:endParaRPr>
          </a:p>
        </p:txBody>
      </p:sp>
      <p:sp>
        <p:nvSpPr>
          <p:cNvPr id="589" name="PlaceHolder 2"/>
          <p:cNvSpPr>
            <a:spLocks noGrp="1"/>
          </p:cNvSpPr>
          <p:nvPr>
            <p:ph/>
          </p:nvPr>
        </p:nvSpPr>
        <p:spPr>
          <a:xfrm>
            <a:off x="1091520" y="1594080"/>
            <a:ext cx="10413000" cy="5667840"/>
          </a:xfrm>
          <a:prstGeom prst="rect">
            <a:avLst/>
          </a:prstGeom>
          <a:noFill/>
          <a:ln w="0">
            <a:noFill/>
          </a:ln>
        </p:spPr>
        <p:txBody>
          <a:bodyPr lIns="91440" rIns="91440" tIns="45720" bIns="45720" anchor="t">
            <a:normAutofit/>
          </a:bodyPr>
          <a:p>
            <a:pPr marL="343080" indent="-343080" algn="just" defTabSz="457200">
              <a:lnSpc>
                <a:spcPct val="100000"/>
              </a:lnSpc>
              <a:spcBef>
                <a:spcPts val="1001"/>
              </a:spcBef>
              <a:buClr>
                <a:srgbClr val="a53010"/>
              </a:buClr>
              <a:buFont typeface="Wingdings 3" charset="2"/>
              <a:buChar char=""/>
            </a:pPr>
            <a:r>
              <a:rPr b="0" lang="en-US" sz="2800" spc="-1" strike="noStrike">
                <a:solidFill>
                  <a:schemeClr val="dk1">
                    <a:lumMod val="75000"/>
                    <a:lumOff val="25000"/>
                  </a:schemeClr>
                </a:solidFill>
                <a:latin typeface="Century Gothic"/>
              </a:rPr>
              <a:t>This course will provide learners with knowledge on the manufacture process of cement, manufacture and properties of concrete, testing of concrete and durability </a:t>
            </a:r>
            <a:endParaRPr b="0" lang="en-US" sz="2800" spc="-1" strike="noStrike">
              <a:solidFill>
                <a:schemeClr val="dk1">
                  <a:lumMod val="75000"/>
                  <a:lumOff val="25000"/>
                </a:schemeClr>
              </a:solidFill>
              <a:latin typeface="Century Gothic"/>
            </a:endParaRPr>
          </a:p>
          <a:p>
            <a:pPr indent="0" algn="just" defTabSz="457200">
              <a:lnSpc>
                <a:spcPct val="100000"/>
              </a:lnSpc>
              <a:spcBef>
                <a:spcPts val="1001"/>
              </a:spcBef>
              <a:buNone/>
              <a:tabLst>
                <a:tab algn="l" pos="0"/>
              </a:tabLst>
            </a:pPr>
            <a:r>
              <a:rPr b="0" lang="en-US" sz="2800" spc="-1" strike="noStrike">
                <a:solidFill>
                  <a:schemeClr val="dk1">
                    <a:lumMod val="75000"/>
                    <a:lumOff val="25000"/>
                  </a:schemeClr>
                </a:solidFill>
                <a:latin typeface="Century Gothic"/>
              </a:rPr>
              <a:t>    </a:t>
            </a:r>
            <a:r>
              <a:rPr b="0" lang="en-US" sz="2800" spc="-1" strike="noStrike">
                <a:solidFill>
                  <a:schemeClr val="dk1">
                    <a:lumMod val="75000"/>
                    <a:lumOff val="25000"/>
                  </a:schemeClr>
                </a:solidFill>
                <a:latin typeface="Century Gothic"/>
              </a:rPr>
              <a:t>properties of concrete.</a:t>
            </a:r>
            <a:endParaRPr b="0" lang="en-US" sz="2800" spc="-1" strike="noStrike">
              <a:solidFill>
                <a:schemeClr val="dk1">
                  <a:lumMod val="75000"/>
                  <a:lumOff val="25000"/>
                </a:schemeClr>
              </a:solidFill>
              <a:latin typeface="Century Gothic"/>
            </a:endParaRPr>
          </a:p>
        </p:txBody>
      </p:sp>
      <p:sp>
        <p:nvSpPr>
          <p:cNvPr id="590" name="PlaceHolder 3"/>
          <p:cNvSpPr>
            <a:spLocks noGrp="1"/>
          </p:cNvSpPr>
          <p:nvPr>
            <p:ph type="sldNum" idx="54"/>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title"/>
          </p:nvPr>
        </p:nvSpPr>
        <p:spPr>
          <a:xfrm>
            <a:off x="2592720" y="624240"/>
            <a:ext cx="8911080" cy="1269720"/>
          </a:xfrm>
          <a:prstGeom prst="rect">
            <a:avLst/>
          </a:prstGeom>
          <a:noFill/>
          <a:ln w="0">
            <a:noFill/>
          </a:ln>
        </p:spPr>
        <p:txBody>
          <a:bodyPr lIns="91440" rIns="91440" tIns="45720" bIns="45720" anchor="t">
            <a:noAutofit/>
          </a:bodyPr>
          <a:p>
            <a:pPr indent="0" defTabSz="457200">
              <a:lnSpc>
                <a:spcPct val="100000"/>
              </a:lnSpc>
              <a:buNone/>
            </a:pPr>
            <a:r>
              <a:rPr b="1" lang="en-US" sz="3600" spc="-1" strike="noStrike">
                <a:solidFill>
                  <a:schemeClr val="dk1">
                    <a:lumMod val="85000"/>
                    <a:lumOff val="15000"/>
                  </a:schemeClr>
                </a:solidFill>
                <a:latin typeface="Century Gothic"/>
              </a:rPr>
              <a:t>Expected </a:t>
            </a:r>
            <a:r>
              <a:rPr b="1" lang="en-GB" sz="3600" spc="-1" strike="noStrike">
                <a:solidFill>
                  <a:schemeClr val="dk1">
                    <a:lumMod val="85000"/>
                    <a:lumOff val="15000"/>
                  </a:schemeClr>
                </a:solidFill>
                <a:latin typeface="Century Gothic"/>
              </a:rPr>
              <a:t>Learning Outcomes</a:t>
            </a:r>
            <a:endParaRPr b="0" lang="en-US" sz="3600" spc="-1" strike="noStrike">
              <a:solidFill>
                <a:schemeClr val="dk1"/>
              </a:solidFill>
              <a:latin typeface="Century Gothic"/>
            </a:endParaRPr>
          </a:p>
        </p:txBody>
      </p:sp>
      <p:sp>
        <p:nvSpPr>
          <p:cNvPr id="592" name="PlaceHolder 2"/>
          <p:cNvSpPr>
            <a:spLocks noGrp="1"/>
          </p:cNvSpPr>
          <p:nvPr>
            <p:ph/>
          </p:nvPr>
        </p:nvSpPr>
        <p:spPr>
          <a:xfrm>
            <a:off x="757440" y="1675800"/>
            <a:ext cx="11433960" cy="377712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1800" spc="-1" strike="noStrike">
                <a:solidFill>
                  <a:schemeClr val="dk1">
                    <a:lumMod val="75000"/>
                    <a:lumOff val="25000"/>
                  </a:schemeClr>
                </a:solidFill>
                <a:latin typeface="Century Gothic"/>
              </a:rPr>
              <a:t>At the end of the course, a learner should be able to: </a:t>
            </a:r>
            <a:endParaRPr b="0" lang="en-US" sz="1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AutoNum type="arabicPeriod"/>
              <a:tabLst>
                <a:tab algn="l" pos="0"/>
              </a:tabLst>
            </a:pPr>
            <a:r>
              <a:rPr b="0" lang="en-US" sz="1800" spc="-1" strike="noStrike">
                <a:solidFill>
                  <a:schemeClr val="dk1">
                    <a:lumMod val="75000"/>
                    <a:lumOff val="25000"/>
                  </a:schemeClr>
                </a:solidFill>
                <a:latin typeface="Century Gothic"/>
              </a:rPr>
              <a:t>Understand the elements (</a:t>
            </a:r>
            <a:r>
              <a:rPr b="0" lang="en-GB" sz="1800" spc="-1" strike="noStrike">
                <a:solidFill>
                  <a:schemeClr val="dk1">
                    <a:lumMod val="75000"/>
                    <a:lumOff val="25000"/>
                  </a:schemeClr>
                </a:solidFill>
                <a:latin typeface="Century Gothic"/>
              </a:rPr>
              <a:t>components</a:t>
            </a:r>
            <a:r>
              <a:rPr b="0" lang="en-US" sz="1800" spc="-1" strike="noStrike">
                <a:solidFill>
                  <a:schemeClr val="dk1">
                    <a:lumMod val="75000"/>
                    <a:lumOff val="25000"/>
                  </a:schemeClr>
                </a:solidFill>
                <a:latin typeface="Century Gothic"/>
              </a:rPr>
              <a:t>)</a:t>
            </a:r>
            <a:r>
              <a:rPr b="0" lang="en-GB" sz="1800" spc="-1" strike="noStrike">
                <a:solidFill>
                  <a:schemeClr val="dk1">
                    <a:lumMod val="75000"/>
                    <a:lumOff val="25000"/>
                  </a:schemeClr>
                </a:solidFill>
                <a:latin typeface="Century Gothic"/>
              </a:rPr>
              <a:t> </a:t>
            </a:r>
            <a:r>
              <a:rPr b="0" lang="en-US" sz="1800" spc="-1" strike="noStrike">
                <a:solidFill>
                  <a:schemeClr val="dk1">
                    <a:lumMod val="75000"/>
                    <a:lumOff val="25000"/>
                  </a:schemeClr>
                </a:solidFill>
                <a:latin typeface="Century Gothic"/>
              </a:rPr>
              <a:t>and benefits </a:t>
            </a:r>
            <a:r>
              <a:rPr b="0" lang="en-GB" sz="1800" spc="-1" strike="noStrike">
                <a:solidFill>
                  <a:schemeClr val="dk1">
                    <a:lumMod val="75000"/>
                    <a:lumOff val="25000"/>
                  </a:schemeClr>
                </a:solidFill>
                <a:latin typeface="Century Gothic"/>
              </a:rPr>
              <a:t>of concrete</a:t>
            </a:r>
            <a:endParaRPr b="0" lang="en-US" sz="1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AutoNum type="arabicPeriod"/>
              <a:tabLst>
                <a:tab algn="l" pos="0"/>
              </a:tabLst>
            </a:pPr>
            <a:r>
              <a:rPr b="0" lang="en-US" sz="1800" spc="-1" strike="noStrike">
                <a:solidFill>
                  <a:schemeClr val="dk1">
                    <a:lumMod val="75000"/>
                    <a:lumOff val="25000"/>
                  </a:schemeClr>
                </a:solidFill>
                <a:latin typeface="Century Gothic"/>
              </a:rPr>
              <a:t>Understand the intricacies of the process of the manufacture of cement, including quality control of the manufacture process as well as the resulting environmental concerns. </a:t>
            </a:r>
            <a:endParaRPr b="0" lang="en-US" sz="1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AutoNum type="arabicPeriod"/>
              <a:tabLst>
                <a:tab algn="l" pos="0"/>
              </a:tabLst>
            </a:pPr>
            <a:r>
              <a:rPr b="0" lang="en-US" sz="1800" spc="-1" strike="noStrike">
                <a:solidFill>
                  <a:schemeClr val="dk1">
                    <a:lumMod val="75000"/>
                    <a:lumOff val="25000"/>
                  </a:schemeClr>
                </a:solidFill>
                <a:latin typeface="Century Gothic"/>
              </a:rPr>
              <a:t>Understand the process of manufacture of concrete, quality control of the process, testing of concrete and properties of both plastic and hardened concrete. </a:t>
            </a:r>
            <a:endParaRPr b="0" lang="en-US" sz="1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AutoNum type="arabicPeriod"/>
              <a:tabLst>
                <a:tab algn="l" pos="0"/>
              </a:tabLst>
            </a:pPr>
            <a:r>
              <a:rPr b="0" lang="en-US" sz="1800" spc="-1" strike="noStrike">
                <a:solidFill>
                  <a:schemeClr val="dk1">
                    <a:lumMod val="75000"/>
                    <a:lumOff val="25000"/>
                  </a:schemeClr>
                </a:solidFill>
                <a:latin typeface="Century Gothic"/>
              </a:rPr>
              <a:t>Understand durability aspects of hardened concrete including concrete thermal properties and corrosion of steel in concrete.</a:t>
            </a:r>
            <a:endParaRPr b="0" lang="en-US" sz="1800" spc="-1" strike="noStrike">
              <a:solidFill>
                <a:schemeClr val="dk1">
                  <a:lumMod val="75000"/>
                  <a:lumOff val="25000"/>
                </a:schemeClr>
              </a:solidFill>
              <a:latin typeface="Century Gothic"/>
            </a:endParaRPr>
          </a:p>
          <a:p>
            <a:pPr indent="0" defTabSz="457200">
              <a:lnSpc>
                <a:spcPct val="100000"/>
              </a:lnSpc>
              <a:spcBef>
                <a:spcPts val="1001"/>
              </a:spcBef>
              <a:buNone/>
              <a:tabLst>
                <a:tab algn="l" pos="0"/>
              </a:tabLst>
            </a:pPr>
            <a:endParaRPr b="0" lang="en-US" sz="1800" spc="-1" strike="noStrike">
              <a:solidFill>
                <a:schemeClr val="dk1">
                  <a:lumMod val="75000"/>
                  <a:lumOff val="25000"/>
                </a:schemeClr>
              </a:solidFill>
              <a:latin typeface="Century Gothic"/>
            </a:endParaRPr>
          </a:p>
          <a:p>
            <a:pPr indent="0" defTabSz="457200">
              <a:lnSpc>
                <a:spcPct val="100000"/>
              </a:lnSpc>
              <a:spcBef>
                <a:spcPts val="1001"/>
              </a:spcBef>
              <a:buNone/>
              <a:tabLst>
                <a:tab algn="l" pos="0"/>
              </a:tabLst>
            </a:pPr>
            <a:endParaRPr b="0" lang="en-US" sz="1800" spc="-1" strike="noStrike">
              <a:solidFill>
                <a:schemeClr val="dk1">
                  <a:lumMod val="75000"/>
                  <a:lumOff val="25000"/>
                </a:schemeClr>
              </a:solidFill>
              <a:latin typeface="Century Gothic"/>
            </a:endParaRPr>
          </a:p>
        </p:txBody>
      </p:sp>
      <p:sp>
        <p:nvSpPr>
          <p:cNvPr id="593" name="PlaceHolder 3"/>
          <p:cNvSpPr>
            <a:spLocks noGrp="1"/>
          </p:cNvSpPr>
          <p:nvPr>
            <p:ph type="sldNum" idx="55"/>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title"/>
          </p:nvPr>
        </p:nvSpPr>
        <p:spPr>
          <a:xfrm>
            <a:off x="2592720" y="624240"/>
            <a:ext cx="8911080" cy="1269720"/>
          </a:xfrm>
          <a:prstGeom prst="rect">
            <a:avLst/>
          </a:prstGeom>
          <a:noFill/>
          <a:ln w="0">
            <a:noFill/>
          </a:ln>
        </p:spPr>
        <p:txBody>
          <a:bodyPr lIns="91440" rIns="91440" tIns="45720" bIns="45720" anchor="t">
            <a:noAutofit/>
          </a:bodyPr>
          <a:p>
            <a:pPr indent="0" defTabSz="457200">
              <a:lnSpc>
                <a:spcPct val="100000"/>
              </a:lnSpc>
              <a:buNone/>
            </a:pPr>
            <a:r>
              <a:rPr b="1" lang="en-GB" sz="3600" spc="-1" strike="noStrike">
                <a:solidFill>
                  <a:schemeClr val="dk1">
                    <a:lumMod val="85000"/>
                    <a:lumOff val="15000"/>
                  </a:schemeClr>
                </a:solidFill>
                <a:latin typeface="Century Gothic"/>
              </a:rPr>
              <a:t>Course </a:t>
            </a:r>
            <a:r>
              <a:rPr b="1" lang="en-US" sz="3600" spc="-1" strike="noStrike">
                <a:solidFill>
                  <a:schemeClr val="dk1">
                    <a:lumMod val="85000"/>
                    <a:lumOff val="15000"/>
                  </a:schemeClr>
                </a:solidFill>
                <a:latin typeface="Century Gothic"/>
              </a:rPr>
              <a:t>Content</a:t>
            </a:r>
            <a:endParaRPr b="0" lang="en-US" sz="3600" spc="-1" strike="noStrike">
              <a:solidFill>
                <a:schemeClr val="dk1"/>
              </a:solidFill>
              <a:latin typeface="Century Gothic"/>
            </a:endParaRPr>
          </a:p>
        </p:txBody>
      </p:sp>
      <p:sp>
        <p:nvSpPr>
          <p:cNvPr id="595" name="PlaceHolder 2"/>
          <p:cNvSpPr>
            <a:spLocks noGrp="1"/>
          </p:cNvSpPr>
          <p:nvPr>
            <p:ph/>
          </p:nvPr>
        </p:nvSpPr>
        <p:spPr>
          <a:xfrm>
            <a:off x="1460520" y="1540440"/>
            <a:ext cx="10298880" cy="3777120"/>
          </a:xfrm>
          <a:prstGeom prst="rect">
            <a:avLst/>
          </a:prstGeom>
          <a:noFill/>
          <a:ln w="0">
            <a:noFill/>
          </a:ln>
        </p:spPr>
        <p:txBody>
          <a:bodyPr lIns="91440" rIns="91440" tIns="45720" bIns="45720" anchor="t">
            <a:normAutofit fontScale="93333" lnSpcReduction="10000"/>
          </a:bodyPr>
          <a:p>
            <a:pPr marL="343080" indent="-343080" algn="just" defTabSz="457200">
              <a:lnSpc>
                <a:spcPct val="100000"/>
              </a:lnSpc>
              <a:spcBef>
                <a:spcPts val="1001"/>
              </a:spcBef>
              <a:buClr>
                <a:srgbClr val="a53010"/>
              </a:buClr>
              <a:buFont typeface="Times New Roman"/>
              <a:buAutoNum type="arabicPeriod"/>
              <a:tabLst>
                <a:tab algn="ctr" pos="2865600"/>
                <a:tab algn="r" pos="5731560"/>
              </a:tabLst>
            </a:pPr>
            <a:r>
              <a:rPr b="0" lang="en-GB" sz="1800" spc="-1" strike="noStrike">
                <a:solidFill>
                  <a:schemeClr val="dk1">
                    <a:lumMod val="75000"/>
                    <a:lumOff val="25000"/>
                  </a:schemeClr>
                </a:solidFill>
                <a:latin typeface="Segoe UI"/>
                <a:ea typeface="Calibri"/>
              </a:rPr>
              <a:t>Manufacture and properties of inorganic cements – Portland cement</a:t>
            </a:r>
            <a:endParaRPr b="0" lang="en-US" sz="1800" spc="-1" strike="noStrike">
              <a:solidFill>
                <a:schemeClr val="dk1">
                  <a:lumMod val="75000"/>
                  <a:lumOff val="25000"/>
                </a:schemeClr>
              </a:solidFill>
              <a:latin typeface="Century Gothic"/>
            </a:endParaRPr>
          </a:p>
          <a:p>
            <a:pPr marL="343080" indent="-343080" algn="just" defTabSz="457200">
              <a:lnSpc>
                <a:spcPct val="100000"/>
              </a:lnSpc>
              <a:spcBef>
                <a:spcPts val="1001"/>
              </a:spcBef>
              <a:buClr>
                <a:srgbClr val="a53010"/>
              </a:buClr>
              <a:buFont typeface="Times New Roman"/>
              <a:buAutoNum type="arabicPeriod"/>
              <a:tabLst>
                <a:tab algn="ctr" pos="2865600"/>
                <a:tab algn="r" pos="5731560"/>
              </a:tabLst>
            </a:pPr>
            <a:r>
              <a:rPr b="0" lang="en-GB" sz="1800" spc="-1" strike="noStrike">
                <a:solidFill>
                  <a:schemeClr val="dk1">
                    <a:lumMod val="75000"/>
                    <a:lumOff val="25000"/>
                  </a:schemeClr>
                </a:solidFill>
                <a:latin typeface="Segoe UI"/>
                <a:ea typeface="Calibri"/>
              </a:rPr>
              <a:t>Hydration of Portland cement</a:t>
            </a:r>
            <a:endParaRPr b="0" lang="en-US" sz="1800" spc="-1" strike="noStrike">
              <a:solidFill>
                <a:schemeClr val="dk1">
                  <a:lumMod val="75000"/>
                  <a:lumOff val="25000"/>
                </a:schemeClr>
              </a:solidFill>
              <a:latin typeface="Century Gothic"/>
            </a:endParaRPr>
          </a:p>
          <a:p>
            <a:pPr marL="343080" indent="-343080" algn="just" defTabSz="457200">
              <a:lnSpc>
                <a:spcPct val="100000"/>
              </a:lnSpc>
              <a:spcBef>
                <a:spcPts val="1001"/>
              </a:spcBef>
              <a:buClr>
                <a:srgbClr val="a53010"/>
              </a:buClr>
              <a:buFont typeface="Times New Roman"/>
              <a:buAutoNum type="arabicPeriod"/>
              <a:tabLst>
                <a:tab algn="ctr" pos="2865600"/>
                <a:tab algn="r" pos="5731560"/>
              </a:tabLst>
            </a:pPr>
            <a:r>
              <a:rPr b="0" lang="en-GB" sz="1800" spc="-1" strike="noStrike">
                <a:solidFill>
                  <a:schemeClr val="dk1">
                    <a:lumMod val="75000"/>
                    <a:lumOff val="25000"/>
                  </a:schemeClr>
                </a:solidFill>
                <a:latin typeface="Segoe UI"/>
                <a:ea typeface="Calibri"/>
              </a:rPr>
              <a:t>Rheology of fresh concrete – workability and segregation</a:t>
            </a:r>
            <a:endParaRPr b="0" lang="en-US" sz="1800" spc="-1" strike="noStrike">
              <a:solidFill>
                <a:schemeClr val="dk1">
                  <a:lumMod val="75000"/>
                  <a:lumOff val="25000"/>
                </a:schemeClr>
              </a:solidFill>
              <a:latin typeface="Century Gothic"/>
            </a:endParaRPr>
          </a:p>
          <a:p>
            <a:pPr marL="343080" indent="-343080" algn="just" defTabSz="457200">
              <a:lnSpc>
                <a:spcPct val="100000"/>
              </a:lnSpc>
              <a:spcBef>
                <a:spcPts val="1001"/>
              </a:spcBef>
              <a:buClr>
                <a:srgbClr val="a53010"/>
              </a:buClr>
              <a:buFont typeface="Times New Roman"/>
              <a:buAutoNum type="arabicPeriod"/>
              <a:tabLst>
                <a:tab algn="ctr" pos="2865600"/>
                <a:tab algn="r" pos="5731560"/>
              </a:tabLst>
            </a:pPr>
            <a:r>
              <a:rPr b="0" lang="en-GB" sz="1800" spc="-1" strike="noStrike">
                <a:solidFill>
                  <a:schemeClr val="dk1">
                    <a:lumMod val="75000"/>
                    <a:lumOff val="25000"/>
                  </a:schemeClr>
                </a:solidFill>
                <a:latin typeface="Segoe UI"/>
                <a:ea typeface="Calibri"/>
              </a:rPr>
              <a:t>Properties of hardened concrete – concrete compressive and tensile strengths, creep and shrinkage</a:t>
            </a:r>
            <a:endParaRPr b="0" lang="en-US" sz="1800" spc="-1" strike="noStrike">
              <a:solidFill>
                <a:schemeClr val="dk1">
                  <a:lumMod val="75000"/>
                  <a:lumOff val="25000"/>
                </a:schemeClr>
              </a:solidFill>
              <a:latin typeface="Century Gothic"/>
            </a:endParaRPr>
          </a:p>
          <a:p>
            <a:pPr marL="343080" indent="-343080" algn="just" defTabSz="457200">
              <a:lnSpc>
                <a:spcPct val="100000"/>
              </a:lnSpc>
              <a:spcBef>
                <a:spcPts val="1001"/>
              </a:spcBef>
              <a:buClr>
                <a:srgbClr val="a53010"/>
              </a:buClr>
              <a:buFont typeface="Times New Roman"/>
              <a:buAutoNum type="arabicPeriod"/>
              <a:tabLst>
                <a:tab algn="ctr" pos="2865600"/>
                <a:tab algn="r" pos="5731560"/>
              </a:tabLst>
            </a:pPr>
            <a:r>
              <a:rPr b="0" lang="en-GB" sz="1800" spc="-1" strike="noStrike">
                <a:solidFill>
                  <a:schemeClr val="dk1">
                    <a:lumMod val="75000"/>
                    <a:lumOff val="25000"/>
                  </a:schemeClr>
                </a:solidFill>
                <a:latin typeface="Segoe UI"/>
                <a:ea typeface="Calibri"/>
              </a:rPr>
              <a:t>Manufacture of concrete – ready mix concrete </a:t>
            </a:r>
            <a:endParaRPr b="0" lang="en-US" sz="1800" spc="-1" strike="noStrike">
              <a:solidFill>
                <a:schemeClr val="dk1">
                  <a:lumMod val="75000"/>
                  <a:lumOff val="25000"/>
                </a:schemeClr>
              </a:solidFill>
              <a:latin typeface="Century Gothic"/>
            </a:endParaRPr>
          </a:p>
          <a:p>
            <a:pPr marL="343080" indent="-343080" algn="just" defTabSz="457200">
              <a:lnSpc>
                <a:spcPct val="100000"/>
              </a:lnSpc>
              <a:spcBef>
                <a:spcPts val="1001"/>
              </a:spcBef>
              <a:buClr>
                <a:srgbClr val="a53010"/>
              </a:buClr>
              <a:buFont typeface="Times New Roman"/>
              <a:buAutoNum type="arabicPeriod"/>
              <a:tabLst>
                <a:tab algn="ctr" pos="2865600"/>
                <a:tab algn="r" pos="5731560"/>
              </a:tabLst>
            </a:pPr>
            <a:r>
              <a:rPr b="0" lang="en-GB" sz="1800" spc="-1" strike="noStrike">
                <a:solidFill>
                  <a:schemeClr val="dk1">
                    <a:lumMod val="75000"/>
                    <a:lumOff val="25000"/>
                  </a:schemeClr>
                </a:solidFill>
                <a:latin typeface="Segoe UI"/>
                <a:ea typeface="Calibri"/>
              </a:rPr>
              <a:t>Concrete mix design</a:t>
            </a:r>
            <a:endParaRPr b="0" lang="en-US" sz="1800" spc="-1" strike="noStrike">
              <a:solidFill>
                <a:schemeClr val="dk1">
                  <a:lumMod val="75000"/>
                  <a:lumOff val="25000"/>
                </a:schemeClr>
              </a:solidFill>
              <a:latin typeface="Century Gothic"/>
            </a:endParaRPr>
          </a:p>
          <a:p>
            <a:pPr marL="343080" indent="-343080" algn="just" defTabSz="457200">
              <a:lnSpc>
                <a:spcPct val="100000"/>
              </a:lnSpc>
              <a:spcBef>
                <a:spcPts val="1001"/>
              </a:spcBef>
              <a:buClr>
                <a:srgbClr val="a53010"/>
              </a:buClr>
              <a:buFont typeface="Times New Roman"/>
              <a:buAutoNum type="arabicPeriod"/>
              <a:tabLst>
                <a:tab algn="ctr" pos="2865600"/>
                <a:tab algn="r" pos="5731560"/>
              </a:tabLst>
            </a:pPr>
            <a:r>
              <a:rPr b="0" lang="en-GB" sz="1800" spc="-1" strike="noStrike">
                <a:solidFill>
                  <a:schemeClr val="dk1">
                    <a:lumMod val="75000"/>
                    <a:lumOff val="25000"/>
                  </a:schemeClr>
                </a:solidFill>
                <a:latin typeface="Segoe UI"/>
                <a:ea typeface="Calibri"/>
              </a:rPr>
              <a:t>Non-destructive testing of concrete</a:t>
            </a:r>
            <a:endParaRPr b="0" lang="en-US" sz="1800" spc="-1" strike="noStrike">
              <a:solidFill>
                <a:schemeClr val="dk1">
                  <a:lumMod val="75000"/>
                  <a:lumOff val="25000"/>
                </a:schemeClr>
              </a:solidFill>
              <a:latin typeface="Century Gothic"/>
            </a:endParaRPr>
          </a:p>
          <a:p>
            <a:pPr marL="343080" indent="-343080" algn="just" defTabSz="457200">
              <a:lnSpc>
                <a:spcPct val="100000"/>
              </a:lnSpc>
              <a:spcBef>
                <a:spcPts val="1001"/>
              </a:spcBef>
              <a:buClr>
                <a:srgbClr val="a53010"/>
              </a:buClr>
              <a:buFont typeface="Times New Roman"/>
              <a:buAutoNum type="arabicPeriod"/>
              <a:tabLst>
                <a:tab algn="ctr" pos="2865600"/>
                <a:tab algn="r" pos="5731560"/>
              </a:tabLst>
            </a:pPr>
            <a:r>
              <a:rPr b="0" lang="en-GB" sz="1800" spc="-1" strike="noStrike">
                <a:solidFill>
                  <a:schemeClr val="dk1">
                    <a:lumMod val="75000"/>
                    <a:lumOff val="25000"/>
                  </a:schemeClr>
                </a:solidFill>
                <a:latin typeface="Segoe UI"/>
                <a:ea typeface="Calibri"/>
              </a:rPr>
              <a:t>Durability of concrete -durability quality control of concrete, corrosion of steel in concrete, thermal properties of concrete, effects of fire on concrete</a:t>
            </a:r>
            <a:endParaRPr b="0" lang="en-US" sz="1800" spc="-1" strike="noStrike">
              <a:solidFill>
                <a:schemeClr val="dk1">
                  <a:lumMod val="75000"/>
                  <a:lumOff val="25000"/>
                </a:schemeClr>
              </a:solidFill>
              <a:latin typeface="Century Gothic"/>
            </a:endParaRPr>
          </a:p>
          <a:p>
            <a:pPr marL="343080" indent="-343080" algn="just" defTabSz="457200">
              <a:lnSpc>
                <a:spcPct val="100000"/>
              </a:lnSpc>
              <a:spcBef>
                <a:spcPts val="1001"/>
              </a:spcBef>
              <a:buClr>
                <a:srgbClr val="a53010"/>
              </a:buClr>
              <a:buFont typeface="Times New Roman"/>
              <a:buAutoNum type="arabicPeriod"/>
              <a:tabLst>
                <a:tab algn="ctr" pos="2865600"/>
                <a:tab algn="r" pos="5731560"/>
              </a:tabLst>
            </a:pPr>
            <a:r>
              <a:rPr b="0" lang="en-GB" sz="1800" spc="-1" strike="noStrike">
                <a:solidFill>
                  <a:schemeClr val="dk1">
                    <a:lumMod val="75000"/>
                    <a:lumOff val="25000"/>
                  </a:schemeClr>
                </a:solidFill>
                <a:latin typeface="Segoe UI"/>
                <a:ea typeface="Calibri"/>
              </a:rPr>
              <a:t>Materials Laboratory </a:t>
            </a:r>
            <a:endParaRPr b="0" lang="en-US" sz="1800" spc="-1" strike="noStrike">
              <a:solidFill>
                <a:schemeClr val="dk1">
                  <a:lumMod val="75000"/>
                  <a:lumOff val="25000"/>
                </a:schemeClr>
              </a:solidFill>
              <a:latin typeface="Century Gothic"/>
            </a:endParaRPr>
          </a:p>
          <a:p>
            <a:pPr indent="0" defTabSz="457200">
              <a:lnSpc>
                <a:spcPct val="100000"/>
              </a:lnSpc>
              <a:spcBef>
                <a:spcPts val="1001"/>
              </a:spcBef>
              <a:buNone/>
              <a:tabLst>
                <a:tab algn="ctr" pos="2865600"/>
                <a:tab algn="r" pos="5731560"/>
              </a:tabLst>
            </a:pPr>
            <a:endParaRPr b="0" lang="en-US" sz="1800" spc="-1" strike="noStrike">
              <a:solidFill>
                <a:schemeClr val="dk1">
                  <a:lumMod val="75000"/>
                  <a:lumOff val="25000"/>
                </a:schemeClr>
              </a:solidFill>
              <a:latin typeface="Century Gothic"/>
            </a:endParaRPr>
          </a:p>
        </p:txBody>
      </p:sp>
      <p:sp>
        <p:nvSpPr>
          <p:cNvPr id="596" name="PlaceHolder 3"/>
          <p:cNvSpPr>
            <a:spLocks noGrp="1"/>
          </p:cNvSpPr>
          <p:nvPr>
            <p:ph type="sldNum" idx="56"/>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1" lang="en-GB" sz="3600" spc="-1" strike="noStrike">
                <a:solidFill>
                  <a:schemeClr val="dk1">
                    <a:lumMod val="85000"/>
                    <a:lumOff val="15000"/>
                  </a:schemeClr>
                </a:solidFill>
                <a:latin typeface="Century Gothic"/>
              </a:rPr>
              <a:t>FUNDAMENTAL PRINCIPLE</a:t>
            </a:r>
            <a:endParaRPr b="0" lang="en-US" sz="3600" spc="-1" strike="noStrike">
              <a:solidFill>
                <a:schemeClr val="dk1"/>
              </a:solidFill>
              <a:latin typeface="Century Gothic"/>
            </a:endParaRPr>
          </a:p>
        </p:txBody>
      </p:sp>
      <p:pic>
        <p:nvPicPr>
          <p:cNvPr id="598" name="Content Placeholder 3" descr=""/>
          <p:cNvPicPr/>
          <p:nvPr/>
        </p:nvPicPr>
        <p:blipFill>
          <a:blip r:embed="rId1"/>
          <a:stretch/>
        </p:blipFill>
        <p:spPr>
          <a:xfrm>
            <a:off x="3076560" y="2394720"/>
            <a:ext cx="7415280" cy="4260240"/>
          </a:xfrm>
          <a:prstGeom prst="rect">
            <a:avLst/>
          </a:prstGeom>
          <a:ln w="0">
            <a:noFill/>
          </a:ln>
        </p:spPr>
      </p:pic>
      <p:sp>
        <p:nvSpPr>
          <p:cNvPr id="599" name="TextBox 5"/>
          <p:cNvSpPr/>
          <p:nvPr/>
        </p:nvSpPr>
        <p:spPr>
          <a:xfrm>
            <a:off x="846000" y="1351440"/>
            <a:ext cx="11000520" cy="912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800" spc="-1" strike="noStrike">
                <a:solidFill>
                  <a:schemeClr val="dk1"/>
                </a:solidFill>
                <a:latin typeface="Century Gothic"/>
              </a:rPr>
              <a:t>CONCRETE = CEMENT + AGGREGATE + </a:t>
            </a:r>
            <a:r>
              <a:rPr b="1" lang="en-GB" sz="1800" spc="-1" strike="noStrike">
                <a:solidFill>
                  <a:schemeClr val="dk1"/>
                </a:solidFill>
                <a:latin typeface="Century Gothic"/>
              </a:rPr>
              <a:t>WATER</a:t>
            </a:r>
            <a:endParaRPr b="0" lang="en-US" sz="1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a:p>
            <a:pPr defTabSz="914400">
              <a:lnSpc>
                <a:spcPct val="100000"/>
              </a:lnSpc>
            </a:pPr>
            <a:r>
              <a:rPr b="1" lang="en-US" sz="1800" spc="-1" strike="noStrike">
                <a:solidFill>
                  <a:schemeClr val="dk1"/>
                </a:solidFill>
                <a:latin typeface="Century Gothic"/>
              </a:rPr>
              <a:t>CONCRETE = CEMENT + FINE AGGREGATE (Sand) + COARSE AGGREGATE (Ballast) + WATER</a:t>
            </a:r>
            <a:endParaRPr b="0" lang="en-US" sz="1800" spc="-1" strike="noStrike">
              <a:solidFill>
                <a:srgbClr val="000000"/>
              </a:solidFill>
              <a:latin typeface="Arial"/>
            </a:endParaRPr>
          </a:p>
        </p:txBody>
      </p:sp>
      <p:sp>
        <p:nvSpPr>
          <p:cNvPr id="600" name="PlaceHolder 2"/>
          <p:cNvSpPr>
            <a:spLocks noGrp="1"/>
          </p:cNvSpPr>
          <p:nvPr>
            <p:ph type="sldNum" idx="57"/>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timing>
    <p:tnLst>
      <p:par>
        <p:cTn id="11" dur="indefinite" restart="never" nodeType="tmRoot">
          <p:childTnLst>
            <p:seq>
              <p:cTn id="12" dur="indefinite" nodeType="mainSeq">
                <p:childTnLst>
                  <p:par>
                    <p:cTn id="13" fill="hold">
                      <p:stCondLst>
                        <p:cond delay="indefinite"/>
                      </p:stCondLst>
                      <p:childTnLst>
                        <p:par>
                          <p:cTn id="14" fill="hold">
                            <p:stCondLst>
                              <p:cond delay="0"/>
                            </p:stCondLst>
                            <p:childTnLst>
                              <p:par>
                                <p:cTn id="15" nodeType="clickEffect" fill="hold" presetClass="entr" presetID="1">
                                  <p:stCondLst>
                                    <p:cond delay="0"/>
                                  </p:stCondLst>
                                  <p:childTnLst>
                                    <p:set>
                                      <p:cBhvr>
                                        <p:cTn id="16" dur="1" fill="hold">
                                          <p:stCondLst>
                                            <p:cond delay="0"/>
                                          </p:stCondLst>
                                        </p:cTn>
                                        <p:tgtEl>
                                          <p:spTgt spid="5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title"/>
          </p:nvPr>
        </p:nvSpPr>
        <p:spPr>
          <a:xfrm>
            <a:off x="1994400" y="264960"/>
            <a:ext cx="8229240" cy="522720"/>
          </a:xfrm>
          <a:prstGeom prst="rect">
            <a:avLst/>
          </a:prstGeom>
          <a:noFill/>
          <a:ln w="0">
            <a:noFill/>
          </a:ln>
        </p:spPr>
        <p:txBody>
          <a:bodyPr lIns="91440" rIns="91440" tIns="45720" bIns="45720" anchor="t">
            <a:normAutofit fontScale="52541"/>
          </a:bodyPr>
          <a:p>
            <a:pPr indent="0" algn="ctr" defTabSz="457200">
              <a:lnSpc>
                <a:spcPct val="100000"/>
              </a:lnSpc>
              <a:buNone/>
            </a:pPr>
            <a:r>
              <a:rPr b="1" lang="en-US" sz="4000" spc="-1" strike="noStrike">
                <a:solidFill>
                  <a:srgbClr val="d95900"/>
                </a:solidFill>
                <a:latin typeface="Arial"/>
              </a:rPr>
              <a:t>Key Processes in the Manufacture and Application of Concrete</a:t>
            </a:r>
            <a:endParaRPr b="0" lang="en-US" sz="4000" spc="-1" strike="noStrike">
              <a:solidFill>
                <a:schemeClr val="dk1"/>
              </a:solidFill>
              <a:latin typeface="Century Gothic"/>
            </a:endParaRPr>
          </a:p>
        </p:txBody>
      </p:sp>
      <p:sp>
        <p:nvSpPr>
          <p:cNvPr id="602" name="PlaceHolder 2"/>
          <p:cNvSpPr>
            <a:spLocks noGrp="1"/>
          </p:cNvSpPr>
          <p:nvPr>
            <p:ph/>
          </p:nvPr>
        </p:nvSpPr>
        <p:spPr>
          <a:xfrm>
            <a:off x="609480" y="1153080"/>
            <a:ext cx="11441160" cy="4079520"/>
          </a:xfrm>
          <a:prstGeom prst="rect">
            <a:avLst/>
          </a:prstGeom>
          <a:noFill/>
          <a:ln w="0">
            <a:noFill/>
          </a:ln>
        </p:spPr>
        <p:txBody>
          <a:bodyPr lIns="91440" rIns="91440" tIns="45720" bIns="45720" anchor="t">
            <a:noAutofit/>
          </a:bodyPr>
          <a:p>
            <a:pPr marL="343080" indent="-343080" algn="just" defTabSz="457200">
              <a:lnSpc>
                <a:spcPct val="100000"/>
              </a:lnSpc>
              <a:spcBef>
                <a:spcPts val="1001"/>
              </a:spcBef>
              <a:buNone/>
              <a:tabLst>
                <a:tab algn="l" pos="0"/>
              </a:tabLst>
            </a:pPr>
            <a:endParaRPr b="0" lang="en-US" sz="16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Batching</a:t>
            </a:r>
            <a:r>
              <a:rPr b="0" lang="en-US" sz="2000" spc="-1" strike="noStrike">
                <a:solidFill>
                  <a:schemeClr val="dk1">
                    <a:lumMod val="75000"/>
                    <a:lumOff val="25000"/>
                  </a:schemeClr>
                </a:solidFill>
                <a:latin typeface="Century Gothic"/>
              </a:rPr>
              <a:t> - Proportioning the key ingredients of concrete whose proportions determine the final hardened concrete strength. It is more accurate to batch by weight than by volume</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Mixing</a:t>
            </a:r>
            <a:r>
              <a:rPr b="0" lang="en-US" sz="2000" spc="-1" strike="noStrike">
                <a:solidFill>
                  <a:schemeClr val="dk1">
                    <a:lumMod val="75000"/>
                    <a:lumOff val="25000"/>
                  </a:schemeClr>
                </a:solidFill>
                <a:latin typeface="Century Gothic"/>
              </a:rPr>
              <a:t> - To achieve homogeneity, consistency and uniformity; By hand using shovels or using concrete mixers</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Transportation</a:t>
            </a:r>
            <a:r>
              <a:rPr b="0" lang="en-US" sz="2000" spc="-1" strike="noStrike">
                <a:solidFill>
                  <a:schemeClr val="dk1">
                    <a:lumMod val="75000"/>
                    <a:lumOff val="25000"/>
                  </a:schemeClr>
                </a:solidFill>
                <a:latin typeface="Century Gothic"/>
              </a:rPr>
              <a:t> - Moving concrete from point of production to where it will be placed. Transportation is by use of buckets; wheel-barrows; piping; cranes; tankers with rotating containment for agitation of wet concrete to prevent it setting before it is placed etc</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Placing</a:t>
            </a:r>
            <a:r>
              <a:rPr b="0" lang="en-US" sz="2000" spc="-1" strike="noStrike">
                <a:solidFill>
                  <a:schemeClr val="dk1">
                    <a:lumMod val="75000"/>
                    <a:lumOff val="25000"/>
                  </a:schemeClr>
                </a:solidFill>
                <a:latin typeface="Century Gothic"/>
              </a:rPr>
              <a:t> - Putting concrete in formwork where it will finally rest permanently to form a structural component that provide structural strength against applied loads and forces</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Compaction</a:t>
            </a:r>
            <a:r>
              <a:rPr b="0" lang="en-US" sz="2000" spc="-1" strike="noStrike">
                <a:solidFill>
                  <a:schemeClr val="dk1">
                    <a:lumMod val="75000"/>
                    <a:lumOff val="25000"/>
                  </a:schemeClr>
                </a:solidFill>
                <a:latin typeface="Century Gothic"/>
              </a:rPr>
              <a:t> - Consolidation of concrete to achieve maximum density through removal of voids in wet concrete using tamping rods, vibrators etc to attain maximum strength</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Curing</a:t>
            </a:r>
            <a:r>
              <a:rPr b="0" lang="en-US" sz="2000" spc="-1" strike="noStrike">
                <a:solidFill>
                  <a:schemeClr val="dk1">
                    <a:lumMod val="75000"/>
                    <a:lumOff val="25000"/>
                  </a:schemeClr>
                </a:solidFill>
                <a:latin typeface="Century Gothic"/>
              </a:rPr>
              <a:t> - Maintaining wet surfaces on placed concrete for continued hydration of cement in the concrete for achievement of desired concrete strength. This is done by sprinkling water, using wet gunny bags, ponding etc</a:t>
            </a:r>
            <a:endParaRPr b="0" lang="en-US" sz="2000" spc="-1" strike="noStrike">
              <a:solidFill>
                <a:schemeClr val="dk1">
                  <a:lumMod val="75000"/>
                  <a:lumOff val="25000"/>
                </a:schemeClr>
              </a:solidFill>
              <a:latin typeface="Century Gothic"/>
            </a:endParaRPr>
          </a:p>
          <a:p>
            <a:pPr marL="343080" indent="-343080" algn="just" defTabSz="457200">
              <a:lnSpc>
                <a:spcPct val="100000"/>
              </a:lnSpc>
              <a:spcBef>
                <a:spcPts val="1001"/>
              </a:spcBef>
              <a:buNone/>
              <a:tabLst>
                <a:tab algn="l" pos="0"/>
              </a:tabLst>
            </a:pPr>
            <a:r>
              <a:rPr b="0" lang="en-US" sz="2000" spc="-1" strike="noStrike">
                <a:solidFill>
                  <a:schemeClr val="dk1">
                    <a:lumMod val="75000"/>
                    <a:lumOff val="25000"/>
                  </a:schemeClr>
                </a:solidFill>
                <a:latin typeface="Century Gothic"/>
              </a:rPr>
              <a:t>	</a:t>
            </a:r>
            <a:r>
              <a:rPr b="0" lang="en-US" sz="2000" spc="-1" strike="noStrike">
                <a:solidFill>
                  <a:schemeClr val="dk1">
                    <a:lumMod val="75000"/>
                    <a:lumOff val="25000"/>
                  </a:schemeClr>
                </a:solidFill>
                <a:latin typeface="Century Gothic"/>
              </a:rPr>
              <a:t>	</a:t>
            </a:r>
            <a:r>
              <a:rPr b="0" lang="en-US" sz="2000" spc="-1" strike="noStrike">
                <a:solidFill>
                  <a:schemeClr val="dk1">
                    <a:lumMod val="75000"/>
                    <a:lumOff val="25000"/>
                  </a:schemeClr>
                </a:solidFill>
                <a:latin typeface="Century Gothic"/>
              </a:rPr>
              <a:t>	</a:t>
            </a:r>
            <a:r>
              <a:rPr b="0" lang="en-US" sz="2000" spc="-1" strike="noStrike">
                <a:solidFill>
                  <a:schemeClr val="dk1">
                    <a:lumMod val="75000"/>
                    <a:lumOff val="25000"/>
                  </a:schemeClr>
                </a:solidFill>
                <a:latin typeface="Century Gothic"/>
              </a:rPr>
              <a:t>	</a:t>
            </a:r>
            <a:r>
              <a:rPr b="0" lang="en-US" sz="2000" spc="-1" strike="noStrike">
                <a:solidFill>
                  <a:schemeClr val="dk1">
                    <a:lumMod val="75000"/>
                    <a:lumOff val="25000"/>
                  </a:schemeClr>
                </a:solidFill>
                <a:latin typeface="Century Gothic"/>
              </a:rPr>
              <a:t>	</a:t>
            </a:r>
            <a:r>
              <a:rPr b="0" lang="en-US" sz="2000" spc="-1" strike="noStrike">
                <a:solidFill>
                  <a:schemeClr val="dk1">
                    <a:lumMod val="75000"/>
                    <a:lumOff val="25000"/>
                  </a:schemeClr>
                </a:solidFill>
                <a:latin typeface="Century Gothic"/>
              </a:rPr>
              <a:t>	</a:t>
            </a:r>
            <a:r>
              <a:rPr b="0" lang="en-US" sz="2000" spc="-1" strike="noStrike">
                <a:solidFill>
                  <a:schemeClr val="dk1">
                    <a:lumMod val="75000"/>
                    <a:lumOff val="25000"/>
                  </a:schemeClr>
                </a:solidFill>
                <a:latin typeface="Century Gothic"/>
              </a:rPr>
              <a:t>	</a:t>
            </a:r>
            <a:endParaRPr b="0" lang="en-US" sz="2000" spc="-1" strike="noStrike">
              <a:solidFill>
                <a:schemeClr val="dk1">
                  <a:lumMod val="75000"/>
                  <a:lumOff val="25000"/>
                </a:schemeClr>
              </a:solidFill>
              <a:latin typeface="Century Gothic"/>
            </a:endParaRPr>
          </a:p>
        </p:txBody>
      </p:sp>
      <p:sp>
        <p:nvSpPr>
          <p:cNvPr id="603" name="PlaceHolder 3"/>
          <p:cNvSpPr>
            <a:spLocks noGrp="1"/>
          </p:cNvSpPr>
          <p:nvPr>
            <p:ph type="sldNum" idx="58"/>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title"/>
          </p:nvPr>
        </p:nvSpPr>
        <p:spPr>
          <a:xfrm>
            <a:off x="1638000" y="1746360"/>
            <a:ext cx="8915040" cy="2262600"/>
          </a:xfrm>
          <a:prstGeom prst="rect">
            <a:avLst/>
          </a:prstGeom>
          <a:noFill/>
          <a:ln w="0">
            <a:noFill/>
          </a:ln>
        </p:spPr>
        <p:txBody>
          <a:bodyPr lIns="91440" rIns="91440" tIns="45720" bIns="45720" anchor="b">
            <a:noAutofit/>
          </a:bodyPr>
          <a:p>
            <a:pPr indent="0" defTabSz="457200">
              <a:lnSpc>
                <a:spcPct val="100000"/>
              </a:lnSpc>
              <a:buNone/>
            </a:pPr>
            <a:r>
              <a:rPr b="0" lang="en-GB" sz="5400" spc="-1" strike="noStrike">
                <a:solidFill>
                  <a:schemeClr val="dk1">
                    <a:lumMod val="85000"/>
                    <a:lumOff val="15000"/>
                  </a:schemeClr>
                </a:solidFill>
                <a:latin typeface="Century Gothic"/>
              </a:rPr>
              <a:t>THE END </a:t>
            </a:r>
            <a:endParaRPr b="0" lang="en-US" sz="5400" spc="-1" strike="noStrike">
              <a:solidFill>
                <a:schemeClr val="dk1"/>
              </a:solidFill>
              <a:latin typeface="Century Gothic"/>
            </a:endParaRPr>
          </a:p>
        </p:txBody>
      </p:sp>
      <p:sp>
        <p:nvSpPr>
          <p:cNvPr id="605" name="PlaceHolder 2"/>
          <p:cNvSpPr>
            <a:spLocks noGrp="1"/>
          </p:cNvSpPr>
          <p:nvPr>
            <p:ph type="subTitle"/>
          </p:nvPr>
        </p:nvSpPr>
        <p:spPr>
          <a:xfrm>
            <a:off x="2589120" y="4777200"/>
            <a:ext cx="8915040" cy="112608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LECTURE </a:t>
            </a:r>
            <a:r>
              <a:rPr b="0" lang="en-GB" sz="1800" spc="-1" strike="noStrike">
                <a:solidFill>
                  <a:schemeClr val="dk1">
                    <a:lumMod val="65000"/>
                    <a:lumOff val="35000"/>
                  </a:schemeClr>
                </a:solidFill>
                <a:latin typeface="Century Gothic"/>
              </a:rPr>
              <a:t>ONE</a:t>
            </a:r>
            <a:endParaRPr b="0" lang="en-US" sz="1800" spc="-1" strike="noStrike">
              <a:solidFill>
                <a:srgbClr val="000000"/>
              </a:solidFill>
              <a:latin typeface="Arial"/>
            </a:endParaRPr>
          </a:p>
        </p:txBody>
      </p:sp>
      <p:sp>
        <p:nvSpPr>
          <p:cNvPr id="606" name="PlaceHolder 3"/>
          <p:cNvSpPr>
            <a:spLocks noGrp="1"/>
          </p:cNvSpPr>
          <p:nvPr>
            <p:ph type="sldNum" idx="59"/>
          </p:nvPr>
        </p:nvSpPr>
        <p:spPr>
          <a:xfrm>
            <a:off x="160920" y="4412160"/>
            <a:ext cx="952200" cy="5968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timing>
    <p:tnLst>
      <p:par>
        <p:cTn id="17" dur="indefinite" restart="never" nodeType="tmRoot">
          <p:childTnLst>
            <p:seq>
              <p:cTn id="18" dur="indefinite" nodeType="mainSeq">
                <p:childTnLst>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605">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7.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8.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9.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TM02892315[[fn=Wisp]]</Template>
  <TotalTime>2</TotalTime>
  <Application>LibreOffice/24.2.7.2$Linux_X86_64 LibreOffice_project/420$Build-2</Application>
  <AppVersion>15.0000</AppVersion>
  <Words>3270</Words>
  <Paragraphs>95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2018-09-25T15:18:00Z</dcterms:created>
  <dc:creator>Muthomi</dc:creator>
  <dc:description/>
  <dc:language>en-US</dc:language>
  <cp:lastModifiedBy/>
  <dcterms:modified xsi:type="dcterms:W3CDTF">2025-03-24T20:15:15Z</dcterms:modified>
  <cp:revision>119</cp:revision>
  <dc:subject/>
  <dc:title>BAR 303: THEORY AND DESIGN OF STRUCTURES 3</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899832BEC785463289765A10214A7B5E_13</vt:lpwstr>
  </property>
  <property fmtid="{D5CDD505-2E9C-101B-9397-08002B2CF9AE}" pid="3" name="KSOProductBuildVer">
    <vt:lpwstr>1033-12.2.0.20323</vt:lpwstr>
  </property>
  <property fmtid="{D5CDD505-2E9C-101B-9397-08002B2CF9AE}" pid="4" name="PresentationFormat">
    <vt:lpwstr>Widescreen</vt:lpwstr>
  </property>
  <property fmtid="{D5CDD505-2E9C-101B-9397-08002B2CF9AE}" pid="5" name="Slides">
    <vt:i4>9</vt:i4>
  </property>
</Properties>
</file>