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9.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2.png" ContentType="image/png"/>
  <Override PartName="/ppt/media/image11.wmf" ContentType="image/x-wmf"/>
  <Override PartName="/ppt/media/image18.jpeg" ContentType="image/jpeg"/>
  <Override PartName="/ppt/media/image20.jpeg" ContentType="image/jpeg"/>
  <Override PartName="/ppt/media/image9.png" ContentType="image/png"/>
  <Override PartName="/ppt/media/image7.jpeg" ContentType="image/jpeg"/>
  <Override PartName="/ppt/media/image13.jpeg" ContentType="image/jpeg"/>
  <Override PartName="/ppt/media/image4.png" ContentType="image/png"/>
  <Override PartName="/ppt/media/image8.jpeg" ContentType="image/jpeg"/>
  <Override PartName="/ppt/media/image10.png" ContentType="image/png"/>
  <Override PartName="/ppt/media/image1.png" ContentType="image/png"/>
  <Override PartName="/ppt/media/image26.jpeg" ContentType="image/jpeg"/>
  <Override PartName="/ppt/media/image25.png" ContentType="image/png"/>
  <Override PartName="/ppt/media/image24.jpeg" ContentType="image/jpeg"/>
  <Override PartName="/ppt/media/image14.jpeg" ContentType="image/jpeg"/>
  <Override PartName="/ppt/media/image23.png" ContentType="image/png"/>
  <Override PartName="/ppt/media/image21.jpeg" ContentType="image/jpeg"/>
  <Override PartName="/ppt/media/image19.jpeg" ContentType="image/jpeg"/>
  <Override PartName="/ppt/media/image17.jpeg" ContentType="image/jpeg"/>
  <Override PartName="/ppt/media/image16.png" ContentType="image/png"/>
  <Override PartName="/ppt/media/image5.jpeg" ContentType="image/jpeg"/>
  <Override PartName="/ppt/media/image6.png" ContentType="image/png"/>
  <Override PartName="/ppt/media/image3.jpeg" ContentType="image/jpeg"/>
  <Override PartName="/ppt/media/image15.png" ContentType="image/png"/>
  <Override PartName="/ppt/media/image22.jpeg" ContentType="image/jpeg"/>
  <Override PartName="/ppt/media/image2.png" ContentType="image/png"/>
  <Override PartName="/ppt/embeddings/oleObject1.bin" ContentType="application/vnd.openxmlformats-officedocument.oleObject"/>
  <Override PartName="/ppt/embeddings/oleObject1.xls" ContentType="application/vnd.ms-exce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2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20.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notesSlides/notesSlide2.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4.xml.rels" ContentType="application/vnd.openxmlformats-package.relationships+xml"/>
  <Override PartName="/ppt/notesSlides/_rels/notesSlide7.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20.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9.xml.rels" ContentType="application/vnd.openxmlformats-package.relationships+xml"/>
  <Override PartName="/ppt/notesSlides/_rels/notesSlide2.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Lst>
  <p:notesMasterIdLst>
    <p:notesMasterId r:id="rId22"/>
  </p:notesMasterIdLst>
  <p:sldIdLst>
    <p:sldId id="256" r:id="rId23"/>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Lst>
  <p:sldSz cx="12192000" cy="6858000"/>
  <p:notesSz cx="7099300" cy="102346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notesMaster" Target="notesMasters/notesMaster1.xml"/><Relationship Id="rId23" Type="http://schemas.openxmlformats.org/officeDocument/2006/relationships/slide" Target="slides/slide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 Id="rId39" Type="http://schemas.openxmlformats.org/officeDocument/2006/relationships/slide" Target="slides/slide17.xml"/><Relationship Id="rId40" Type="http://schemas.openxmlformats.org/officeDocument/2006/relationships/slide" Target="slides/slide18.xml"/><Relationship Id="rId41" Type="http://schemas.openxmlformats.org/officeDocument/2006/relationships/slide" Target="slides/slide19.xml"/><Relationship Id="rId42" Type="http://schemas.openxmlformats.org/officeDocument/2006/relationships/slide" Target="slides/slide20.xml"/><Relationship Id="rId43" Type="http://schemas.openxmlformats.org/officeDocument/2006/relationships/slide" Target="slides/slide21.xml"/><Relationship Id="rId44" Type="http://schemas.openxmlformats.org/officeDocument/2006/relationships/slide" Target="slides/slide22.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25.xml"/><Relationship Id="rId48" Type="http://schemas.openxmlformats.org/officeDocument/2006/relationships/slide" Target="slides/slide26.xml"/><Relationship Id="rId49" Type="http://schemas.openxmlformats.org/officeDocument/2006/relationships/slide" Target="slides/slide27.xml"/><Relationship Id="rId50" Type="http://schemas.openxmlformats.org/officeDocument/2006/relationships/slide" Target="slides/slide28.xml"/><Relationship Id="rId51" Type="http://schemas.openxmlformats.org/officeDocument/2006/relationships/slide" Target="slides/slide29.xml"/><Relationship Id="rId5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entury Gothic"/>
              </a:rPr>
              <a:t>Click to move the slide</a:t>
            </a:r>
            <a:endParaRPr b="0" lang="en-US" sz="1800" spc="-1" strike="noStrike">
              <a:solidFill>
                <a:schemeClr val="dk1"/>
              </a:solidFill>
              <a:latin typeface="Century Gothic"/>
            </a:endParaRPr>
          </a:p>
        </p:txBody>
      </p:sp>
      <p:sp>
        <p:nvSpPr>
          <p:cNvPr id="69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697" name="PlaceHolder 4"/>
          <p:cNvSpPr>
            <a:spLocks noGrp="1"/>
          </p:cNvSpPr>
          <p:nvPr>
            <p:ph type="dt" idx="57"/>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98" name="PlaceHolder 5"/>
          <p:cNvSpPr>
            <a:spLocks noGrp="1"/>
          </p:cNvSpPr>
          <p:nvPr>
            <p:ph type="ftr" idx="58"/>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99" name="PlaceHolder 6"/>
          <p:cNvSpPr>
            <a:spLocks noGrp="1"/>
          </p:cNvSpPr>
          <p:nvPr>
            <p:ph type="sldNum" idx="59"/>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58C4476-279E-4EBD-AE30-2419E540D14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9" name="PlaceHolder 1"/>
          <p:cNvSpPr>
            <a:spLocks noGrp="1"/>
          </p:cNvSpPr>
          <p:nvPr>
            <p:ph type="sldNum" idx="62"/>
          </p:nvPr>
        </p:nvSpPr>
        <p:spPr>
          <a:xfrm>
            <a:off x="4021200" y="9721800"/>
            <a:ext cx="3076200" cy="512280"/>
          </a:xfrm>
          <a:prstGeom prst="rect">
            <a:avLst/>
          </a:prstGeom>
          <a:noFill/>
          <a:ln w="0">
            <a:noFill/>
          </a:ln>
        </p:spPr>
        <p:txBody>
          <a:bodyPr numCol="1" spcCol="0" lIns="91440" rIns="91440" tIns="45720" bIns="45720" anchor="b">
            <a:noAutofit/>
          </a:bodyPr>
          <a:p>
            <a:pPr indent="0">
              <a:buNone/>
            </a:pPr>
            <a:endParaRPr b="0" lang="en-US" sz="1200" spc="-1" strike="noStrike">
              <a:solidFill>
                <a:srgbClr val="000000"/>
              </a:solidFill>
              <a:latin typeface="Times New Roman"/>
            </a:endParaRPr>
          </a:p>
        </p:txBody>
      </p:sp>
      <p:sp>
        <p:nvSpPr>
          <p:cNvPr id="840" name="PlaceHolder 2"/>
          <p:cNvSpPr>
            <a:spLocks noGrp="1"/>
          </p:cNvSpPr>
          <p:nvPr>
            <p:ph type="sldImg"/>
          </p:nvPr>
        </p:nvSpPr>
        <p:spPr>
          <a:xfrm>
            <a:off x="479520" y="1279440"/>
            <a:ext cx="6140160" cy="3454200"/>
          </a:xfrm>
          <a:prstGeom prst="rect">
            <a:avLst/>
          </a:prstGeom>
          <a:ln w="0">
            <a:noFill/>
          </a:ln>
        </p:spPr>
      </p:sp>
      <p:sp>
        <p:nvSpPr>
          <p:cNvPr id="841" name="PlaceHolder 3"/>
          <p:cNvSpPr>
            <a:spLocks noGrp="1"/>
          </p:cNvSpPr>
          <p:nvPr>
            <p:ph type="body"/>
          </p:nvPr>
        </p:nvSpPr>
        <p:spPr>
          <a:xfrm>
            <a:off x="709560" y="4925880"/>
            <a:ext cx="5679720" cy="402876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2" name="PlaceHolder 1"/>
          <p:cNvSpPr>
            <a:spLocks noGrp="1"/>
          </p:cNvSpPr>
          <p:nvPr>
            <p:ph type="sldImg"/>
          </p:nvPr>
        </p:nvSpPr>
        <p:spPr>
          <a:xfrm>
            <a:off x="479520" y="1279440"/>
            <a:ext cx="6140160" cy="3454200"/>
          </a:xfrm>
          <a:prstGeom prst="rect">
            <a:avLst/>
          </a:prstGeom>
          <a:ln w="0">
            <a:noFill/>
          </a:ln>
        </p:spPr>
      </p:sp>
      <p:sp>
        <p:nvSpPr>
          <p:cNvPr id="843" name="PlaceHolder 2"/>
          <p:cNvSpPr>
            <a:spLocks noGrp="1"/>
          </p:cNvSpPr>
          <p:nvPr>
            <p:ph type="body"/>
          </p:nvPr>
        </p:nvSpPr>
        <p:spPr>
          <a:xfrm>
            <a:off x="709560" y="4925880"/>
            <a:ext cx="5679720" cy="402876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
        <p:nvSpPr>
          <p:cNvPr id="844" name="PlaceHolder 3"/>
          <p:cNvSpPr>
            <a:spLocks noGrp="1"/>
          </p:cNvSpPr>
          <p:nvPr>
            <p:ph type="sldNum" idx="63"/>
          </p:nvPr>
        </p:nvSpPr>
        <p:spPr>
          <a:xfrm>
            <a:off x="4021200" y="9721800"/>
            <a:ext cx="3076200" cy="512280"/>
          </a:xfrm>
          <a:prstGeom prst="rect">
            <a:avLst/>
          </a:prstGeom>
          <a:noFill/>
          <a:ln w="0">
            <a:noFill/>
          </a:ln>
        </p:spPr>
        <p:txBody>
          <a:bodyPr numCol="1" spcCol="0" lIns="91440" rIns="91440" tIns="45720" bIns="45720" anchor="b">
            <a:noAutofit/>
          </a:bodyPr>
          <a:p>
            <a:pPr indent="0">
              <a:buNone/>
            </a:pPr>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5" name="PlaceHolder 1"/>
          <p:cNvSpPr>
            <a:spLocks noGrp="1"/>
          </p:cNvSpPr>
          <p:nvPr>
            <p:ph type="sldNum" idx="64"/>
          </p:nvPr>
        </p:nvSpPr>
        <p:spPr>
          <a:xfrm>
            <a:off x="4021200" y="9721800"/>
            <a:ext cx="3076200" cy="512280"/>
          </a:xfrm>
          <a:prstGeom prst="rect">
            <a:avLst/>
          </a:prstGeom>
          <a:noFill/>
          <a:ln w="0">
            <a:noFill/>
          </a:ln>
        </p:spPr>
        <p:txBody>
          <a:bodyPr numCol="1" spcCol="0" lIns="91440" rIns="91440" tIns="45720" bIns="45720" anchor="b">
            <a:noAutofit/>
          </a:bodyPr>
          <a:p>
            <a:pPr indent="0">
              <a:buNone/>
            </a:pPr>
            <a:endParaRPr b="0" lang="en-US" sz="1200" spc="-1" strike="noStrike">
              <a:solidFill>
                <a:srgbClr val="000000"/>
              </a:solidFill>
              <a:latin typeface="Times New Roman"/>
            </a:endParaRPr>
          </a:p>
        </p:txBody>
      </p:sp>
      <p:sp>
        <p:nvSpPr>
          <p:cNvPr id="846" name="PlaceHolder 2"/>
          <p:cNvSpPr>
            <a:spLocks noGrp="1"/>
          </p:cNvSpPr>
          <p:nvPr>
            <p:ph type="sldImg"/>
          </p:nvPr>
        </p:nvSpPr>
        <p:spPr>
          <a:xfrm>
            <a:off x="479520" y="1279440"/>
            <a:ext cx="6140160" cy="3454200"/>
          </a:xfrm>
          <a:prstGeom prst="rect">
            <a:avLst/>
          </a:prstGeom>
          <a:ln w="0">
            <a:noFill/>
          </a:ln>
        </p:spPr>
      </p:sp>
      <p:sp>
        <p:nvSpPr>
          <p:cNvPr id="847" name="PlaceHolder 3"/>
          <p:cNvSpPr>
            <a:spLocks noGrp="1"/>
          </p:cNvSpPr>
          <p:nvPr>
            <p:ph type="body"/>
          </p:nvPr>
        </p:nvSpPr>
        <p:spPr>
          <a:xfrm>
            <a:off x="709560" y="4925880"/>
            <a:ext cx="5679720" cy="402876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8" name="PlaceHolder 1"/>
          <p:cNvSpPr>
            <a:spLocks noGrp="1"/>
          </p:cNvSpPr>
          <p:nvPr>
            <p:ph type="sldNum" idx="65"/>
          </p:nvPr>
        </p:nvSpPr>
        <p:spPr>
          <a:xfrm>
            <a:off x="4021200" y="9721800"/>
            <a:ext cx="3076200" cy="512280"/>
          </a:xfrm>
          <a:prstGeom prst="rect">
            <a:avLst/>
          </a:prstGeom>
          <a:noFill/>
          <a:ln w="0">
            <a:noFill/>
          </a:ln>
        </p:spPr>
        <p:txBody>
          <a:bodyPr numCol="1" spcCol="0" lIns="91440" rIns="91440" tIns="45720" bIns="45720" anchor="b">
            <a:noAutofit/>
          </a:bodyPr>
          <a:p>
            <a:pPr indent="0">
              <a:buNone/>
            </a:pPr>
            <a:endParaRPr b="0" lang="en-US" sz="1200" spc="-1" strike="noStrike">
              <a:solidFill>
                <a:srgbClr val="000000"/>
              </a:solidFill>
              <a:latin typeface="Times New Roman"/>
            </a:endParaRPr>
          </a:p>
        </p:txBody>
      </p:sp>
      <p:sp>
        <p:nvSpPr>
          <p:cNvPr id="849" name="PlaceHolder 2"/>
          <p:cNvSpPr>
            <a:spLocks noGrp="1"/>
          </p:cNvSpPr>
          <p:nvPr>
            <p:ph type="sldImg"/>
          </p:nvPr>
        </p:nvSpPr>
        <p:spPr>
          <a:xfrm>
            <a:off x="479520" y="1279440"/>
            <a:ext cx="6140160" cy="3454200"/>
          </a:xfrm>
          <a:prstGeom prst="rect">
            <a:avLst/>
          </a:prstGeom>
          <a:ln w="0">
            <a:noFill/>
          </a:ln>
        </p:spPr>
      </p:sp>
      <p:sp>
        <p:nvSpPr>
          <p:cNvPr id="850" name="PlaceHolder 3"/>
          <p:cNvSpPr>
            <a:spLocks noGrp="1"/>
          </p:cNvSpPr>
          <p:nvPr>
            <p:ph type="body"/>
          </p:nvPr>
        </p:nvSpPr>
        <p:spPr>
          <a:xfrm>
            <a:off x="709560" y="4925880"/>
            <a:ext cx="5679720" cy="402876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1" name="PlaceHolder 1"/>
          <p:cNvSpPr>
            <a:spLocks noGrp="1"/>
          </p:cNvSpPr>
          <p:nvPr>
            <p:ph type="sldNum" idx="66"/>
          </p:nvPr>
        </p:nvSpPr>
        <p:spPr>
          <a:xfrm>
            <a:off x="4021200" y="9721800"/>
            <a:ext cx="3076200" cy="512280"/>
          </a:xfrm>
          <a:prstGeom prst="rect">
            <a:avLst/>
          </a:prstGeom>
          <a:noFill/>
          <a:ln w="0">
            <a:noFill/>
          </a:ln>
        </p:spPr>
        <p:txBody>
          <a:bodyPr numCol="1" spcCol="0" lIns="91440" rIns="91440" tIns="45720" bIns="45720" anchor="b">
            <a:noAutofit/>
          </a:bodyPr>
          <a:p>
            <a:pPr indent="0">
              <a:buNone/>
            </a:pPr>
            <a:endParaRPr b="0" lang="en-US" sz="1200" spc="-1" strike="noStrike">
              <a:solidFill>
                <a:srgbClr val="000000"/>
              </a:solidFill>
              <a:latin typeface="Times New Roman"/>
            </a:endParaRPr>
          </a:p>
        </p:txBody>
      </p:sp>
      <p:sp>
        <p:nvSpPr>
          <p:cNvPr id="852" name="PlaceHolder 2"/>
          <p:cNvSpPr>
            <a:spLocks noGrp="1"/>
          </p:cNvSpPr>
          <p:nvPr>
            <p:ph type="sldImg"/>
          </p:nvPr>
        </p:nvSpPr>
        <p:spPr>
          <a:xfrm>
            <a:off x="2001960" y="547560"/>
            <a:ext cx="4871520" cy="2741400"/>
          </a:xfrm>
          <a:prstGeom prst="rect">
            <a:avLst/>
          </a:prstGeom>
          <a:ln w="0">
            <a:noFill/>
          </a:ln>
        </p:spPr>
      </p:sp>
      <p:sp>
        <p:nvSpPr>
          <p:cNvPr id="853" name="PlaceHolder 3"/>
          <p:cNvSpPr>
            <a:spLocks noGrp="1"/>
          </p:cNvSpPr>
          <p:nvPr>
            <p:ph type="body"/>
          </p:nvPr>
        </p:nvSpPr>
        <p:spPr>
          <a:xfrm>
            <a:off x="1183320" y="3472560"/>
            <a:ext cx="6507360" cy="328932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4" name="PlaceHolder 1"/>
          <p:cNvSpPr>
            <a:spLocks noGrp="1"/>
          </p:cNvSpPr>
          <p:nvPr>
            <p:ph type="sldNum" idx="67"/>
          </p:nvPr>
        </p:nvSpPr>
        <p:spPr>
          <a:xfrm>
            <a:off x="4021200" y="9721800"/>
            <a:ext cx="3076200" cy="512280"/>
          </a:xfrm>
          <a:prstGeom prst="rect">
            <a:avLst/>
          </a:prstGeom>
          <a:noFill/>
          <a:ln w="0">
            <a:noFill/>
          </a:ln>
        </p:spPr>
        <p:txBody>
          <a:bodyPr numCol="1" spcCol="0" lIns="91440" rIns="91440" tIns="45720" bIns="45720" anchor="b">
            <a:noAutofit/>
          </a:bodyPr>
          <a:p>
            <a:pPr indent="0">
              <a:buNone/>
            </a:pPr>
            <a:endParaRPr b="0" lang="en-US" sz="1200" spc="-1" strike="noStrike">
              <a:solidFill>
                <a:srgbClr val="000000"/>
              </a:solidFill>
              <a:latin typeface="Times New Roman"/>
            </a:endParaRPr>
          </a:p>
        </p:txBody>
      </p:sp>
      <p:sp>
        <p:nvSpPr>
          <p:cNvPr id="855" name="PlaceHolder 2"/>
          <p:cNvSpPr>
            <a:spLocks noGrp="1"/>
          </p:cNvSpPr>
          <p:nvPr>
            <p:ph type="sldImg"/>
          </p:nvPr>
        </p:nvSpPr>
        <p:spPr>
          <a:xfrm>
            <a:off x="2001960" y="547560"/>
            <a:ext cx="4871520" cy="2741400"/>
          </a:xfrm>
          <a:prstGeom prst="rect">
            <a:avLst/>
          </a:prstGeom>
          <a:ln w="0">
            <a:noFill/>
          </a:ln>
        </p:spPr>
      </p:sp>
      <p:sp>
        <p:nvSpPr>
          <p:cNvPr id="856" name="PlaceHolder 3"/>
          <p:cNvSpPr>
            <a:spLocks noGrp="1"/>
          </p:cNvSpPr>
          <p:nvPr>
            <p:ph type="body"/>
          </p:nvPr>
        </p:nvSpPr>
        <p:spPr>
          <a:xfrm>
            <a:off x="1183320" y="3472560"/>
            <a:ext cx="6507360" cy="328932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7" name="PlaceHolder 1"/>
          <p:cNvSpPr>
            <a:spLocks noGrp="1"/>
          </p:cNvSpPr>
          <p:nvPr>
            <p:ph type="sldImg"/>
          </p:nvPr>
        </p:nvSpPr>
        <p:spPr>
          <a:xfrm>
            <a:off x="479520" y="1279440"/>
            <a:ext cx="6140160" cy="3454200"/>
          </a:xfrm>
          <a:prstGeom prst="rect">
            <a:avLst/>
          </a:prstGeom>
          <a:ln w="0">
            <a:noFill/>
          </a:ln>
        </p:spPr>
      </p:sp>
      <p:sp>
        <p:nvSpPr>
          <p:cNvPr id="858" name="PlaceHolder 2"/>
          <p:cNvSpPr>
            <a:spLocks noGrp="1"/>
          </p:cNvSpPr>
          <p:nvPr>
            <p:ph type="body"/>
          </p:nvPr>
        </p:nvSpPr>
        <p:spPr>
          <a:xfrm>
            <a:off x="709560" y="4925880"/>
            <a:ext cx="5679720" cy="4028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59" name="PlaceHolder 3"/>
          <p:cNvSpPr>
            <a:spLocks noGrp="1"/>
          </p:cNvSpPr>
          <p:nvPr>
            <p:ph type="sldNum" idx="68"/>
          </p:nvPr>
        </p:nvSpPr>
        <p:spPr>
          <a:xfrm>
            <a:off x="4021200" y="9721800"/>
            <a:ext cx="3076200" cy="512280"/>
          </a:xfrm>
          <a:prstGeom prst="rect">
            <a:avLst/>
          </a:prstGeom>
          <a:noFill/>
          <a:ln w="0">
            <a:noFill/>
          </a:ln>
        </p:spPr>
        <p:txBody>
          <a:bodyPr lIns="91440" rIns="91440" tIns="45720" bIns="45720" anchor="b">
            <a:noAutofit/>
          </a:bodyPr>
          <a:p>
            <a:pPr indent="0">
              <a:buNone/>
            </a:pPr>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0" name="PlaceHolder 1"/>
          <p:cNvSpPr>
            <a:spLocks noGrp="1"/>
          </p:cNvSpPr>
          <p:nvPr>
            <p:ph type="sldImg"/>
          </p:nvPr>
        </p:nvSpPr>
        <p:spPr>
          <a:xfrm>
            <a:off x="479520" y="1279440"/>
            <a:ext cx="6140160" cy="3454200"/>
          </a:xfrm>
          <a:prstGeom prst="rect">
            <a:avLst/>
          </a:prstGeom>
          <a:ln w="0">
            <a:noFill/>
          </a:ln>
        </p:spPr>
      </p:sp>
      <p:sp>
        <p:nvSpPr>
          <p:cNvPr id="861" name="PlaceHolder 2"/>
          <p:cNvSpPr>
            <a:spLocks noGrp="1"/>
          </p:cNvSpPr>
          <p:nvPr>
            <p:ph type="body"/>
          </p:nvPr>
        </p:nvSpPr>
        <p:spPr>
          <a:xfrm>
            <a:off x="709560" y="4925880"/>
            <a:ext cx="5679720" cy="4028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62" name="PlaceHolder 3"/>
          <p:cNvSpPr>
            <a:spLocks noGrp="1"/>
          </p:cNvSpPr>
          <p:nvPr>
            <p:ph type="sldNum" idx="69"/>
          </p:nvPr>
        </p:nvSpPr>
        <p:spPr>
          <a:xfrm>
            <a:off x="4021200" y="9721800"/>
            <a:ext cx="3076200" cy="512280"/>
          </a:xfrm>
          <a:prstGeom prst="rect">
            <a:avLst/>
          </a:prstGeom>
          <a:noFill/>
          <a:ln w="0">
            <a:noFill/>
          </a:ln>
        </p:spPr>
        <p:txBody>
          <a:bodyPr lIns="91440" rIns="91440" tIns="45720" bIns="45720" anchor="b">
            <a:noAutofit/>
          </a:bodyPr>
          <a:p>
            <a:pPr indent="0">
              <a:buNone/>
            </a:pPr>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3" name="PlaceHolder 1"/>
          <p:cNvSpPr>
            <a:spLocks noGrp="1"/>
          </p:cNvSpPr>
          <p:nvPr>
            <p:ph type="sldNum" idx="70"/>
          </p:nvPr>
        </p:nvSpPr>
        <p:spPr>
          <a:xfrm>
            <a:off x="4021200" y="9721800"/>
            <a:ext cx="3076200" cy="512280"/>
          </a:xfrm>
          <a:prstGeom prst="rect">
            <a:avLst/>
          </a:prstGeom>
          <a:noFill/>
          <a:ln w="0">
            <a:noFill/>
          </a:ln>
        </p:spPr>
        <p:txBody>
          <a:bodyPr numCol="1" spcCol="0" lIns="91440" rIns="91440" tIns="45720" bIns="45720" anchor="b">
            <a:noAutofit/>
          </a:bodyPr>
          <a:p>
            <a:pPr indent="0">
              <a:buNone/>
            </a:pPr>
            <a:endParaRPr b="0" lang="en-US" sz="1200" spc="-1" strike="noStrike">
              <a:solidFill>
                <a:srgbClr val="000000"/>
              </a:solidFill>
              <a:latin typeface="Times New Roman"/>
            </a:endParaRPr>
          </a:p>
        </p:txBody>
      </p:sp>
      <p:sp>
        <p:nvSpPr>
          <p:cNvPr id="864" name="PlaceHolder 2"/>
          <p:cNvSpPr>
            <a:spLocks noGrp="1"/>
          </p:cNvSpPr>
          <p:nvPr>
            <p:ph type="sldImg"/>
          </p:nvPr>
        </p:nvSpPr>
        <p:spPr>
          <a:xfrm>
            <a:off x="479520" y="1279440"/>
            <a:ext cx="6140160" cy="3454200"/>
          </a:xfrm>
          <a:prstGeom prst="rect">
            <a:avLst/>
          </a:prstGeom>
          <a:ln w="0">
            <a:noFill/>
          </a:ln>
        </p:spPr>
      </p:sp>
      <p:sp>
        <p:nvSpPr>
          <p:cNvPr id="865" name="PlaceHolder 3"/>
          <p:cNvSpPr>
            <a:spLocks noGrp="1"/>
          </p:cNvSpPr>
          <p:nvPr>
            <p:ph type="body"/>
          </p:nvPr>
        </p:nvSpPr>
        <p:spPr>
          <a:xfrm>
            <a:off x="709560" y="4925880"/>
            <a:ext cx="5679720" cy="402876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6" name="PlaceHolder 1"/>
          <p:cNvSpPr>
            <a:spLocks noGrp="1"/>
          </p:cNvSpPr>
          <p:nvPr>
            <p:ph type="sldImg"/>
          </p:nvPr>
        </p:nvSpPr>
        <p:spPr>
          <a:xfrm>
            <a:off x="479520" y="1279440"/>
            <a:ext cx="6140160" cy="3454200"/>
          </a:xfrm>
          <a:prstGeom prst="rect">
            <a:avLst/>
          </a:prstGeom>
          <a:ln w="0">
            <a:noFill/>
          </a:ln>
        </p:spPr>
      </p:sp>
      <p:sp>
        <p:nvSpPr>
          <p:cNvPr id="867" name="PlaceHolder 2"/>
          <p:cNvSpPr>
            <a:spLocks noGrp="1"/>
          </p:cNvSpPr>
          <p:nvPr>
            <p:ph type="body"/>
          </p:nvPr>
        </p:nvSpPr>
        <p:spPr>
          <a:xfrm>
            <a:off x="709560" y="4925880"/>
            <a:ext cx="5679720" cy="402876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
        <p:nvSpPr>
          <p:cNvPr id="868" name="PlaceHolder 3"/>
          <p:cNvSpPr>
            <a:spLocks noGrp="1"/>
          </p:cNvSpPr>
          <p:nvPr>
            <p:ph type="sldNum" idx="71"/>
          </p:nvPr>
        </p:nvSpPr>
        <p:spPr>
          <a:xfrm>
            <a:off x="4021200" y="9721800"/>
            <a:ext cx="3076200" cy="512280"/>
          </a:xfrm>
          <a:prstGeom prst="rect">
            <a:avLst/>
          </a:prstGeom>
          <a:noFill/>
          <a:ln w="0">
            <a:noFill/>
          </a:ln>
        </p:spPr>
        <p:txBody>
          <a:bodyPr numCol="1" spcCol="0" lIns="91440" rIns="91440" tIns="45720" bIns="45720" anchor="b">
            <a:noAutofit/>
          </a:bodyPr>
          <a:p>
            <a:pPr indent="0">
              <a:buNone/>
            </a:pPr>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9" name="PlaceHolder 1"/>
          <p:cNvSpPr>
            <a:spLocks noGrp="1"/>
          </p:cNvSpPr>
          <p:nvPr>
            <p:ph type="sldNum" idx="72"/>
          </p:nvPr>
        </p:nvSpPr>
        <p:spPr>
          <a:xfrm>
            <a:off x="4021200" y="9721800"/>
            <a:ext cx="3076200" cy="512280"/>
          </a:xfrm>
          <a:prstGeom prst="rect">
            <a:avLst/>
          </a:prstGeom>
          <a:noFill/>
          <a:ln w="0">
            <a:noFill/>
          </a:ln>
        </p:spPr>
        <p:txBody>
          <a:bodyPr lIns="91440" rIns="91440" tIns="45720" bIns="45720" anchor="b">
            <a:noAutofit/>
          </a:bodyPr>
          <a:p>
            <a:pPr indent="0">
              <a:buNone/>
            </a:pPr>
            <a:endParaRPr b="0" lang="en-US" sz="1200" spc="-1" strike="noStrike">
              <a:solidFill>
                <a:srgbClr val="000000"/>
              </a:solidFill>
              <a:latin typeface="Times New Roman"/>
            </a:endParaRPr>
          </a:p>
        </p:txBody>
      </p:sp>
      <p:sp>
        <p:nvSpPr>
          <p:cNvPr id="870" name="PlaceHolder 2"/>
          <p:cNvSpPr>
            <a:spLocks noGrp="1"/>
          </p:cNvSpPr>
          <p:nvPr>
            <p:ph type="sldImg"/>
          </p:nvPr>
        </p:nvSpPr>
        <p:spPr>
          <a:xfrm>
            <a:off x="2011320" y="554040"/>
            <a:ext cx="4852800" cy="2730240"/>
          </a:xfrm>
          <a:prstGeom prst="rect">
            <a:avLst/>
          </a:prstGeom>
          <a:ln w="0">
            <a:noFill/>
          </a:ln>
        </p:spPr>
      </p:sp>
      <p:sp>
        <p:nvSpPr>
          <p:cNvPr id="871" name="PlaceHolder 3"/>
          <p:cNvSpPr>
            <a:spLocks noGrp="1"/>
          </p:cNvSpPr>
          <p:nvPr>
            <p:ph type="body"/>
          </p:nvPr>
        </p:nvSpPr>
        <p:spPr>
          <a:xfrm>
            <a:off x="1182600" y="3472920"/>
            <a:ext cx="6508800" cy="3289320"/>
          </a:xfrm>
          <a:prstGeom prst="rect">
            <a:avLst/>
          </a:prstGeom>
          <a:noFill/>
          <a:ln w="0">
            <a:noFill/>
          </a:ln>
        </p:spPr>
        <p:txBody>
          <a:bodyPr lIns="90360" rIns="90360" tIns="44280" bIns="44280" anchor="t">
            <a:noAutofit/>
          </a:bodyPr>
          <a:p>
            <a:pPr marL="216000" indent="-216000">
              <a:buNone/>
            </a:pPr>
            <a:endParaRPr b="0" lang="en-US" sz="18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 name="PlaceHolder 1"/>
          <p:cNvSpPr>
            <a:spLocks noGrp="1"/>
          </p:cNvSpPr>
          <p:nvPr>
            <p:ph type="sldImg"/>
          </p:nvPr>
        </p:nvSpPr>
        <p:spPr>
          <a:xfrm>
            <a:off x="479520" y="1279440"/>
            <a:ext cx="6140160" cy="3454200"/>
          </a:xfrm>
          <a:prstGeom prst="rect">
            <a:avLst/>
          </a:prstGeom>
          <a:ln w="0">
            <a:noFill/>
          </a:ln>
        </p:spPr>
      </p:sp>
      <p:sp>
        <p:nvSpPr>
          <p:cNvPr id="873" name="PlaceHolder 2"/>
          <p:cNvSpPr>
            <a:spLocks noGrp="1"/>
          </p:cNvSpPr>
          <p:nvPr>
            <p:ph type="body"/>
          </p:nvPr>
        </p:nvSpPr>
        <p:spPr>
          <a:xfrm>
            <a:off x="709560" y="4925880"/>
            <a:ext cx="5679720" cy="402876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
        <p:nvSpPr>
          <p:cNvPr id="874" name="PlaceHolder 3"/>
          <p:cNvSpPr>
            <a:spLocks noGrp="1"/>
          </p:cNvSpPr>
          <p:nvPr>
            <p:ph type="sldNum" idx="73"/>
          </p:nvPr>
        </p:nvSpPr>
        <p:spPr>
          <a:xfrm>
            <a:off x="4021200" y="9721800"/>
            <a:ext cx="3076200" cy="512280"/>
          </a:xfrm>
          <a:prstGeom prst="rect">
            <a:avLst/>
          </a:prstGeom>
          <a:noFill/>
          <a:ln w="0">
            <a:noFill/>
          </a:ln>
        </p:spPr>
        <p:txBody>
          <a:bodyPr numCol="1" spcCol="0" lIns="91440" rIns="91440" tIns="45720" bIns="45720" anchor="b">
            <a:noAutofit/>
          </a:bodyPr>
          <a:p>
            <a:pPr indent="0">
              <a:buNone/>
            </a:pPr>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3"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C974D0F-58CA-4BEB-B4B8-872297FB15B7}"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B79B9731-E24D-41CD-8529-EA3E3129CDF0}"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AF5B9C58-331C-4D7C-A498-06E08BE78827}"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FE50EB67-2EC1-4E2E-9EE3-43234486C7A1}"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4C4DDDDA-61C1-4BE3-ACC0-14CA5F80C87C}"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4980BD-8477-4E9C-BE75-2BF2F7DD1E4F}"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456F4E-F0A1-47EA-BD72-E8D7FDE99F76}"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302D72D6-92A4-4E5D-A4E0-06C2C4B5011B}"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Title and Content">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7BE5347D-DCB2-42E5-BF62-933B7C59DAF9}"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Title, Text, and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3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339" name="PlaceHolder 3"/>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5" name="PlaceHolder 4"/>
          <p:cNvSpPr>
            <a:spLocks noGrp="1"/>
          </p:cNvSpPr>
          <p:nvPr>
            <p:ph type="sldNum" idx="27"/>
          </p:nvPr>
        </p:nvSpPr>
        <p:spPr/>
        <p:txBody>
          <a:bodyPr/>
          <a:p>
            <a:fld id="{7E36FA0B-AA1D-46B8-8DE2-7AE73FBBB441}"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376"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7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37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37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6" name="PlaceHolder 5"/>
          <p:cNvSpPr>
            <a:spLocks noGrp="1"/>
          </p:cNvSpPr>
          <p:nvPr>
            <p:ph type="ftr" idx="29"/>
          </p:nvPr>
        </p:nvSpPr>
        <p:spPr/>
        <p:txBody>
          <a:bodyPr/>
          <a:p>
            <a:r>
              <a:t>Footer</a:t>
            </a:r>
          </a:p>
        </p:txBody>
      </p:sp>
      <p:sp>
        <p:nvSpPr>
          <p:cNvPr id="7" name="PlaceHolder 6"/>
          <p:cNvSpPr>
            <a:spLocks noGrp="1"/>
          </p:cNvSpPr>
          <p:nvPr>
            <p:ph type="sldNum" idx="30"/>
          </p:nvPr>
        </p:nvSpPr>
        <p:spPr/>
        <p:txBody>
          <a:bodyPr/>
          <a:p>
            <a:fld id="{F778F190-ECF0-47B0-9798-568FB6E2FF6D}" type="slidenum">
              <a:t>&lt;#&gt;</a:t>
            </a:fld>
          </a:p>
        </p:txBody>
      </p:sp>
      <p:sp>
        <p:nvSpPr>
          <p:cNvPr id="8" name="PlaceHolder 7"/>
          <p:cNvSpPr>
            <a:spLocks noGrp="1"/>
          </p:cNvSpPr>
          <p:nvPr>
            <p:ph type="dt" idx="28"/>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413"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41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4" name="PlaceHolder 3"/>
          <p:cNvSpPr>
            <a:spLocks noGrp="1"/>
          </p:cNvSpPr>
          <p:nvPr>
            <p:ph type="ftr" idx="32"/>
          </p:nvPr>
        </p:nvSpPr>
        <p:spPr/>
        <p:txBody>
          <a:bodyPr/>
          <a:p>
            <a:r>
              <a:t>Footer</a:t>
            </a:r>
          </a:p>
        </p:txBody>
      </p:sp>
      <p:sp>
        <p:nvSpPr>
          <p:cNvPr id="5" name="PlaceHolder 4"/>
          <p:cNvSpPr>
            <a:spLocks noGrp="1"/>
          </p:cNvSpPr>
          <p:nvPr>
            <p:ph type="sldNum" idx="33"/>
          </p:nvPr>
        </p:nvSpPr>
        <p:spPr/>
        <p:txBody>
          <a:bodyPr/>
          <a:p>
            <a:fld id="{C44A4F9F-2E3D-4FF1-839F-EE55035C84C9}" type="slidenum">
              <a:t>&lt;#&gt;</a:t>
            </a:fld>
          </a:p>
        </p:txBody>
      </p:sp>
      <p:sp>
        <p:nvSpPr>
          <p:cNvPr id="6" name="PlaceHolder 5"/>
          <p:cNvSpPr>
            <a:spLocks noGrp="1"/>
          </p:cNvSpPr>
          <p:nvPr>
            <p:ph type="dt" idx="3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Text, and 2 Content">
    <p:spTree>
      <p:nvGrpSpPr>
        <p:cNvPr id="1" name=""/>
        <p:cNvGrpSpPr/>
        <p:nvPr/>
      </p:nvGrpSpPr>
      <p:grpSpPr>
        <a:xfrm>
          <a:off x="0" y="0"/>
          <a:ext cx="0" cy="0"/>
          <a:chOff x="0" y="0"/>
          <a:chExt cx="0" cy="0"/>
        </a:xfrm>
      </p:grpSpPr>
      <p:sp>
        <p:nvSpPr>
          <p:cNvPr id="449"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45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45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45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6" name="PlaceHolder 5"/>
          <p:cNvSpPr>
            <a:spLocks noGrp="1"/>
          </p:cNvSpPr>
          <p:nvPr>
            <p:ph type="ftr" idx="35"/>
          </p:nvPr>
        </p:nvSpPr>
        <p:spPr/>
        <p:txBody>
          <a:bodyPr/>
          <a:p>
            <a:r>
              <a:t>Footer</a:t>
            </a:r>
          </a:p>
        </p:txBody>
      </p:sp>
      <p:sp>
        <p:nvSpPr>
          <p:cNvPr id="7" name="PlaceHolder 6"/>
          <p:cNvSpPr>
            <a:spLocks noGrp="1"/>
          </p:cNvSpPr>
          <p:nvPr>
            <p:ph type="dt" idx="3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2830D495-A89B-40FE-AC3F-729E5A2ED1FD}" type="slidenum">
              <a:t>&lt;#&gt;</a:t>
            </a:fld>
          </a:p>
        </p:txBody>
      </p:sp>
      <p:sp>
        <p:nvSpPr>
          <p:cNvPr id="4" name="PlaceHolder 3"/>
          <p:cNvSpPr>
            <a:spLocks noGrp="1"/>
          </p:cNvSpPr>
          <p:nvPr>
            <p:ph type="dt" idx="3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520"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52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52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E59E6251-B8CF-4283-BE49-A0FB349D15C1}" type="slidenum">
              <a:t>&lt;#&gt;</a:t>
            </a:fld>
          </a:p>
        </p:txBody>
      </p:sp>
      <p:sp>
        <p:nvSpPr>
          <p:cNvPr id="7" name="PlaceHolder 6"/>
          <p:cNvSpPr>
            <a:spLocks noGrp="1"/>
          </p:cNvSpPr>
          <p:nvPr>
            <p:ph type="dt" idx="39"/>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p>
            <a:r>
              <a:t>Footer</a:t>
            </a:r>
          </a:p>
        </p:txBody>
      </p:sp>
      <p:sp>
        <p:nvSpPr>
          <p:cNvPr id="3" name="PlaceHolder 2"/>
          <p:cNvSpPr>
            <a:spLocks noGrp="1"/>
          </p:cNvSpPr>
          <p:nvPr>
            <p:ph type="sldNum" idx="44"/>
          </p:nvPr>
        </p:nvSpPr>
        <p:spPr/>
        <p:txBody>
          <a:bodyPr/>
          <a:p>
            <a:fld id="{89D64785-CC3E-4C62-9717-F1282002138E}" type="slidenum">
              <a:t>&lt;#&gt;</a:t>
            </a:fld>
          </a:p>
        </p:txBody>
      </p:sp>
      <p:sp>
        <p:nvSpPr>
          <p:cNvPr id="4" name="PlaceHolder 3"/>
          <p:cNvSpPr>
            <a:spLocks noGrp="1"/>
          </p:cNvSpPr>
          <p:nvPr>
            <p:ph type="dt" idx="42"/>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2"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 name="PlaceHolder 2"/>
          <p:cNvSpPr>
            <a:spLocks noGrp="1"/>
          </p:cNvSpPr>
          <p:nvPr>
            <p:ph type="ftr" idx="46"/>
          </p:nvPr>
        </p:nvSpPr>
        <p:spPr/>
        <p:txBody>
          <a:bodyPr/>
          <a:p>
            <a:r>
              <a:t>Footer</a:t>
            </a:r>
          </a:p>
        </p:txBody>
      </p:sp>
      <p:sp>
        <p:nvSpPr>
          <p:cNvPr id="4" name="PlaceHolder 3"/>
          <p:cNvSpPr>
            <a:spLocks noGrp="1"/>
          </p:cNvSpPr>
          <p:nvPr>
            <p:ph type="sldNum" idx="47"/>
          </p:nvPr>
        </p:nvSpPr>
        <p:spPr/>
        <p:txBody>
          <a:bodyPr/>
          <a:p>
            <a:fld id="{1B063EF4-E590-4EE9-9A41-B49F7523B4F4}" type="slidenum">
              <a:t>&lt;#&gt;</a:t>
            </a:fld>
          </a:p>
        </p:txBody>
      </p:sp>
      <p:sp>
        <p:nvSpPr>
          <p:cNvPr id="5" name="PlaceHolder 4"/>
          <p:cNvSpPr>
            <a:spLocks noGrp="1"/>
          </p:cNvSpPr>
          <p:nvPr>
            <p:ph type="dt" idx="45"/>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6E6165D5-7BA5-4CDF-939E-3732971CDBFD}" type="slidenum">
              <a:t>&lt;#&gt;</a:t>
            </a:fld>
          </a:p>
        </p:txBody>
      </p:sp>
      <p:sp>
        <p:nvSpPr>
          <p:cNvPr id="4" name="PlaceHolder 3"/>
          <p:cNvSpPr>
            <a:spLocks noGrp="1"/>
          </p:cNvSpPr>
          <p:nvPr>
            <p:ph type="dt" idx="48"/>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52"/>
          </p:nvPr>
        </p:nvSpPr>
        <p:spPr/>
        <p:txBody>
          <a:bodyPr/>
          <a:p>
            <a:r>
              <a:t>Footer</a:t>
            </a:r>
          </a:p>
        </p:txBody>
      </p:sp>
      <p:sp>
        <p:nvSpPr>
          <p:cNvPr id="3" name="PlaceHolder 2"/>
          <p:cNvSpPr>
            <a:spLocks noGrp="1"/>
          </p:cNvSpPr>
          <p:nvPr>
            <p:ph type="sldNum" idx="53"/>
          </p:nvPr>
        </p:nvSpPr>
        <p:spPr/>
        <p:txBody>
          <a:bodyPr/>
          <a:p>
            <a:fld id="{C42B124A-B72D-4A5C-B19E-BB23755927E1}" type="slidenum">
              <a:t>&lt;#&gt;</a:t>
            </a:fld>
          </a:p>
        </p:txBody>
      </p:sp>
      <p:sp>
        <p:nvSpPr>
          <p:cNvPr id="4" name="PlaceHolder 3"/>
          <p:cNvSpPr>
            <a:spLocks noGrp="1"/>
          </p:cNvSpPr>
          <p:nvPr>
            <p:ph type="dt" idx="51"/>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55"/>
          </p:nvPr>
        </p:nvSpPr>
        <p:spPr/>
        <p:txBody>
          <a:bodyPr/>
          <a:p>
            <a:r>
              <a:t>Footer</a:t>
            </a:r>
          </a:p>
        </p:txBody>
      </p:sp>
      <p:sp>
        <p:nvSpPr>
          <p:cNvPr id="3" name="PlaceHolder 2"/>
          <p:cNvSpPr>
            <a:spLocks noGrp="1"/>
          </p:cNvSpPr>
          <p:nvPr>
            <p:ph type="sldNum" idx="56"/>
          </p:nvPr>
        </p:nvSpPr>
        <p:spPr/>
        <p:txBody>
          <a:bodyPr/>
          <a:p>
            <a:fld id="{B2ACF19A-3F33-4F4E-9713-1F4CC3D38323}" type="slidenum">
              <a:t>&lt;#&gt;</a:t>
            </a:fld>
          </a:p>
        </p:txBody>
      </p:sp>
      <p:sp>
        <p:nvSpPr>
          <p:cNvPr id="4" name="PlaceHolder 3"/>
          <p:cNvSpPr>
            <a:spLocks noGrp="1"/>
          </p:cNvSpPr>
          <p:nvPr>
            <p:ph type="dt" idx="5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0" name="Group 22"/>
          <p:cNvGrpSpPr/>
          <p:nvPr/>
        </p:nvGrpSpPr>
        <p:grpSpPr>
          <a:xfrm>
            <a:off x="0" y="228600"/>
            <a:ext cx="2851200" cy="6638400"/>
            <a:chOff x="0" y="228600"/>
            <a:chExt cx="2851200" cy="6638400"/>
          </a:xfrm>
        </p:grpSpPr>
        <p:sp>
          <p:nvSpPr>
            <p:cNvPr id="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 name="Group 9"/>
          <p:cNvGrpSpPr/>
          <p:nvPr/>
        </p:nvGrpSpPr>
        <p:grpSpPr>
          <a:xfrm>
            <a:off x="27360" y="-720"/>
            <a:ext cx="2356200" cy="6853680"/>
            <a:chOff x="27360" y="-720"/>
            <a:chExt cx="2356200" cy="6853680"/>
          </a:xfrm>
        </p:grpSpPr>
        <p:sp>
          <p:nvSpPr>
            <p:cNvPr id="1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7" name="PlaceHolder 1"/>
          <p:cNvSpPr>
            <a:spLocks noGrp="1"/>
          </p:cNvSpPr>
          <p:nvPr>
            <p:ph type="title"/>
          </p:nvPr>
        </p:nvSpPr>
        <p:spPr>
          <a:xfrm>
            <a:off x="2589120" y="2514600"/>
            <a:ext cx="8915040" cy="2262600"/>
          </a:xfrm>
          <a:prstGeom prst="rect">
            <a:avLst/>
          </a:prstGeom>
          <a:noFill/>
          <a:ln w="0">
            <a:noFill/>
          </a:ln>
        </p:spPr>
        <p:txBody>
          <a:bodyPr lIns="91440" rIns="91440" tIns="45720" bIns="45720" anchor="b">
            <a:normAutofit/>
          </a:bodyPr>
          <a:p>
            <a:pPr indent="0" defTabSz="457200">
              <a:lnSpc>
                <a:spcPct val="100000"/>
              </a:lnSpc>
              <a:buNone/>
            </a:pPr>
            <a:r>
              <a:rPr b="0" lang="en-US" sz="5400" spc="-1" strike="noStrike">
                <a:solidFill>
                  <a:schemeClr val="dk1">
                    <a:lumMod val="85000"/>
                    <a:lumOff val="15000"/>
                  </a:schemeClr>
                </a:solidFill>
                <a:latin typeface="Century Gothic"/>
              </a:rPr>
              <a:t>Click to </a:t>
            </a:r>
            <a:r>
              <a:rPr b="0" lang="en-US" sz="5400" spc="-1" strike="noStrike">
                <a:solidFill>
                  <a:schemeClr val="dk1">
                    <a:lumMod val="85000"/>
                    <a:lumOff val="15000"/>
                  </a:schemeClr>
                </a:solidFill>
                <a:latin typeface="Century Gothic"/>
              </a:rPr>
              <a:t>edit </a:t>
            </a:r>
            <a:r>
              <a:rPr b="0" lang="en-US" sz="5400" spc="-1" strike="noStrike">
                <a:solidFill>
                  <a:schemeClr val="dk1">
                    <a:lumMod val="85000"/>
                    <a:lumOff val="15000"/>
                  </a:schemeClr>
                </a:solidFill>
                <a:latin typeface="Century Gothic"/>
              </a:rPr>
              <a:t>Master </a:t>
            </a:r>
            <a:r>
              <a:rPr b="0" lang="en-US" sz="5400" spc="-1" strike="noStrike">
                <a:solidFill>
                  <a:schemeClr val="dk1">
                    <a:lumMod val="85000"/>
                    <a:lumOff val="15000"/>
                  </a:schemeClr>
                </a:solidFill>
                <a:latin typeface="Century Gothic"/>
              </a:rPr>
              <a:t>title </a:t>
            </a:r>
            <a:r>
              <a:rPr b="0" lang="en-US" sz="5400" spc="-1" strike="noStrike">
                <a:solidFill>
                  <a:schemeClr val="dk1">
                    <a:lumMod val="85000"/>
                    <a:lumOff val="15000"/>
                  </a:schemeClr>
                </a:solidFill>
                <a:latin typeface="Century Gothic"/>
              </a:rPr>
              <a:t>style</a:t>
            </a:r>
            <a:endParaRPr b="0" lang="en-US" sz="5400" spc="-1" strike="noStrike">
              <a:solidFill>
                <a:schemeClr val="dk1"/>
              </a:solidFill>
              <a:latin typeface="Century Gothic"/>
            </a:endParaRPr>
          </a:p>
        </p:txBody>
      </p:sp>
      <p:sp>
        <p:nvSpPr>
          <p:cNvPr id="28" name="PlaceHolder 2"/>
          <p:cNvSpPr>
            <a:spLocks noGrp="1"/>
          </p:cNvSpPr>
          <p:nvPr>
            <p:ph type="dt" idx="1"/>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9" name="PlaceHolder 3"/>
          <p:cNvSpPr>
            <a:spLocks noGrp="1"/>
          </p:cNvSpPr>
          <p:nvPr>
            <p:ph type="ftr" idx="2"/>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0" name="Freeform 6"/>
          <p:cNvSpPr/>
          <p:nvPr/>
        </p:nvSpPr>
        <p:spPr>
          <a:xfrm>
            <a:off x="0" y="4323960"/>
            <a:ext cx="1744200" cy="778320"/>
          </a:xfrm>
          <a:custGeom>
            <a:avLst/>
            <a:gdLst>
              <a:gd name="textAreaLeft" fmla="*/ 0 w 1744200"/>
              <a:gd name="textAreaRight" fmla="*/ 1744560 w 1744200"/>
              <a:gd name="textAreaTop" fmla="*/ 0 h 778320"/>
              <a:gd name="textAreaBottom" fmla="*/ 778680 h 778320"/>
            </a:gdLst>
            <a:ahLst/>
            <a:rect l="textAreaLeft" t="textAreaTop" r="textAreaRight" b="textAreaBottom"/>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 name="PlaceHolder 4"/>
          <p:cNvSpPr>
            <a:spLocks noGrp="1"/>
          </p:cNvSpPr>
          <p:nvPr>
            <p:ph type="sldNum" idx="3"/>
          </p:nvPr>
        </p:nvSpPr>
        <p:spPr>
          <a:xfrm>
            <a:off x="531720" y="45295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3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Click to edit the outline text format</a:t>
            </a:r>
            <a:endParaRPr b="0" lang="en-US" sz="1800" spc="-1" strike="noStrike">
              <a:solidFill>
                <a:schemeClr val="dk1">
                  <a:lumMod val="75000"/>
                  <a:lumOff val="25000"/>
                </a:schemeClr>
              </a:solidFill>
              <a:latin typeface="Century Gothic"/>
            </a:endParaRPr>
          </a:p>
          <a:p>
            <a:pPr lvl="1" marL="864000" indent="-324000">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entury Gothic"/>
              </a:rPr>
              <a:t>Second Outline Level</a:t>
            </a:r>
            <a:endParaRPr b="0" lang="en-US" sz="1400" spc="-1" strike="noStrike">
              <a:solidFill>
                <a:schemeClr val="dk1">
                  <a:lumMod val="75000"/>
                  <a:lumOff val="25000"/>
                </a:schemeClr>
              </a:solidFill>
              <a:latin typeface="Century Gothic"/>
            </a:endParaRPr>
          </a:p>
          <a:p>
            <a:pPr lvl="2" marL="1296000" indent="-288000">
              <a:spcBef>
                <a:spcPts val="850"/>
              </a:spcBef>
              <a:buClr>
                <a:srgbClr val="000000"/>
              </a:buClr>
              <a:buSzPct val="45000"/>
              <a:buFont typeface="Wingdings" charset="2"/>
              <a:buChar char=""/>
            </a:pPr>
            <a:r>
              <a:rPr b="0" lang="en-US" sz="1200" spc="-1" strike="noStrike">
                <a:solidFill>
                  <a:schemeClr val="dk1">
                    <a:lumMod val="75000"/>
                    <a:lumOff val="25000"/>
                  </a:schemeClr>
                </a:solidFill>
                <a:latin typeface="Century Gothic"/>
              </a:rPr>
              <a:t>Third Outline Level</a:t>
            </a:r>
            <a:endParaRPr b="0" lang="en-US" sz="1200" spc="-1" strike="noStrike">
              <a:solidFill>
                <a:schemeClr val="dk1">
                  <a:lumMod val="75000"/>
                  <a:lumOff val="25000"/>
                </a:schemeClr>
              </a:solidFill>
              <a:latin typeface="Century Gothic"/>
            </a:endParaRPr>
          </a:p>
          <a:p>
            <a:pPr lvl="3" marL="1728000" indent="-216000">
              <a:spcBef>
                <a:spcPts val="567"/>
              </a:spcBef>
              <a:buClr>
                <a:srgbClr val="000000"/>
              </a:buClr>
              <a:buSzPct val="75000"/>
              <a:buFont typeface="Symbol" charset="2"/>
              <a:buChar char=""/>
            </a:pPr>
            <a:r>
              <a:rPr b="0" lang="en-US" sz="1200" spc="-1" strike="noStrike">
                <a:solidFill>
                  <a:schemeClr val="dk1">
                    <a:lumMod val="75000"/>
                    <a:lumOff val="25000"/>
                  </a:schemeClr>
                </a:solidFill>
                <a:latin typeface="Century Gothic"/>
              </a:rPr>
              <a:t>Fourth Outline Level</a:t>
            </a:r>
            <a:endParaRPr b="0" lang="en-US" sz="1200" spc="-1" strike="noStrike">
              <a:solidFill>
                <a:schemeClr val="dk1">
                  <a:lumMod val="75000"/>
                  <a:lumOff val="25000"/>
                </a:schemeClr>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Fifth Outline Level</a:t>
            </a:r>
            <a:endParaRPr b="0" lang="en-US" sz="2000" spc="-1" strike="noStrike">
              <a:solidFill>
                <a:schemeClr val="dk1">
                  <a:lumMod val="75000"/>
                  <a:lumOff val="25000"/>
                </a:schemeClr>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Sixth Outline Level</a:t>
            </a:r>
            <a:endParaRPr b="0" lang="en-US" sz="2000" spc="-1" strike="noStrike">
              <a:solidFill>
                <a:schemeClr val="dk1">
                  <a:lumMod val="75000"/>
                  <a:lumOff val="25000"/>
                </a:schemeClr>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Seventh Outline Level</a:t>
            </a:r>
            <a:endParaRPr b="0" lang="en-US" sz="2000" spc="-1" strike="noStrike">
              <a:solidFill>
                <a:schemeClr val="dk1">
                  <a:lumMod val="75000"/>
                  <a:lumOff val="25000"/>
                </a:schemeClr>
              </a:solidFill>
              <a:latin typeface="Century Gothic"/>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5" name="Group 22"/>
          <p:cNvGrpSpPr/>
          <p:nvPr/>
        </p:nvGrpSpPr>
        <p:grpSpPr>
          <a:xfrm>
            <a:off x="0" y="228600"/>
            <a:ext cx="2851200" cy="6638400"/>
            <a:chOff x="0" y="228600"/>
            <a:chExt cx="2851200" cy="6638400"/>
          </a:xfrm>
        </p:grpSpPr>
        <p:sp>
          <p:nvSpPr>
            <p:cNvPr id="36"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8" name="Group 9"/>
          <p:cNvGrpSpPr/>
          <p:nvPr/>
        </p:nvGrpSpPr>
        <p:grpSpPr>
          <a:xfrm>
            <a:off x="27360" y="-720"/>
            <a:ext cx="2356200" cy="6853680"/>
            <a:chOff x="27360" y="-720"/>
            <a:chExt cx="2356200" cy="6853680"/>
          </a:xfrm>
        </p:grpSpPr>
        <p:sp>
          <p:nvSpPr>
            <p:cNvPr id="49"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1"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PlaceHolder 1"/>
          <p:cNvSpPr>
            <a:spLocks noGrp="1"/>
          </p:cNvSpPr>
          <p:nvPr>
            <p:ph type="title"/>
          </p:nvPr>
        </p:nvSpPr>
        <p:spPr>
          <a:xfrm>
            <a:off x="2589120" y="609480"/>
            <a:ext cx="8915040" cy="31165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63" name="PlaceHolder 2"/>
          <p:cNvSpPr>
            <a:spLocks noGrp="1"/>
          </p:cNvSpPr>
          <p:nvPr>
            <p:ph type="body"/>
          </p:nvPr>
        </p:nvSpPr>
        <p:spPr>
          <a:xfrm>
            <a:off x="2589120" y="4354200"/>
            <a:ext cx="8915040" cy="15555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64" name="PlaceHolder 3"/>
          <p:cNvSpPr>
            <a:spLocks noGrp="1"/>
          </p:cNvSpPr>
          <p:nvPr>
            <p:ph type="dt" idx="4"/>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5" name="PlaceHolder 4"/>
          <p:cNvSpPr>
            <a:spLocks noGrp="1"/>
          </p:cNvSpPr>
          <p:nvPr>
            <p:ph type="ftr" idx="5"/>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PlaceHolder 5"/>
          <p:cNvSpPr>
            <a:spLocks noGrp="1"/>
          </p:cNvSpPr>
          <p:nvPr>
            <p:ph type="sldNum" idx="6"/>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8" name="Group 22"/>
          <p:cNvGrpSpPr/>
          <p:nvPr/>
        </p:nvGrpSpPr>
        <p:grpSpPr>
          <a:xfrm>
            <a:off x="0" y="228600"/>
            <a:ext cx="2851200" cy="6638400"/>
            <a:chOff x="0" y="228600"/>
            <a:chExt cx="2851200" cy="6638400"/>
          </a:xfrm>
        </p:grpSpPr>
        <p:sp>
          <p:nvSpPr>
            <p:cNvPr id="69"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1"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4"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5"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6"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81" name="Group 9"/>
          <p:cNvGrpSpPr/>
          <p:nvPr/>
        </p:nvGrpSpPr>
        <p:grpSpPr>
          <a:xfrm>
            <a:off x="27360" y="-720"/>
            <a:ext cx="2356200" cy="6853680"/>
            <a:chOff x="27360" y="-720"/>
            <a:chExt cx="2356200" cy="6853680"/>
          </a:xfrm>
        </p:grpSpPr>
        <p:sp>
          <p:nvSpPr>
            <p:cNvPr id="82"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4"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5"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6"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7"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0"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1"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94"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5" name="PlaceHolder 1"/>
          <p:cNvSpPr>
            <a:spLocks noGrp="1"/>
          </p:cNvSpPr>
          <p:nvPr>
            <p:ph type="title"/>
          </p:nvPr>
        </p:nvSpPr>
        <p:spPr>
          <a:xfrm>
            <a:off x="2850120" y="609480"/>
            <a:ext cx="8393400" cy="28951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96" name="PlaceHolder 2"/>
          <p:cNvSpPr>
            <a:spLocks noGrp="1"/>
          </p:cNvSpPr>
          <p:nvPr>
            <p:ph type="body"/>
          </p:nvPr>
        </p:nvSpPr>
        <p:spPr>
          <a:xfrm>
            <a:off x="3274920" y="3505320"/>
            <a:ext cx="7536240" cy="38052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b="0" lang="en-US" sz="1600" spc="-1" strike="noStrike">
                <a:solidFill>
                  <a:schemeClr val="dk1">
                    <a:lumMod val="50000"/>
                    <a:lumOff val="50000"/>
                  </a:schemeClr>
                </a:solidFill>
                <a:latin typeface="Century Gothic"/>
              </a:rPr>
              <a:t>Edit Master text styles</a:t>
            </a:r>
            <a:endParaRPr b="0" lang="en-US" sz="1600" spc="-1" strike="noStrike">
              <a:solidFill>
                <a:schemeClr val="dk1">
                  <a:lumMod val="75000"/>
                  <a:lumOff val="25000"/>
                </a:schemeClr>
              </a:solidFill>
              <a:latin typeface="Century Gothic"/>
            </a:endParaRPr>
          </a:p>
        </p:txBody>
      </p:sp>
      <p:sp>
        <p:nvSpPr>
          <p:cNvPr id="97" name="PlaceHolder 3"/>
          <p:cNvSpPr>
            <a:spLocks noGrp="1"/>
          </p:cNvSpPr>
          <p:nvPr>
            <p:ph type="body"/>
          </p:nvPr>
        </p:nvSpPr>
        <p:spPr>
          <a:xfrm>
            <a:off x="2589120" y="4354200"/>
            <a:ext cx="8915040" cy="15555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98" name="PlaceHolder 4"/>
          <p:cNvSpPr>
            <a:spLocks noGrp="1"/>
          </p:cNvSpPr>
          <p:nvPr>
            <p:ph type="dt" idx="7"/>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9" name="PlaceHolder 5"/>
          <p:cNvSpPr>
            <a:spLocks noGrp="1"/>
          </p:cNvSpPr>
          <p:nvPr>
            <p:ph type="ftr" idx="8"/>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0"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1" name="PlaceHolder 6"/>
          <p:cNvSpPr>
            <a:spLocks noGrp="1"/>
          </p:cNvSpPr>
          <p:nvPr>
            <p:ph type="sldNum" idx="9"/>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102" name="TextBox 13"/>
          <p:cNvSpPr/>
          <p:nvPr/>
        </p:nvSpPr>
        <p:spPr>
          <a:xfrm>
            <a:off x="2467800" y="6480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
        <p:nvSpPr>
          <p:cNvPr id="103" name="TextBox 14"/>
          <p:cNvSpPr/>
          <p:nvPr/>
        </p:nvSpPr>
        <p:spPr>
          <a:xfrm>
            <a:off x="11115000" y="29052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04" name="Group 22"/>
          <p:cNvGrpSpPr/>
          <p:nvPr/>
        </p:nvGrpSpPr>
        <p:grpSpPr>
          <a:xfrm>
            <a:off x="0" y="228600"/>
            <a:ext cx="2851200" cy="6638400"/>
            <a:chOff x="0" y="228600"/>
            <a:chExt cx="2851200" cy="6638400"/>
          </a:xfrm>
        </p:grpSpPr>
        <p:sp>
          <p:nvSpPr>
            <p:cNvPr id="105"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6"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7"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8"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9"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0"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2"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5"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6"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17" name="Group 9"/>
          <p:cNvGrpSpPr/>
          <p:nvPr/>
        </p:nvGrpSpPr>
        <p:grpSpPr>
          <a:xfrm>
            <a:off x="27360" y="-720"/>
            <a:ext cx="2356200" cy="6853680"/>
            <a:chOff x="27360" y="-720"/>
            <a:chExt cx="2356200" cy="6853680"/>
          </a:xfrm>
        </p:grpSpPr>
        <p:sp>
          <p:nvSpPr>
            <p:cNvPr id="118"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9"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3"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4"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5"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7"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9"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30"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31" name="PlaceHolder 1"/>
          <p:cNvSpPr>
            <a:spLocks noGrp="1"/>
          </p:cNvSpPr>
          <p:nvPr>
            <p:ph type="title"/>
          </p:nvPr>
        </p:nvSpPr>
        <p:spPr>
          <a:xfrm>
            <a:off x="2589120" y="2438280"/>
            <a:ext cx="8915040" cy="2724480"/>
          </a:xfrm>
          <a:prstGeom prst="rect">
            <a:avLst/>
          </a:prstGeom>
          <a:noFill/>
          <a:ln w="0">
            <a:noFill/>
          </a:ln>
        </p:spPr>
        <p:txBody>
          <a:bodyPr lIns="91440" rIns="91440" tIns="45720" bIns="45720" anchor="b">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132" name="PlaceHolder 2"/>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133" name="PlaceHolder 3"/>
          <p:cNvSpPr>
            <a:spLocks noGrp="1"/>
          </p:cNvSpPr>
          <p:nvPr>
            <p:ph type="dt" idx="10"/>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4" name="PlaceHolder 4"/>
          <p:cNvSpPr>
            <a:spLocks noGrp="1"/>
          </p:cNvSpPr>
          <p:nvPr>
            <p:ph type="ftr" idx="11"/>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5"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6" name="PlaceHolder 5"/>
          <p:cNvSpPr>
            <a:spLocks noGrp="1"/>
          </p:cNvSpPr>
          <p:nvPr>
            <p:ph type="sldNum" idx="12"/>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37" name="Group 22"/>
          <p:cNvGrpSpPr/>
          <p:nvPr/>
        </p:nvGrpSpPr>
        <p:grpSpPr>
          <a:xfrm>
            <a:off x="0" y="228600"/>
            <a:ext cx="2851200" cy="6638400"/>
            <a:chOff x="0" y="228600"/>
            <a:chExt cx="2851200" cy="6638400"/>
          </a:xfrm>
        </p:grpSpPr>
        <p:sp>
          <p:nvSpPr>
            <p:cNvPr id="13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50" name="Group 9"/>
          <p:cNvGrpSpPr/>
          <p:nvPr/>
        </p:nvGrpSpPr>
        <p:grpSpPr>
          <a:xfrm>
            <a:off x="27360" y="-720"/>
            <a:ext cx="2356200" cy="6853680"/>
            <a:chOff x="27360" y="-720"/>
            <a:chExt cx="2356200" cy="6853680"/>
          </a:xfrm>
        </p:grpSpPr>
        <p:sp>
          <p:nvSpPr>
            <p:cNvPr id="151"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6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64" name="PlaceHolder 1"/>
          <p:cNvSpPr>
            <a:spLocks noGrp="1"/>
          </p:cNvSpPr>
          <p:nvPr>
            <p:ph type="title"/>
          </p:nvPr>
        </p:nvSpPr>
        <p:spPr>
          <a:xfrm>
            <a:off x="2850120" y="609480"/>
            <a:ext cx="8393400" cy="28951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165" name="PlaceHolder 2"/>
          <p:cNvSpPr>
            <a:spLocks noGrp="1"/>
          </p:cNvSpPr>
          <p:nvPr>
            <p:ph type="body"/>
          </p:nvPr>
        </p:nvSpPr>
        <p:spPr>
          <a:xfrm>
            <a:off x="2589120" y="4343400"/>
            <a:ext cx="8915040" cy="837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166" name="PlaceHolder 3"/>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167" name="PlaceHolder 4"/>
          <p:cNvSpPr>
            <a:spLocks noGrp="1"/>
          </p:cNvSpPr>
          <p:nvPr>
            <p:ph type="dt" idx="13"/>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68" name="PlaceHolder 5"/>
          <p:cNvSpPr>
            <a:spLocks noGrp="1"/>
          </p:cNvSpPr>
          <p:nvPr>
            <p:ph type="ftr" idx="14"/>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9"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0" name="PlaceHolder 6"/>
          <p:cNvSpPr>
            <a:spLocks noGrp="1"/>
          </p:cNvSpPr>
          <p:nvPr>
            <p:ph type="sldNum" idx="15"/>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171" name="TextBox 16"/>
          <p:cNvSpPr/>
          <p:nvPr/>
        </p:nvSpPr>
        <p:spPr>
          <a:xfrm>
            <a:off x="2467800" y="6480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
        <p:nvSpPr>
          <p:cNvPr id="172" name="TextBox 17"/>
          <p:cNvSpPr/>
          <p:nvPr/>
        </p:nvSpPr>
        <p:spPr>
          <a:xfrm>
            <a:off x="11115000" y="29052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73" name="Group 22"/>
          <p:cNvGrpSpPr/>
          <p:nvPr/>
        </p:nvGrpSpPr>
        <p:grpSpPr>
          <a:xfrm>
            <a:off x="0" y="228600"/>
            <a:ext cx="2851200" cy="6638400"/>
            <a:chOff x="0" y="228600"/>
            <a:chExt cx="2851200" cy="6638400"/>
          </a:xfrm>
        </p:grpSpPr>
        <p:sp>
          <p:nvSpPr>
            <p:cNvPr id="1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86" name="Group 9"/>
          <p:cNvGrpSpPr/>
          <p:nvPr/>
        </p:nvGrpSpPr>
        <p:grpSpPr>
          <a:xfrm>
            <a:off x="27360" y="-720"/>
            <a:ext cx="2356200" cy="6853680"/>
            <a:chOff x="27360" y="-720"/>
            <a:chExt cx="2356200" cy="6853680"/>
          </a:xfrm>
        </p:grpSpPr>
        <p:sp>
          <p:nvSpPr>
            <p:cNvPr id="18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PlaceHolder 1"/>
          <p:cNvSpPr>
            <a:spLocks noGrp="1"/>
          </p:cNvSpPr>
          <p:nvPr>
            <p:ph type="title"/>
          </p:nvPr>
        </p:nvSpPr>
        <p:spPr>
          <a:xfrm>
            <a:off x="2589120" y="627480"/>
            <a:ext cx="8915040" cy="287964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201" name="PlaceHolder 2"/>
          <p:cNvSpPr>
            <a:spLocks noGrp="1"/>
          </p:cNvSpPr>
          <p:nvPr>
            <p:ph type="body"/>
          </p:nvPr>
        </p:nvSpPr>
        <p:spPr>
          <a:xfrm>
            <a:off x="2589120" y="4343400"/>
            <a:ext cx="8915040" cy="837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202" name="PlaceHolder 3"/>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203" name="PlaceHolder 4"/>
          <p:cNvSpPr>
            <a:spLocks noGrp="1"/>
          </p:cNvSpPr>
          <p:nvPr>
            <p:ph type="dt" idx="16"/>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04" name="PlaceHolder 5"/>
          <p:cNvSpPr>
            <a:spLocks noGrp="1"/>
          </p:cNvSpPr>
          <p:nvPr>
            <p:ph type="ftr" idx="1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5"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6" name="PlaceHolder 6"/>
          <p:cNvSpPr>
            <a:spLocks noGrp="1"/>
          </p:cNvSpPr>
          <p:nvPr>
            <p:ph type="sldNum" idx="18"/>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07" name="Group 22"/>
          <p:cNvGrpSpPr/>
          <p:nvPr/>
        </p:nvGrpSpPr>
        <p:grpSpPr>
          <a:xfrm>
            <a:off x="0" y="228600"/>
            <a:ext cx="2851200" cy="6638400"/>
            <a:chOff x="0" y="228600"/>
            <a:chExt cx="2851200" cy="6638400"/>
          </a:xfrm>
        </p:grpSpPr>
        <p:sp>
          <p:nvSpPr>
            <p:cNvPr id="20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20" name="Group 9"/>
          <p:cNvGrpSpPr/>
          <p:nvPr/>
        </p:nvGrpSpPr>
        <p:grpSpPr>
          <a:xfrm>
            <a:off x="27360" y="-720"/>
            <a:ext cx="2356200" cy="6853680"/>
            <a:chOff x="27360" y="-720"/>
            <a:chExt cx="2356200" cy="6853680"/>
          </a:xfrm>
        </p:grpSpPr>
        <p:sp>
          <p:nvSpPr>
            <p:cNvPr id="221"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3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34"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235" name="PlaceHolder 2"/>
          <p:cNvSpPr>
            <a:spLocks noGrp="1"/>
          </p:cNvSpPr>
          <p:nvPr>
            <p:ph type="body"/>
          </p:nvPr>
        </p:nvSpPr>
        <p:spPr>
          <a:xfrm>
            <a:off x="2589120" y="2133720"/>
            <a:ext cx="8915040" cy="38858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236" name="PlaceHolder 3"/>
          <p:cNvSpPr>
            <a:spLocks noGrp="1"/>
          </p:cNvSpPr>
          <p:nvPr>
            <p:ph type="dt" idx="19"/>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37" name="PlaceHolder 4"/>
          <p:cNvSpPr>
            <a:spLocks noGrp="1"/>
          </p:cNvSpPr>
          <p:nvPr>
            <p:ph type="ftr" idx="20"/>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8"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PlaceHolder 5"/>
          <p:cNvSpPr>
            <a:spLocks noGrp="1"/>
          </p:cNvSpPr>
          <p:nvPr>
            <p:ph type="sldNum" idx="21"/>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40" name="Group 22"/>
          <p:cNvGrpSpPr/>
          <p:nvPr/>
        </p:nvGrpSpPr>
        <p:grpSpPr>
          <a:xfrm>
            <a:off x="0" y="228600"/>
            <a:ext cx="2851200" cy="6638400"/>
            <a:chOff x="0" y="228600"/>
            <a:chExt cx="2851200" cy="6638400"/>
          </a:xfrm>
        </p:grpSpPr>
        <p:sp>
          <p:nvSpPr>
            <p:cNvPr id="24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53" name="Group 9"/>
          <p:cNvGrpSpPr/>
          <p:nvPr/>
        </p:nvGrpSpPr>
        <p:grpSpPr>
          <a:xfrm>
            <a:off x="27360" y="-720"/>
            <a:ext cx="2356200" cy="6853680"/>
            <a:chOff x="27360" y="-720"/>
            <a:chExt cx="2356200" cy="6853680"/>
          </a:xfrm>
        </p:grpSpPr>
        <p:sp>
          <p:nvSpPr>
            <p:cNvPr id="25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6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67" name="PlaceHolder 1"/>
          <p:cNvSpPr>
            <a:spLocks noGrp="1"/>
          </p:cNvSpPr>
          <p:nvPr>
            <p:ph type="title"/>
          </p:nvPr>
        </p:nvSpPr>
        <p:spPr>
          <a:xfrm>
            <a:off x="9294840" y="627480"/>
            <a:ext cx="2207160" cy="5283360"/>
          </a:xfrm>
          <a:prstGeom prst="rect">
            <a:avLst/>
          </a:prstGeom>
          <a:noFill/>
          <a:ln w="0">
            <a:noFill/>
          </a:ln>
        </p:spPr>
        <p:txBody>
          <a:bodyPr lIns="91440" rIns="91440" tIns="45720" bIns="45720" anchor="ctr" vert="eaVe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268" name="PlaceHolder 2"/>
          <p:cNvSpPr>
            <a:spLocks noGrp="1"/>
          </p:cNvSpPr>
          <p:nvPr>
            <p:ph type="body"/>
          </p:nvPr>
        </p:nvSpPr>
        <p:spPr>
          <a:xfrm>
            <a:off x="2589120" y="627480"/>
            <a:ext cx="6476760" cy="52833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269" name="PlaceHolder 3"/>
          <p:cNvSpPr>
            <a:spLocks noGrp="1"/>
          </p:cNvSpPr>
          <p:nvPr>
            <p:ph type="dt" idx="22"/>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70" name="PlaceHolder 4"/>
          <p:cNvSpPr>
            <a:spLocks noGrp="1"/>
          </p:cNvSpPr>
          <p:nvPr>
            <p:ph type="ftr" idx="23"/>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1"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2" name="PlaceHolder 5"/>
          <p:cNvSpPr>
            <a:spLocks noGrp="1"/>
          </p:cNvSpPr>
          <p:nvPr>
            <p:ph type="sldNum" idx="24"/>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73" name="Group 22"/>
          <p:cNvGrpSpPr/>
          <p:nvPr/>
        </p:nvGrpSpPr>
        <p:grpSpPr>
          <a:xfrm>
            <a:off x="0" y="228600"/>
            <a:ext cx="2851200" cy="6638400"/>
            <a:chOff x="0" y="228600"/>
            <a:chExt cx="2851200" cy="6638400"/>
          </a:xfrm>
        </p:grpSpPr>
        <p:sp>
          <p:nvSpPr>
            <p:cNvPr id="2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86" name="Group 9"/>
          <p:cNvGrpSpPr/>
          <p:nvPr/>
        </p:nvGrpSpPr>
        <p:grpSpPr>
          <a:xfrm>
            <a:off x="27360" y="-720"/>
            <a:ext cx="2356200" cy="6853680"/>
            <a:chOff x="27360" y="-720"/>
            <a:chExt cx="2356200" cy="6853680"/>
          </a:xfrm>
        </p:grpSpPr>
        <p:sp>
          <p:nvSpPr>
            <p:cNvPr id="28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00" name="PlaceHolder 1"/>
          <p:cNvSpPr>
            <a:spLocks noGrp="1"/>
          </p:cNvSpPr>
          <p:nvPr>
            <p:ph type="title"/>
          </p:nvPr>
        </p:nvSpPr>
        <p:spPr>
          <a:xfrm>
            <a:off x="609480" y="228600"/>
            <a:ext cx="10972440" cy="533160"/>
          </a:xfrm>
          <a:prstGeom prst="rect">
            <a:avLst/>
          </a:prstGeom>
          <a:noFill/>
          <a:ln w="0">
            <a:noFill/>
          </a:ln>
        </p:spPr>
        <p:txBody>
          <a:bodyPr lIns="91440" rIns="91440" tIns="45720" bIns="45720" anchor="t">
            <a:noAutofit/>
          </a:bodyPr>
          <a:p>
            <a:pPr indent="0" defTabSz="457200">
              <a:lnSpc>
                <a:spcPct val="100000"/>
              </a:lnSpc>
              <a:buNone/>
            </a:pPr>
            <a:r>
              <a:rPr b="1" lang="en-US" sz="1600" spc="-1" strike="noStrike">
                <a:solidFill>
                  <a:srgbClr val="d95900"/>
                </a:solidFill>
                <a:latin typeface="Arial"/>
              </a:rPr>
              <a:t>Click to edit Master title style</a:t>
            </a:r>
            <a:endParaRPr b="0" lang="en-US" sz="1600" spc="-1" strike="noStrike">
              <a:solidFill>
                <a:schemeClr val="dk1"/>
              </a:solidFill>
              <a:latin typeface="Century Gothic"/>
            </a:endParaRPr>
          </a:p>
        </p:txBody>
      </p:sp>
      <p:sp>
        <p:nvSpPr>
          <p:cNvPr id="301" name="PlaceHolder 2"/>
          <p:cNvSpPr>
            <a:spLocks noGrp="1"/>
          </p:cNvSpPr>
          <p:nvPr>
            <p:ph type="body"/>
          </p:nvPr>
        </p:nvSpPr>
        <p:spPr>
          <a:xfrm>
            <a:off x="609480" y="1189080"/>
            <a:ext cx="10972440" cy="4079520"/>
          </a:xfrm>
          <a:prstGeom prst="rect">
            <a:avLst/>
          </a:prstGeom>
          <a:noFill/>
          <a:ln w="0">
            <a:noFill/>
          </a:ln>
        </p:spPr>
        <p:txBody>
          <a:bodyPr lIns="91440" rIns="91440" tIns="45720" bIns="45720" anchor="t">
            <a:noAutofit/>
          </a:bodyPr>
          <a:p>
            <a:pPr marL="343080" indent="-343080" defTabSz="457200">
              <a:lnSpc>
                <a:spcPct val="100000"/>
              </a:lnSpc>
              <a:spcBef>
                <a:spcPts val="1001"/>
              </a:spcBef>
              <a:buNone/>
              <a:tabLst>
                <a:tab algn="l" pos="0"/>
              </a:tabLst>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p:txBody>
      </p:sp>
      <p:sp>
        <p:nvSpPr>
          <p:cNvPr id="302" name="PlaceHolder 3"/>
          <p:cNvSpPr>
            <a:spLocks noGrp="1"/>
          </p:cNvSpPr>
          <p:nvPr>
            <p:ph type="ftr" idx="25"/>
          </p:nvPr>
        </p:nvSpPr>
        <p:spPr>
          <a:xfrm>
            <a:off x="609480" y="6248520"/>
            <a:ext cx="7111800" cy="22824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03"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4" name="PlaceHolder 4"/>
          <p:cNvSpPr>
            <a:spLocks noGrp="1"/>
          </p:cNvSpPr>
          <p:nvPr>
            <p:ph type="sldNum" idx="26"/>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05" name="Group 22"/>
          <p:cNvGrpSpPr/>
          <p:nvPr/>
        </p:nvGrpSpPr>
        <p:grpSpPr>
          <a:xfrm>
            <a:off x="0" y="228600"/>
            <a:ext cx="2851200" cy="6638400"/>
            <a:chOff x="0" y="228600"/>
            <a:chExt cx="2851200" cy="6638400"/>
          </a:xfrm>
        </p:grpSpPr>
        <p:sp>
          <p:nvSpPr>
            <p:cNvPr id="306"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7"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8"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9"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0"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1"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2"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3"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4"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5"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6"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7"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18" name="Group 9"/>
          <p:cNvGrpSpPr/>
          <p:nvPr/>
        </p:nvGrpSpPr>
        <p:grpSpPr>
          <a:xfrm>
            <a:off x="27360" y="-720"/>
            <a:ext cx="2356200" cy="6853680"/>
            <a:chOff x="27360" y="-720"/>
            <a:chExt cx="2356200" cy="6853680"/>
          </a:xfrm>
        </p:grpSpPr>
        <p:sp>
          <p:nvSpPr>
            <p:cNvPr id="319"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0"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1"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2"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3"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4"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5"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6"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7"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8"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9"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0"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331" name="Rectangle 6" hidden="1"/>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32"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333" name="PlaceHolder 2"/>
          <p:cNvSpPr>
            <a:spLocks noGrp="1"/>
          </p:cNvSpPr>
          <p:nvPr>
            <p:ph type="body"/>
          </p:nvPr>
        </p:nvSpPr>
        <p:spPr>
          <a:xfrm>
            <a:off x="624240" y="1628640"/>
            <a:ext cx="5384520" cy="45255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34" name="PlaceHolder 3"/>
          <p:cNvSpPr>
            <a:spLocks noGrp="1"/>
          </p:cNvSpPr>
          <p:nvPr>
            <p:ph type="body"/>
          </p:nvPr>
        </p:nvSpPr>
        <p:spPr>
          <a:xfrm>
            <a:off x="6212520" y="1628640"/>
            <a:ext cx="5384520" cy="45255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35"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6" name="PlaceHolder 4"/>
          <p:cNvSpPr>
            <a:spLocks noGrp="1"/>
          </p:cNvSpPr>
          <p:nvPr>
            <p:ph type="sldNum" idx="27"/>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40" name="Group 22"/>
          <p:cNvGrpSpPr/>
          <p:nvPr/>
        </p:nvGrpSpPr>
        <p:grpSpPr>
          <a:xfrm>
            <a:off x="0" y="228600"/>
            <a:ext cx="2851200" cy="6638400"/>
            <a:chOff x="0" y="228600"/>
            <a:chExt cx="2851200" cy="6638400"/>
          </a:xfrm>
        </p:grpSpPr>
        <p:sp>
          <p:nvSpPr>
            <p:cNvPr id="34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53" name="Group 9"/>
          <p:cNvGrpSpPr/>
          <p:nvPr/>
        </p:nvGrpSpPr>
        <p:grpSpPr>
          <a:xfrm>
            <a:off x="27360" y="-720"/>
            <a:ext cx="2356200" cy="6853680"/>
            <a:chOff x="27360" y="-720"/>
            <a:chExt cx="2356200" cy="6853680"/>
          </a:xfrm>
        </p:grpSpPr>
        <p:sp>
          <p:nvSpPr>
            <p:cNvPr id="35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36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67"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368" name="PlaceHolder 2"/>
          <p:cNvSpPr>
            <a:spLocks noGrp="1"/>
          </p:cNvSpPr>
          <p:nvPr>
            <p:ph type="body"/>
          </p:nvPr>
        </p:nvSpPr>
        <p:spPr>
          <a:xfrm>
            <a:off x="609480" y="1600200"/>
            <a:ext cx="5384520" cy="45255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69" name="PlaceHolder 3"/>
          <p:cNvSpPr>
            <a:spLocks noGrp="1"/>
          </p:cNvSpPr>
          <p:nvPr>
            <p:ph type="body"/>
          </p:nvPr>
        </p:nvSpPr>
        <p:spPr>
          <a:xfrm>
            <a:off x="6197760" y="1600200"/>
            <a:ext cx="5384520" cy="21855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70" name="PlaceHolder 4"/>
          <p:cNvSpPr>
            <a:spLocks noGrp="1"/>
          </p:cNvSpPr>
          <p:nvPr>
            <p:ph type="body"/>
          </p:nvPr>
        </p:nvSpPr>
        <p:spPr>
          <a:xfrm>
            <a:off x="6197760" y="3938760"/>
            <a:ext cx="5384520" cy="2187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71" name="PlaceHolder 5"/>
          <p:cNvSpPr>
            <a:spLocks noGrp="1"/>
          </p:cNvSpPr>
          <p:nvPr>
            <p:ph type="dt" idx="28"/>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72" name="PlaceHolder 6"/>
          <p:cNvSpPr>
            <a:spLocks noGrp="1"/>
          </p:cNvSpPr>
          <p:nvPr>
            <p:ph type="ftr" idx="29"/>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3" name="PlaceHolder 7"/>
          <p:cNvSpPr>
            <a:spLocks noGrp="1"/>
          </p:cNvSpPr>
          <p:nvPr>
            <p:ph type="sldNum" idx="30"/>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374" name="Freeform 11"/>
          <p:cNvSpPr/>
          <p:nvPr/>
        </p:nvSpPr>
        <p:spPr>
          <a:xfrm flipV="1">
            <a:off x="148320" y="86652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5" name="Slide Number Placeholder 5"/>
          <p:cNvSpPr/>
          <p:nvPr/>
        </p:nvSpPr>
        <p:spPr>
          <a:xfrm>
            <a:off x="684360" y="940320"/>
            <a:ext cx="779400" cy="364680"/>
          </a:xfrm>
          <a:prstGeom prst="rect">
            <a:avLst/>
          </a:prstGeom>
          <a:noFill/>
          <a:ln w="0">
            <a:noFill/>
          </a:ln>
        </p:spPr>
        <p:style>
          <a:lnRef idx="0"/>
          <a:fillRef idx="0"/>
          <a:effectRef idx="0"/>
          <a:fontRef idx="minor"/>
        </p:style>
        <p:txBody>
          <a:bodyPr anchor="ctr">
            <a:noAutofit/>
          </a:bodyPr>
          <a:p>
            <a:pPr algn="r" defTabSz="914400">
              <a:lnSpc>
                <a:spcPct val="100000"/>
              </a:lnSpc>
            </a:pPr>
            <a:fld id="{971B4A5A-177A-4B9B-8C2D-382663A587BF}" type="slidenum">
              <a:rPr b="0" lang="en-GB" sz="2000" spc="-1" strike="noStrike">
                <a:solidFill>
                  <a:srgbClr val="feffff"/>
                </a:solidFill>
                <a:latin typeface="Century Gothic"/>
              </a:rPr>
              <a:t>&lt;number&gt;</a:t>
            </a:fld>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80" name="Group 22"/>
          <p:cNvGrpSpPr/>
          <p:nvPr/>
        </p:nvGrpSpPr>
        <p:grpSpPr>
          <a:xfrm>
            <a:off x="0" y="228600"/>
            <a:ext cx="2851200" cy="6638400"/>
            <a:chOff x="0" y="228600"/>
            <a:chExt cx="2851200" cy="6638400"/>
          </a:xfrm>
        </p:grpSpPr>
        <p:sp>
          <p:nvSpPr>
            <p:cNvPr id="38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93" name="Group 9"/>
          <p:cNvGrpSpPr/>
          <p:nvPr/>
        </p:nvGrpSpPr>
        <p:grpSpPr>
          <a:xfrm>
            <a:off x="27360" y="-720"/>
            <a:ext cx="2356200" cy="6853680"/>
            <a:chOff x="27360" y="-720"/>
            <a:chExt cx="2356200" cy="6853680"/>
          </a:xfrm>
        </p:grpSpPr>
        <p:sp>
          <p:nvSpPr>
            <p:cNvPr id="39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0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07"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408" name="PlaceHolder 2"/>
          <p:cNvSpPr>
            <a:spLocks noGrp="1"/>
          </p:cNvSpPr>
          <p:nvPr>
            <p:ph type="body"/>
          </p:nvPr>
        </p:nvSpPr>
        <p:spPr>
          <a:xfrm>
            <a:off x="2589120" y="2133720"/>
            <a:ext cx="8915040" cy="37771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409" name="PlaceHolder 3"/>
          <p:cNvSpPr>
            <a:spLocks noGrp="1"/>
          </p:cNvSpPr>
          <p:nvPr>
            <p:ph type="dt" idx="31"/>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10" name="PlaceHolder 4"/>
          <p:cNvSpPr>
            <a:spLocks noGrp="1"/>
          </p:cNvSpPr>
          <p:nvPr>
            <p:ph type="ftr" idx="32"/>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1"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2" name="PlaceHolder 5"/>
          <p:cNvSpPr>
            <a:spLocks noGrp="1"/>
          </p:cNvSpPr>
          <p:nvPr>
            <p:ph type="sldNum" idx="33"/>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15" name="Group 22"/>
          <p:cNvGrpSpPr/>
          <p:nvPr/>
        </p:nvGrpSpPr>
        <p:grpSpPr>
          <a:xfrm>
            <a:off x="0" y="228600"/>
            <a:ext cx="2851200" cy="6638400"/>
            <a:chOff x="0" y="228600"/>
            <a:chExt cx="2851200" cy="6638400"/>
          </a:xfrm>
        </p:grpSpPr>
        <p:sp>
          <p:nvSpPr>
            <p:cNvPr id="416"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7"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8"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9"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0"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1"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2"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3"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4"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5"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6"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7"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28" name="Group 9"/>
          <p:cNvGrpSpPr/>
          <p:nvPr/>
        </p:nvGrpSpPr>
        <p:grpSpPr>
          <a:xfrm>
            <a:off x="27360" y="-720"/>
            <a:ext cx="2356200" cy="6853680"/>
            <a:chOff x="27360" y="-720"/>
            <a:chExt cx="2356200" cy="6853680"/>
          </a:xfrm>
        </p:grpSpPr>
        <p:sp>
          <p:nvSpPr>
            <p:cNvPr id="429"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0"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1"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2"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3"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4"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5"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6"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7"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8"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9"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0"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41"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42" name="PlaceHolder 1"/>
          <p:cNvSpPr>
            <a:spLocks noGrp="1"/>
          </p:cNvSpPr>
          <p:nvPr>
            <p:ph type="title"/>
          </p:nvPr>
        </p:nvSpPr>
        <p:spPr>
          <a:xfrm>
            <a:off x="1534680" y="214200"/>
            <a:ext cx="10390320" cy="146160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443" name="PlaceHolder 2"/>
          <p:cNvSpPr>
            <a:spLocks noGrp="1"/>
          </p:cNvSpPr>
          <p:nvPr>
            <p:ph type="body"/>
          </p:nvPr>
        </p:nvSpPr>
        <p:spPr>
          <a:xfrm>
            <a:off x="1576800" y="2017800"/>
            <a:ext cx="5079600" cy="4114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444" name="PlaceHolder 3"/>
          <p:cNvSpPr>
            <a:spLocks noGrp="1"/>
          </p:cNvSpPr>
          <p:nvPr>
            <p:ph type="body"/>
          </p:nvPr>
        </p:nvSpPr>
        <p:spPr>
          <a:xfrm>
            <a:off x="6860160" y="2017800"/>
            <a:ext cx="5079600" cy="1980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445" name="PlaceHolder 4"/>
          <p:cNvSpPr>
            <a:spLocks noGrp="1"/>
          </p:cNvSpPr>
          <p:nvPr>
            <p:ph type="body"/>
          </p:nvPr>
        </p:nvSpPr>
        <p:spPr>
          <a:xfrm>
            <a:off x="6860160" y="4151160"/>
            <a:ext cx="5079600" cy="1980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446" name="PlaceHolder 5"/>
          <p:cNvSpPr>
            <a:spLocks noGrp="1"/>
          </p:cNvSpPr>
          <p:nvPr>
            <p:ph type="dt" idx="34"/>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47" name="PlaceHolder 6"/>
          <p:cNvSpPr>
            <a:spLocks noGrp="1"/>
          </p:cNvSpPr>
          <p:nvPr>
            <p:ph type="ftr" idx="35"/>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8" name="Slide Number Placeholder 3"/>
          <p:cNvSpPr/>
          <p:nvPr/>
        </p:nvSpPr>
        <p:spPr>
          <a:xfrm>
            <a:off x="684360" y="940320"/>
            <a:ext cx="779400" cy="364680"/>
          </a:xfrm>
          <a:prstGeom prst="rect">
            <a:avLst/>
          </a:prstGeom>
          <a:noFill/>
          <a:ln w="0">
            <a:noFill/>
          </a:ln>
        </p:spPr>
        <p:style>
          <a:lnRef idx="0"/>
          <a:fillRef idx="0"/>
          <a:effectRef idx="0"/>
          <a:fontRef idx="minor"/>
        </p:style>
        <p:txBody>
          <a:bodyPr anchor="ctr">
            <a:noAutofit/>
          </a:bodyPr>
          <a:p>
            <a:pPr algn="r" defTabSz="914400">
              <a:lnSpc>
                <a:spcPct val="100000"/>
              </a:lnSpc>
            </a:pPr>
            <a:fld id="{0D09AD6B-0149-4839-8159-4EE118E903B3}" type="slidenum">
              <a:rPr b="0" lang="en-US" sz="2000" spc="-1" strike="noStrike">
                <a:solidFill>
                  <a:srgbClr val="feffff"/>
                </a:solidFill>
                <a:latin typeface="Century Gothic"/>
              </a:rPr>
              <a:t>&lt;number&gt;</a:t>
            </a:fld>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53" name="Group 22"/>
          <p:cNvGrpSpPr/>
          <p:nvPr/>
        </p:nvGrpSpPr>
        <p:grpSpPr>
          <a:xfrm>
            <a:off x="0" y="228600"/>
            <a:ext cx="2851200" cy="6638400"/>
            <a:chOff x="0" y="228600"/>
            <a:chExt cx="2851200" cy="6638400"/>
          </a:xfrm>
        </p:grpSpPr>
        <p:sp>
          <p:nvSpPr>
            <p:cNvPr id="45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66" name="Group 9"/>
          <p:cNvGrpSpPr/>
          <p:nvPr/>
        </p:nvGrpSpPr>
        <p:grpSpPr>
          <a:xfrm>
            <a:off x="27360" y="-720"/>
            <a:ext cx="2356200" cy="6853680"/>
            <a:chOff x="27360" y="-720"/>
            <a:chExt cx="2356200" cy="6853680"/>
          </a:xfrm>
        </p:grpSpPr>
        <p:sp>
          <p:nvSpPr>
            <p:cNvPr id="46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7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80" name="PlaceHolder 1"/>
          <p:cNvSpPr>
            <a:spLocks noGrp="1"/>
          </p:cNvSpPr>
          <p:nvPr>
            <p:ph type="title"/>
          </p:nvPr>
        </p:nvSpPr>
        <p:spPr>
          <a:xfrm>
            <a:off x="2589120" y="2058840"/>
            <a:ext cx="8915040" cy="1468440"/>
          </a:xfrm>
          <a:prstGeom prst="rect">
            <a:avLst/>
          </a:prstGeom>
          <a:noFill/>
          <a:ln w="0">
            <a:noFill/>
          </a:ln>
        </p:spPr>
        <p:txBody>
          <a:bodyPr lIns="91440" rIns="91440" tIns="45720" bIns="45720" anchor="b">
            <a:noAutofit/>
          </a:bodyPr>
          <a:p>
            <a:pPr indent="0" defTabSz="457200">
              <a:lnSpc>
                <a:spcPct val="100000"/>
              </a:lnSpc>
              <a:buNone/>
            </a:pPr>
            <a:r>
              <a:rPr b="0" lang="en-US" sz="4000" spc="-1" strike="noStrike">
                <a:solidFill>
                  <a:schemeClr val="dk1">
                    <a:lumMod val="85000"/>
                    <a:lumOff val="15000"/>
                  </a:schemeClr>
                </a:solidFill>
                <a:latin typeface="Century Gothic"/>
              </a:rPr>
              <a:t>Click to edit Master title style</a:t>
            </a:r>
            <a:endParaRPr b="0" lang="en-US" sz="4000" spc="-1" strike="noStrike">
              <a:solidFill>
                <a:schemeClr val="dk1"/>
              </a:solidFill>
              <a:latin typeface="Century Gothic"/>
            </a:endParaRPr>
          </a:p>
        </p:txBody>
      </p:sp>
      <p:sp>
        <p:nvSpPr>
          <p:cNvPr id="481" name="PlaceHolder 2"/>
          <p:cNvSpPr>
            <a:spLocks noGrp="1"/>
          </p:cNvSpPr>
          <p:nvPr>
            <p:ph type="body"/>
          </p:nvPr>
        </p:nvSpPr>
        <p:spPr>
          <a:xfrm>
            <a:off x="2589120" y="3530160"/>
            <a:ext cx="8915040" cy="860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65000"/>
                    <a:lumOff val="35000"/>
                  </a:schemeClr>
                </a:solidFill>
                <a:latin typeface="Century Gothic"/>
              </a:rPr>
              <a:t>Edit Master text styles</a:t>
            </a:r>
            <a:endParaRPr b="0" lang="en-US" sz="2000" spc="-1" strike="noStrike">
              <a:solidFill>
                <a:schemeClr val="dk1">
                  <a:lumMod val="75000"/>
                  <a:lumOff val="25000"/>
                </a:schemeClr>
              </a:solidFill>
              <a:latin typeface="Century Gothic"/>
            </a:endParaRPr>
          </a:p>
        </p:txBody>
      </p:sp>
      <p:sp>
        <p:nvSpPr>
          <p:cNvPr id="482" name="PlaceHolder 3"/>
          <p:cNvSpPr>
            <a:spLocks noGrp="1"/>
          </p:cNvSpPr>
          <p:nvPr>
            <p:ph type="dt" idx="36"/>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3" name="PlaceHolder 4"/>
          <p:cNvSpPr>
            <a:spLocks noGrp="1"/>
          </p:cNvSpPr>
          <p:nvPr>
            <p:ph type="ftr" idx="3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4"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5" name="PlaceHolder 5"/>
          <p:cNvSpPr>
            <a:spLocks noGrp="1"/>
          </p:cNvSpPr>
          <p:nvPr>
            <p:ph type="sldNum" idx="38"/>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86" name="Group 22"/>
          <p:cNvGrpSpPr/>
          <p:nvPr/>
        </p:nvGrpSpPr>
        <p:grpSpPr>
          <a:xfrm>
            <a:off x="0" y="228600"/>
            <a:ext cx="2851200" cy="6638400"/>
            <a:chOff x="0" y="228600"/>
            <a:chExt cx="2851200" cy="6638400"/>
          </a:xfrm>
        </p:grpSpPr>
        <p:sp>
          <p:nvSpPr>
            <p:cNvPr id="487"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8"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9"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0"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1"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2"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3"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4"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5"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6"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7"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8"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99" name="Group 9"/>
          <p:cNvGrpSpPr/>
          <p:nvPr/>
        </p:nvGrpSpPr>
        <p:grpSpPr>
          <a:xfrm>
            <a:off x="27360" y="-720"/>
            <a:ext cx="2356200" cy="6853680"/>
            <a:chOff x="27360" y="-720"/>
            <a:chExt cx="2356200" cy="6853680"/>
          </a:xfrm>
        </p:grpSpPr>
        <p:sp>
          <p:nvSpPr>
            <p:cNvPr id="500"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1"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2"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3"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4"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5"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6"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7"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8"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9"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0"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1"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512"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13"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514" name="PlaceHolder 2"/>
          <p:cNvSpPr>
            <a:spLocks noGrp="1"/>
          </p:cNvSpPr>
          <p:nvPr>
            <p:ph type="body"/>
          </p:nvPr>
        </p:nvSpPr>
        <p:spPr>
          <a:xfrm>
            <a:off x="2589120" y="2133720"/>
            <a:ext cx="431352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15" name="PlaceHolder 3"/>
          <p:cNvSpPr>
            <a:spLocks noGrp="1"/>
          </p:cNvSpPr>
          <p:nvPr>
            <p:ph type="body"/>
          </p:nvPr>
        </p:nvSpPr>
        <p:spPr>
          <a:xfrm>
            <a:off x="7190640" y="2126160"/>
            <a:ext cx="431352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16" name="PlaceHolder 4"/>
          <p:cNvSpPr>
            <a:spLocks noGrp="1"/>
          </p:cNvSpPr>
          <p:nvPr>
            <p:ph type="dt" idx="39"/>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17" name="PlaceHolder 5"/>
          <p:cNvSpPr>
            <a:spLocks noGrp="1"/>
          </p:cNvSpPr>
          <p:nvPr>
            <p:ph type="ftr" idx="40"/>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18"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9" name="PlaceHolder 6"/>
          <p:cNvSpPr>
            <a:spLocks noGrp="1"/>
          </p:cNvSpPr>
          <p:nvPr>
            <p:ph type="sldNum" idx="41"/>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23" name="Group 22"/>
          <p:cNvGrpSpPr/>
          <p:nvPr/>
        </p:nvGrpSpPr>
        <p:grpSpPr>
          <a:xfrm>
            <a:off x="0" y="228600"/>
            <a:ext cx="2851200" cy="6638400"/>
            <a:chOff x="0" y="228600"/>
            <a:chExt cx="2851200" cy="6638400"/>
          </a:xfrm>
        </p:grpSpPr>
        <p:sp>
          <p:nvSpPr>
            <p:cNvPr id="52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36" name="Group 9"/>
          <p:cNvGrpSpPr/>
          <p:nvPr/>
        </p:nvGrpSpPr>
        <p:grpSpPr>
          <a:xfrm>
            <a:off x="27360" y="-720"/>
            <a:ext cx="2356200" cy="6853680"/>
            <a:chOff x="27360" y="-720"/>
            <a:chExt cx="2356200" cy="6853680"/>
          </a:xfrm>
        </p:grpSpPr>
        <p:sp>
          <p:nvSpPr>
            <p:cNvPr id="53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54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50"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551" name="PlaceHolder 2"/>
          <p:cNvSpPr>
            <a:spLocks noGrp="1"/>
          </p:cNvSpPr>
          <p:nvPr>
            <p:ph type="body"/>
          </p:nvPr>
        </p:nvSpPr>
        <p:spPr>
          <a:xfrm>
            <a:off x="2939400" y="1972800"/>
            <a:ext cx="399240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552" name="PlaceHolder 3"/>
          <p:cNvSpPr>
            <a:spLocks noGrp="1"/>
          </p:cNvSpPr>
          <p:nvPr>
            <p:ph type="body"/>
          </p:nvPr>
        </p:nvSpPr>
        <p:spPr>
          <a:xfrm>
            <a:off x="2589120" y="2548800"/>
            <a:ext cx="4342680" cy="3353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53" name="PlaceHolder 4"/>
          <p:cNvSpPr>
            <a:spLocks noGrp="1"/>
          </p:cNvSpPr>
          <p:nvPr>
            <p:ph type="body"/>
          </p:nvPr>
        </p:nvSpPr>
        <p:spPr>
          <a:xfrm>
            <a:off x="7506720" y="1969560"/>
            <a:ext cx="399852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554" name="PlaceHolder 5"/>
          <p:cNvSpPr>
            <a:spLocks noGrp="1"/>
          </p:cNvSpPr>
          <p:nvPr>
            <p:ph type="body"/>
          </p:nvPr>
        </p:nvSpPr>
        <p:spPr>
          <a:xfrm>
            <a:off x="7166880" y="2545560"/>
            <a:ext cx="4338360" cy="3353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55" name="PlaceHolder 6"/>
          <p:cNvSpPr>
            <a:spLocks noGrp="1"/>
          </p:cNvSpPr>
          <p:nvPr>
            <p:ph type="dt" idx="42"/>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56" name="PlaceHolder 7"/>
          <p:cNvSpPr>
            <a:spLocks noGrp="1"/>
          </p:cNvSpPr>
          <p:nvPr>
            <p:ph type="ftr" idx="43"/>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57"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8" name="PlaceHolder 8"/>
          <p:cNvSpPr>
            <a:spLocks noGrp="1"/>
          </p:cNvSpPr>
          <p:nvPr>
            <p:ph type="sldNum" idx="44"/>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59" name="Group 22"/>
          <p:cNvGrpSpPr/>
          <p:nvPr/>
        </p:nvGrpSpPr>
        <p:grpSpPr>
          <a:xfrm>
            <a:off x="0" y="228600"/>
            <a:ext cx="2851200" cy="6638400"/>
            <a:chOff x="0" y="228600"/>
            <a:chExt cx="2851200" cy="6638400"/>
          </a:xfrm>
        </p:grpSpPr>
        <p:sp>
          <p:nvSpPr>
            <p:cNvPr id="560"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1"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2"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3"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4"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5"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6"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7"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8"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9"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0"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1"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72" name="Group 9"/>
          <p:cNvGrpSpPr/>
          <p:nvPr/>
        </p:nvGrpSpPr>
        <p:grpSpPr>
          <a:xfrm>
            <a:off x="27360" y="-720"/>
            <a:ext cx="2356200" cy="6853680"/>
            <a:chOff x="27360" y="-720"/>
            <a:chExt cx="2356200" cy="6853680"/>
          </a:xfrm>
        </p:grpSpPr>
        <p:sp>
          <p:nvSpPr>
            <p:cNvPr id="573"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4"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5"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6"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7"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8"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9"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0"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1"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2"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3"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4"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585"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86"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587" name="PlaceHolder 2"/>
          <p:cNvSpPr>
            <a:spLocks noGrp="1"/>
          </p:cNvSpPr>
          <p:nvPr>
            <p:ph type="dt" idx="45"/>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88" name="PlaceHolder 3"/>
          <p:cNvSpPr>
            <a:spLocks noGrp="1"/>
          </p:cNvSpPr>
          <p:nvPr>
            <p:ph type="ftr" idx="46"/>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89"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0" name="PlaceHolder 4"/>
          <p:cNvSpPr>
            <a:spLocks noGrp="1"/>
          </p:cNvSpPr>
          <p:nvPr>
            <p:ph type="sldNum" idx="47"/>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59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Click to edit the outline text format</a:t>
            </a:r>
            <a:endParaRPr b="0" lang="en-US" sz="1800" spc="-1" strike="noStrike">
              <a:solidFill>
                <a:schemeClr val="dk1">
                  <a:lumMod val="75000"/>
                  <a:lumOff val="25000"/>
                </a:schemeClr>
              </a:solidFill>
              <a:latin typeface="Century Gothic"/>
            </a:endParaRPr>
          </a:p>
          <a:p>
            <a:pPr lvl="1" marL="864000" indent="-324000">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entury Gothic"/>
              </a:rPr>
              <a:t>Second Outline Level</a:t>
            </a:r>
            <a:endParaRPr b="0" lang="en-US" sz="1400" spc="-1" strike="noStrike">
              <a:solidFill>
                <a:schemeClr val="dk1">
                  <a:lumMod val="75000"/>
                  <a:lumOff val="25000"/>
                </a:schemeClr>
              </a:solidFill>
              <a:latin typeface="Century Gothic"/>
            </a:endParaRPr>
          </a:p>
          <a:p>
            <a:pPr lvl="2" marL="1296000" indent="-288000">
              <a:spcBef>
                <a:spcPts val="850"/>
              </a:spcBef>
              <a:buClr>
                <a:srgbClr val="000000"/>
              </a:buClr>
              <a:buSzPct val="45000"/>
              <a:buFont typeface="Wingdings" charset="2"/>
              <a:buChar char=""/>
            </a:pPr>
            <a:r>
              <a:rPr b="0" lang="en-US" sz="1200" spc="-1" strike="noStrike">
                <a:solidFill>
                  <a:schemeClr val="dk1">
                    <a:lumMod val="75000"/>
                    <a:lumOff val="25000"/>
                  </a:schemeClr>
                </a:solidFill>
                <a:latin typeface="Century Gothic"/>
              </a:rPr>
              <a:t>Third Outline Level</a:t>
            </a:r>
            <a:endParaRPr b="0" lang="en-US" sz="1200" spc="-1" strike="noStrike">
              <a:solidFill>
                <a:schemeClr val="dk1">
                  <a:lumMod val="75000"/>
                  <a:lumOff val="25000"/>
                </a:schemeClr>
              </a:solidFill>
              <a:latin typeface="Century Gothic"/>
            </a:endParaRPr>
          </a:p>
          <a:p>
            <a:pPr lvl="3" marL="1728000" indent="-216000">
              <a:spcBef>
                <a:spcPts val="567"/>
              </a:spcBef>
              <a:buClr>
                <a:srgbClr val="000000"/>
              </a:buClr>
              <a:buSzPct val="75000"/>
              <a:buFont typeface="Symbol" charset="2"/>
              <a:buChar char=""/>
            </a:pPr>
            <a:r>
              <a:rPr b="0" lang="en-US" sz="1200" spc="-1" strike="noStrike">
                <a:solidFill>
                  <a:schemeClr val="dk1">
                    <a:lumMod val="75000"/>
                    <a:lumOff val="25000"/>
                  </a:schemeClr>
                </a:solidFill>
                <a:latin typeface="Century Gothic"/>
              </a:rPr>
              <a:t>Fourth Outline Level</a:t>
            </a:r>
            <a:endParaRPr b="0" lang="en-US" sz="1200" spc="-1" strike="noStrike">
              <a:solidFill>
                <a:schemeClr val="dk1">
                  <a:lumMod val="75000"/>
                  <a:lumOff val="25000"/>
                </a:schemeClr>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Fifth Outline Level</a:t>
            </a:r>
            <a:endParaRPr b="0" lang="en-US" sz="2000" spc="-1" strike="noStrike">
              <a:solidFill>
                <a:schemeClr val="dk1">
                  <a:lumMod val="75000"/>
                  <a:lumOff val="25000"/>
                </a:schemeClr>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Sixth Outline Level</a:t>
            </a:r>
            <a:endParaRPr b="0" lang="en-US" sz="2000" spc="-1" strike="noStrike">
              <a:solidFill>
                <a:schemeClr val="dk1">
                  <a:lumMod val="75000"/>
                  <a:lumOff val="25000"/>
                </a:schemeClr>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Seventh Outline Level</a:t>
            </a:r>
            <a:endParaRPr b="0" lang="en-US" sz="2000" spc="-1" strike="noStrike">
              <a:solidFill>
                <a:schemeClr val="dk1">
                  <a:lumMod val="75000"/>
                  <a:lumOff val="25000"/>
                </a:schemeClr>
              </a:solidFill>
              <a:latin typeface="Century Gothic"/>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93" name="Group 22"/>
          <p:cNvGrpSpPr/>
          <p:nvPr/>
        </p:nvGrpSpPr>
        <p:grpSpPr>
          <a:xfrm>
            <a:off x="0" y="228600"/>
            <a:ext cx="2851200" cy="6638400"/>
            <a:chOff x="0" y="228600"/>
            <a:chExt cx="2851200" cy="6638400"/>
          </a:xfrm>
        </p:grpSpPr>
        <p:sp>
          <p:nvSpPr>
            <p:cNvPr id="59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06" name="Group 9"/>
          <p:cNvGrpSpPr/>
          <p:nvPr/>
        </p:nvGrpSpPr>
        <p:grpSpPr>
          <a:xfrm>
            <a:off x="27360" y="-720"/>
            <a:ext cx="2356200" cy="6853680"/>
            <a:chOff x="27360" y="-720"/>
            <a:chExt cx="2356200" cy="6853680"/>
          </a:xfrm>
        </p:grpSpPr>
        <p:sp>
          <p:nvSpPr>
            <p:cNvPr id="60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1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20" name="PlaceHolder 1"/>
          <p:cNvSpPr>
            <a:spLocks noGrp="1"/>
          </p:cNvSpPr>
          <p:nvPr>
            <p:ph type="dt" idx="48"/>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21" name="PlaceHolder 2"/>
          <p:cNvSpPr>
            <a:spLocks noGrp="1"/>
          </p:cNvSpPr>
          <p:nvPr>
            <p:ph type="ftr" idx="49"/>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22"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3" name="PlaceHolder 3"/>
          <p:cNvSpPr>
            <a:spLocks noGrp="1"/>
          </p:cNvSpPr>
          <p:nvPr>
            <p:ph type="sldNum" idx="50"/>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624"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entury Gothic"/>
              </a:rPr>
              <a:t>Click to edit the title text format</a:t>
            </a:r>
            <a:endParaRPr b="0" lang="en-US" sz="1800" spc="-1" strike="noStrike">
              <a:solidFill>
                <a:schemeClr val="dk1"/>
              </a:solidFill>
              <a:latin typeface="Century Gothic"/>
            </a:endParaRPr>
          </a:p>
        </p:txBody>
      </p:sp>
      <p:sp>
        <p:nvSpPr>
          <p:cNvPr id="62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Click to edit the outline text format</a:t>
            </a:r>
            <a:endParaRPr b="0" lang="en-US" sz="1800" spc="-1" strike="noStrike">
              <a:solidFill>
                <a:schemeClr val="dk1">
                  <a:lumMod val="75000"/>
                  <a:lumOff val="25000"/>
                </a:schemeClr>
              </a:solidFill>
              <a:latin typeface="Century Gothic"/>
            </a:endParaRPr>
          </a:p>
          <a:p>
            <a:pPr lvl="1" marL="864000" indent="-324000">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entury Gothic"/>
              </a:rPr>
              <a:t>Second Outline Level</a:t>
            </a:r>
            <a:endParaRPr b="0" lang="en-US" sz="1400" spc="-1" strike="noStrike">
              <a:solidFill>
                <a:schemeClr val="dk1">
                  <a:lumMod val="75000"/>
                  <a:lumOff val="25000"/>
                </a:schemeClr>
              </a:solidFill>
              <a:latin typeface="Century Gothic"/>
            </a:endParaRPr>
          </a:p>
          <a:p>
            <a:pPr lvl="2" marL="1296000" indent="-288000">
              <a:spcBef>
                <a:spcPts val="850"/>
              </a:spcBef>
              <a:buClr>
                <a:srgbClr val="000000"/>
              </a:buClr>
              <a:buSzPct val="45000"/>
              <a:buFont typeface="Wingdings" charset="2"/>
              <a:buChar char=""/>
            </a:pPr>
            <a:r>
              <a:rPr b="0" lang="en-US" sz="1200" spc="-1" strike="noStrike">
                <a:solidFill>
                  <a:schemeClr val="dk1">
                    <a:lumMod val="75000"/>
                    <a:lumOff val="25000"/>
                  </a:schemeClr>
                </a:solidFill>
                <a:latin typeface="Century Gothic"/>
              </a:rPr>
              <a:t>Third Outline Level</a:t>
            </a:r>
            <a:endParaRPr b="0" lang="en-US" sz="1200" spc="-1" strike="noStrike">
              <a:solidFill>
                <a:schemeClr val="dk1">
                  <a:lumMod val="75000"/>
                  <a:lumOff val="25000"/>
                </a:schemeClr>
              </a:solidFill>
              <a:latin typeface="Century Gothic"/>
            </a:endParaRPr>
          </a:p>
          <a:p>
            <a:pPr lvl="3" marL="1728000" indent="-216000">
              <a:spcBef>
                <a:spcPts val="567"/>
              </a:spcBef>
              <a:buClr>
                <a:srgbClr val="000000"/>
              </a:buClr>
              <a:buSzPct val="75000"/>
              <a:buFont typeface="Symbol" charset="2"/>
              <a:buChar char=""/>
            </a:pPr>
            <a:r>
              <a:rPr b="0" lang="en-US" sz="1200" spc="-1" strike="noStrike">
                <a:solidFill>
                  <a:schemeClr val="dk1">
                    <a:lumMod val="75000"/>
                    <a:lumOff val="25000"/>
                  </a:schemeClr>
                </a:solidFill>
                <a:latin typeface="Century Gothic"/>
              </a:rPr>
              <a:t>Fourth Outline Level</a:t>
            </a:r>
            <a:endParaRPr b="0" lang="en-US" sz="1200" spc="-1" strike="noStrike">
              <a:solidFill>
                <a:schemeClr val="dk1">
                  <a:lumMod val="75000"/>
                  <a:lumOff val="25000"/>
                </a:schemeClr>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Fifth Outline Level</a:t>
            </a:r>
            <a:endParaRPr b="0" lang="en-US" sz="2000" spc="-1" strike="noStrike">
              <a:solidFill>
                <a:schemeClr val="dk1">
                  <a:lumMod val="75000"/>
                  <a:lumOff val="25000"/>
                </a:schemeClr>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Sixth Outline Level</a:t>
            </a:r>
            <a:endParaRPr b="0" lang="en-US" sz="2000" spc="-1" strike="noStrike">
              <a:solidFill>
                <a:schemeClr val="dk1">
                  <a:lumMod val="75000"/>
                  <a:lumOff val="25000"/>
                </a:schemeClr>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Seventh Outline Level</a:t>
            </a:r>
            <a:endParaRPr b="0" lang="en-US" sz="2000" spc="-1" strike="noStrike">
              <a:solidFill>
                <a:schemeClr val="dk1">
                  <a:lumMod val="75000"/>
                  <a:lumOff val="25000"/>
                </a:schemeClr>
              </a:solidFill>
              <a:latin typeface="Century Gothic"/>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26" name="Group 22"/>
          <p:cNvGrpSpPr/>
          <p:nvPr/>
        </p:nvGrpSpPr>
        <p:grpSpPr>
          <a:xfrm>
            <a:off x="0" y="228600"/>
            <a:ext cx="2851200" cy="6638400"/>
            <a:chOff x="0" y="228600"/>
            <a:chExt cx="2851200" cy="6638400"/>
          </a:xfrm>
        </p:grpSpPr>
        <p:sp>
          <p:nvSpPr>
            <p:cNvPr id="627"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8"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9"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0"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1"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2"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3"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4"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5"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6"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7"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8"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39" name="Group 9"/>
          <p:cNvGrpSpPr/>
          <p:nvPr/>
        </p:nvGrpSpPr>
        <p:grpSpPr>
          <a:xfrm>
            <a:off x="27360" y="-720"/>
            <a:ext cx="2356200" cy="6853680"/>
            <a:chOff x="27360" y="-720"/>
            <a:chExt cx="2356200" cy="6853680"/>
          </a:xfrm>
        </p:grpSpPr>
        <p:sp>
          <p:nvSpPr>
            <p:cNvPr id="640"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1"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2"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3"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4"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5"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6"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7"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8"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9"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0"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1"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52"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53" name="PlaceHolder 1"/>
          <p:cNvSpPr>
            <a:spLocks noGrp="1"/>
          </p:cNvSpPr>
          <p:nvPr>
            <p:ph type="title"/>
          </p:nvPr>
        </p:nvSpPr>
        <p:spPr>
          <a:xfrm>
            <a:off x="2589120" y="446040"/>
            <a:ext cx="3504960" cy="975960"/>
          </a:xfrm>
          <a:prstGeom prst="rect">
            <a:avLst/>
          </a:prstGeom>
          <a:noFill/>
          <a:ln w="0">
            <a:noFill/>
          </a:ln>
        </p:spPr>
        <p:txBody>
          <a:bodyPr lIns="91440" rIns="91440" tIns="45720" bIns="45720" anchor="b">
            <a:noAutofit/>
          </a:bodyPr>
          <a:p>
            <a:pPr indent="0" defTabSz="457200">
              <a:lnSpc>
                <a:spcPct val="100000"/>
              </a:lnSpc>
              <a:buNone/>
            </a:pPr>
            <a:r>
              <a:rPr b="0" lang="en-US" sz="2000" spc="-1" strike="noStrike">
                <a:solidFill>
                  <a:schemeClr val="dk1">
                    <a:lumMod val="85000"/>
                    <a:lumOff val="15000"/>
                  </a:schemeClr>
                </a:solidFill>
                <a:latin typeface="Century Gothic"/>
              </a:rPr>
              <a:t>Click to edit Master title style</a:t>
            </a:r>
            <a:endParaRPr b="0" lang="en-US" sz="2000" spc="-1" strike="noStrike">
              <a:solidFill>
                <a:schemeClr val="dk1"/>
              </a:solidFill>
              <a:latin typeface="Century Gothic"/>
            </a:endParaRPr>
          </a:p>
        </p:txBody>
      </p:sp>
      <p:sp>
        <p:nvSpPr>
          <p:cNvPr id="654" name="PlaceHolder 2"/>
          <p:cNvSpPr>
            <a:spLocks noGrp="1"/>
          </p:cNvSpPr>
          <p:nvPr>
            <p:ph type="body"/>
          </p:nvPr>
        </p:nvSpPr>
        <p:spPr>
          <a:xfrm>
            <a:off x="6323040" y="446040"/>
            <a:ext cx="5181120" cy="5414760"/>
          </a:xfrm>
          <a:prstGeom prst="rect">
            <a:avLst/>
          </a:prstGeom>
          <a:noFill/>
          <a:ln w="0">
            <a:noFill/>
          </a:ln>
        </p:spPr>
        <p:txBody>
          <a:bodyPr lIns="91440" rIns="91440" tIns="45720" bIns="45720" anchor="ctr">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655" name="PlaceHolder 3"/>
          <p:cNvSpPr>
            <a:spLocks noGrp="1"/>
          </p:cNvSpPr>
          <p:nvPr>
            <p:ph type="body"/>
          </p:nvPr>
        </p:nvSpPr>
        <p:spPr>
          <a:xfrm>
            <a:off x="2589120" y="1598760"/>
            <a:ext cx="3504960" cy="4262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1400" spc="-1" strike="noStrike">
                <a:solidFill>
                  <a:schemeClr val="dk1">
                    <a:lumMod val="75000"/>
                    <a:lumOff val="25000"/>
                  </a:schemeClr>
                </a:solidFill>
                <a:latin typeface="Century Gothic"/>
              </a:rPr>
              <a:t>Edit Master text styles</a:t>
            </a:r>
            <a:endParaRPr b="0" lang="en-US" sz="1400" spc="-1" strike="noStrike">
              <a:solidFill>
                <a:schemeClr val="dk1">
                  <a:lumMod val="75000"/>
                  <a:lumOff val="25000"/>
                </a:schemeClr>
              </a:solidFill>
              <a:latin typeface="Century Gothic"/>
            </a:endParaRPr>
          </a:p>
        </p:txBody>
      </p:sp>
      <p:sp>
        <p:nvSpPr>
          <p:cNvPr id="656" name="PlaceHolder 4"/>
          <p:cNvSpPr>
            <a:spLocks noGrp="1"/>
          </p:cNvSpPr>
          <p:nvPr>
            <p:ph type="dt" idx="51"/>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57" name="PlaceHolder 5"/>
          <p:cNvSpPr>
            <a:spLocks noGrp="1"/>
          </p:cNvSpPr>
          <p:nvPr>
            <p:ph type="ftr" idx="52"/>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58"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9" name="PlaceHolder 6"/>
          <p:cNvSpPr>
            <a:spLocks noGrp="1"/>
          </p:cNvSpPr>
          <p:nvPr>
            <p:ph type="sldNum" idx="53"/>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60" name="Group 22"/>
          <p:cNvGrpSpPr/>
          <p:nvPr/>
        </p:nvGrpSpPr>
        <p:grpSpPr>
          <a:xfrm>
            <a:off x="0" y="228600"/>
            <a:ext cx="2851200" cy="6638400"/>
            <a:chOff x="0" y="228600"/>
            <a:chExt cx="2851200" cy="6638400"/>
          </a:xfrm>
        </p:grpSpPr>
        <p:sp>
          <p:nvSpPr>
            <p:cNvPr id="66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73" name="Group 9"/>
          <p:cNvGrpSpPr/>
          <p:nvPr/>
        </p:nvGrpSpPr>
        <p:grpSpPr>
          <a:xfrm>
            <a:off x="27360" y="-720"/>
            <a:ext cx="2356200" cy="6853680"/>
            <a:chOff x="27360" y="-720"/>
            <a:chExt cx="2356200" cy="6853680"/>
          </a:xfrm>
        </p:grpSpPr>
        <p:sp>
          <p:nvSpPr>
            <p:cNvPr id="67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8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87" name="PlaceHolder 1"/>
          <p:cNvSpPr>
            <a:spLocks noGrp="1"/>
          </p:cNvSpPr>
          <p:nvPr>
            <p:ph type="title"/>
          </p:nvPr>
        </p:nvSpPr>
        <p:spPr>
          <a:xfrm>
            <a:off x="2589120" y="4800600"/>
            <a:ext cx="8915040" cy="5662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a:solidFill>
                  <a:schemeClr val="dk1">
                    <a:lumMod val="85000"/>
                    <a:lumOff val="15000"/>
                  </a:schemeClr>
                </a:solidFill>
                <a:latin typeface="Century Gothic"/>
              </a:rPr>
              <a:t>Click to edit Master title style</a:t>
            </a:r>
            <a:endParaRPr b="0" lang="en-US" sz="2400" spc="-1" strike="noStrike">
              <a:solidFill>
                <a:schemeClr val="dk1"/>
              </a:solidFill>
              <a:latin typeface="Century Gothic"/>
            </a:endParaRPr>
          </a:p>
        </p:txBody>
      </p:sp>
      <p:sp>
        <p:nvSpPr>
          <p:cNvPr id="688" name="PlaceHolder 2"/>
          <p:cNvSpPr>
            <a:spLocks noGrp="1"/>
          </p:cNvSpPr>
          <p:nvPr>
            <p:ph type="body"/>
          </p:nvPr>
        </p:nvSpPr>
        <p:spPr>
          <a:xfrm>
            <a:off x="2589120" y="635040"/>
            <a:ext cx="8915040" cy="3854520"/>
          </a:xfrm>
          <a:prstGeom prst="rect">
            <a:avLst/>
          </a:prstGeom>
          <a:noFill/>
          <a:ln w="0">
            <a:noFill/>
          </a:ln>
        </p:spPr>
        <p:txBody>
          <a:bodyPr lIns="90000" rIns="90000" tIns="45000" bIns="45000" anchor="t">
            <a:normAutofit/>
          </a:bodyPr>
          <a:p>
            <a:pPr indent="0" algn="ctr" defTabSz="914400">
              <a:lnSpc>
                <a:spcPct val="100000"/>
              </a:lnSpc>
              <a:buNone/>
              <a:tabLst>
                <a:tab algn="l" pos="0"/>
              </a:tabLst>
            </a:pPr>
            <a:r>
              <a:rPr b="0" lang="en-US" sz="1600" spc="-1" strike="noStrike">
                <a:solidFill>
                  <a:schemeClr val="dk1"/>
                </a:solidFill>
                <a:latin typeface="Century Gothic"/>
              </a:rPr>
              <a:t>Click icon to add picture</a:t>
            </a:r>
            <a:endParaRPr b="0" lang="en-US" sz="1600" spc="-1" strike="noStrike">
              <a:solidFill>
                <a:schemeClr val="dk1">
                  <a:lumMod val="75000"/>
                  <a:lumOff val="25000"/>
                </a:schemeClr>
              </a:solidFill>
              <a:latin typeface="Century Gothic"/>
            </a:endParaRPr>
          </a:p>
        </p:txBody>
      </p:sp>
      <p:sp>
        <p:nvSpPr>
          <p:cNvPr id="689" name="PlaceHolder 3"/>
          <p:cNvSpPr>
            <a:spLocks noGrp="1"/>
          </p:cNvSpPr>
          <p:nvPr>
            <p:ph type="body"/>
          </p:nvPr>
        </p:nvSpPr>
        <p:spPr>
          <a:xfrm>
            <a:off x="2589120" y="5367240"/>
            <a:ext cx="8915040" cy="4932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200" spc="-1" strike="noStrike">
                <a:solidFill>
                  <a:schemeClr val="dk1">
                    <a:lumMod val="75000"/>
                    <a:lumOff val="25000"/>
                  </a:schemeClr>
                </a:solidFill>
                <a:latin typeface="Century Gothic"/>
              </a:rPr>
              <a:t>Edit Master text styles</a:t>
            </a:r>
            <a:endParaRPr b="0" lang="en-US" sz="1200" spc="-1" strike="noStrike">
              <a:solidFill>
                <a:schemeClr val="dk1">
                  <a:lumMod val="75000"/>
                  <a:lumOff val="25000"/>
                </a:schemeClr>
              </a:solidFill>
              <a:latin typeface="Century Gothic"/>
            </a:endParaRPr>
          </a:p>
        </p:txBody>
      </p:sp>
      <p:sp>
        <p:nvSpPr>
          <p:cNvPr id="690" name="PlaceHolder 4"/>
          <p:cNvSpPr>
            <a:spLocks noGrp="1"/>
          </p:cNvSpPr>
          <p:nvPr>
            <p:ph type="dt" idx="54"/>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91" name="PlaceHolder 5"/>
          <p:cNvSpPr>
            <a:spLocks noGrp="1"/>
          </p:cNvSpPr>
          <p:nvPr>
            <p:ph type="ftr" idx="55"/>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92"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3" name="PlaceHolder 6"/>
          <p:cNvSpPr>
            <a:spLocks noGrp="1"/>
          </p:cNvSpPr>
          <p:nvPr>
            <p:ph type="sldNum" idx="56"/>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s/_rels/slide1.xml.rels><?xml version="1.0" encoding="UTF-8"?>
<Relationships xmlns="http://schemas.openxmlformats.org/package/2006/relationships"><Relationship Id="rId1" Type="http://schemas.openxmlformats.org/officeDocument/2006/relationships/hyperlink" Target="mailto:muthomi@uonbi.ac.ke" TargetMode="External"/><Relationship Id="rId2" Type="http://schemas.openxmlformats.org/officeDocument/2006/relationships/hyperlink" Target="mailto:muthomi@uonbi.ac.ke" TargetMode="External"/><Relationship Id="rId3" Type="http://schemas.openxmlformats.org/officeDocument/2006/relationships/hyperlink" Target="mailto:muthomi@uonbi.ac.ke" TargetMode="External"/><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video" Target="file:///home/lonie22/Desktop/Materials/Concrete%20Materials%20FCC3%20246/ppt/slides/ppt/slides/Intro%20short.wmv" TargetMode="External"/><Relationship Id="rId2" Type="http://schemas.microsoft.com/office/2007/relationships/media" Target="file:///home/lonie22/Desktop/Materials/Concrete%20Materials%20FCC3%20246/ppt/slides/ppt/slides/Intro%20short.wmv" TargetMode="External"/><Relationship Id="rId3" Type="http://schemas.openxmlformats.org/officeDocument/2006/relationships/image" Target="../media/image1.png"/><Relationship Id="rId4" Type="http://schemas.openxmlformats.org/officeDocument/2006/relationships/slideLayout" Target="../slideLayouts/slideLayout1.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4.png"/><Relationship Id="rId3" Type="http://schemas.openxmlformats.org/officeDocument/2006/relationships/slideLayout" Target="../slideLayouts/slideLayout10.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oleObject" Target="../embeddings/oleObject1.bin"/><Relationship Id="rId3" Type="http://schemas.openxmlformats.org/officeDocument/2006/relationships/image" Target="../media/image6.pn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slideLayout" Target="../slideLayouts/slideLayout18.xml"/><Relationship Id="rId7"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8.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0.png"/><Relationship Id="rId3" Type="http://schemas.openxmlformats.org/officeDocument/2006/relationships/slideLayout" Target="../slideLayouts/slideLayout18.xml"/>
</Relationships>
</file>

<file path=ppt/slides/_rels/slide13.xml.rels><?xml version="1.0" encoding="UTF-8"?>
<Relationships xmlns="http://schemas.openxmlformats.org/package/2006/relationships"><Relationship Id="rId1" Type="http://schemas.openxmlformats.org/officeDocument/2006/relationships/oleObject" Target="../embeddings/oleObject1.xls"/><Relationship Id="rId2" Type="http://schemas.openxmlformats.org/officeDocument/2006/relationships/image" Target="../media/image11.wmf"/><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slideLayout" Target="../slideLayouts/slideLayout11.xml"/>
</Relationships>
</file>

<file path=ppt/slides/_rels/slide14.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9.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5.png"/><Relationship Id="rId3"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6.png"/><Relationship Id="rId3"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18.xml"/>
</Relationships>
</file>

<file path=ppt/slides/_rels/slide22.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18.xml"/>
</Relationships>
</file>

<file path=ppt/slides/_rels/slide24.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18.xml"/>
</Relationships>
</file>

<file path=ppt/slides/_rels/slide25.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png"/><Relationship Id="rId3" Type="http://schemas.openxmlformats.org/officeDocument/2006/relationships/slideLayout" Target="../slideLayouts/slideLayout17.xml"/>
</Relationships>
</file>

<file path=ppt/slides/_rels/slide27.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12.xml"/>
</Relationships>
</file>

<file path=ppt/slides/_rels/slide28.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5.png"/><Relationship Id="rId3" Type="http://schemas.openxmlformats.org/officeDocument/2006/relationships/slideLayout" Target="../slideLayouts/slideLayout12.xml"/>
</Relationships>
</file>

<file path=ppt/slides/_rels/slide29.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title"/>
          </p:nvPr>
        </p:nvSpPr>
        <p:spPr>
          <a:xfrm>
            <a:off x="1969920" y="1400040"/>
            <a:ext cx="8915040" cy="2262600"/>
          </a:xfrm>
          <a:prstGeom prst="rect">
            <a:avLst/>
          </a:prstGeom>
          <a:noFill/>
          <a:ln w="0">
            <a:noFill/>
          </a:ln>
        </p:spPr>
        <p:txBody>
          <a:bodyPr lIns="91440" rIns="91440" tIns="45720" bIns="45720" anchor="b">
            <a:normAutofit/>
          </a:bodyPr>
          <a:p>
            <a:pPr indent="0" algn="ctr" defTabSz="457200">
              <a:lnSpc>
                <a:spcPct val="100000"/>
              </a:lnSpc>
              <a:buNone/>
            </a:pPr>
            <a:r>
              <a:rPr b="1" lang="en-GB" sz="4000" spc="-1" strike="noStrike">
                <a:solidFill>
                  <a:schemeClr val="dk1">
                    <a:lumMod val="85000"/>
                    <a:lumOff val="15000"/>
                  </a:schemeClr>
                </a:solidFill>
                <a:latin typeface="Century Gothic"/>
              </a:rPr>
              <a:t>FCC3 246: CONCRETE MATERIALS</a:t>
            </a:r>
            <a:br>
              <a:rPr sz="4000"/>
            </a:br>
            <a:br>
              <a:rPr sz="4000"/>
            </a:br>
            <a:r>
              <a:rPr b="1" lang="en-US" sz="4000" spc="-1" strike="noStrike">
                <a:solidFill>
                  <a:schemeClr val="dk1">
                    <a:lumMod val="85000"/>
                    <a:lumOff val="15000"/>
                  </a:schemeClr>
                </a:solidFill>
                <a:latin typeface="Century Gothic"/>
              </a:rPr>
              <a:t>Lecture 2: WHY CONCRETE?</a:t>
            </a:r>
            <a:endParaRPr b="0" lang="en-US" sz="4000" spc="-1" strike="noStrike">
              <a:solidFill>
                <a:schemeClr val="dk1"/>
              </a:solidFill>
              <a:latin typeface="Century Gothic"/>
            </a:endParaRPr>
          </a:p>
        </p:txBody>
      </p:sp>
      <p:sp>
        <p:nvSpPr>
          <p:cNvPr id="701" name="PlaceHolder 2"/>
          <p:cNvSpPr>
            <a:spLocks noGrp="1"/>
          </p:cNvSpPr>
          <p:nvPr>
            <p:ph type="subTitle"/>
          </p:nvPr>
        </p:nvSpPr>
        <p:spPr>
          <a:xfrm>
            <a:off x="2589120" y="4777200"/>
            <a:ext cx="8915040" cy="1126080"/>
          </a:xfrm>
          <a:prstGeom prst="rect">
            <a:avLst/>
          </a:prstGeom>
          <a:noFill/>
          <a:ln w="0">
            <a:noFill/>
          </a:ln>
        </p:spPr>
        <p:txBody>
          <a:bodyPr lIns="91440" rIns="91440" tIns="45720" bIns="45720" anchor="t">
            <a:normAutofit fontScale="87222"/>
          </a:bodyPr>
          <a:p>
            <a:pPr indent="0" defTabSz="457200">
              <a:lnSpc>
                <a:spcPct val="100000"/>
              </a:lnSpc>
              <a:spcBef>
                <a:spcPts val="1001"/>
              </a:spcBef>
              <a:buNone/>
              <a:tabLst>
                <a:tab algn="l" pos="0"/>
              </a:tabLst>
            </a:pPr>
            <a:r>
              <a:rPr b="0" lang="en-GB" sz="1800" spc="-1" strike="noStrike">
                <a:solidFill>
                  <a:schemeClr val="dk1">
                    <a:lumMod val="65000"/>
                    <a:lumOff val="35000"/>
                  </a:schemeClr>
                </a:solidFill>
                <a:latin typeface="Century Gothic"/>
              </a:rPr>
              <a:t>Department of Civil &amp; Construction Engineering</a:t>
            </a:r>
            <a:endParaRPr b="0" lang="en-US" sz="1800" spc="-1" strike="noStrike">
              <a:solidFill>
                <a:srgbClr val="000000"/>
              </a:solidFill>
              <a:latin typeface="Arial"/>
            </a:endParaRPr>
          </a:p>
          <a:p>
            <a:pPr indent="0" defTabSz="457200">
              <a:lnSpc>
                <a:spcPct val="100000"/>
              </a:lnSpc>
              <a:spcBef>
                <a:spcPts val="1001"/>
              </a:spcBef>
              <a:buNone/>
              <a:tabLst>
                <a:tab algn="l" pos="0"/>
              </a:tabLst>
            </a:pPr>
            <a:r>
              <a:rPr b="0" lang="en-GB" sz="1800" spc="-1" strike="noStrike">
                <a:solidFill>
                  <a:schemeClr val="dk1">
                    <a:lumMod val="65000"/>
                    <a:lumOff val="35000"/>
                  </a:schemeClr>
                </a:solidFill>
                <a:latin typeface="Century Gothic"/>
              </a:rPr>
              <a:t>University of Nairobi</a:t>
            </a:r>
            <a:endParaRPr b="0" lang="en-US" sz="1800" spc="-1" strike="noStrike">
              <a:solidFill>
                <a:srgbClr val="000000"/>
              </a:solidFill>
              <a:latin typeface="Arial"/>
            </a:endParaRPr>
          </a:p>
          <a:p>
            <a:pPr indent="0" defTabSz="457200">
              <a:lnSpc>
                <a:spcPct val="100000"/>
              </a:lnSpc>
              <a:spcBef>
                <a:spcPts val="1001"/>
              </a:spcBef>
              <a:buNone/>
              <a:tabLst>
                <a:tab algn="l" pos="0"/>
              </a:tabLst>
            </a:pPr>
            <a:r>
              <a:rPr b="0" lang="en-GB" sz="1800" spc="-1" strike="noStrike" u="sng">
                <a:solidFill>
                  <a:schemeClr val="dk1">
                    <a:lumMod val="65000"/>
                    <a:lumOff val="35000"/>
                  </a:schemeClr>
                </a:solidFill>
                <a:uFillTx/>
                <a:latin typeface="Century Gothic"/>
                <a:hlinkClick r:id="rId1"/>
              </a:rPr>
              <a:t>m</a:t>
            </a:r>
            <a:r>
              <a:rPr b="0" lang="en-US" sz="1800" spc="-1" strike="noStrike" u="sng">
                <a:solidFill>
                  <a:schemeClr val="dk1">
                    <a:lumMod val="65000"/>
                    <a:lumOff val="35000"/>
                  </a:schemeClr>
                </a:solidFill>
                <a:uFillTx/>
                <a:latin typeface="Century Gothic"/>
                <a:hlinkClick r:id="rId2"/>
              </a:rPr>
              <a:t>wauras</a:t>
            </a:r>
            <a:r>
              <a:rPr b="0" lang="en-GB" sz="1800" spc="-1" strike="noStrike" u="sng">
                <a:solidFill>
                  <a:schemeClr val="dk1">
                    <a:lumMod val="65000"/>
                    <a:lumOff val="35000"/>
                  </a:schemeClr>
                </a:solidFill>
                <a:uFillTx/>
                <a:latin typeface="Century Gothic"/>
                <a:hlinkClick r:id="rId3"/>
              </a:rPr>
              <a:t>@uonbi.ac.ke</a:t>
            </a:r>
            <a:r>
              <a:rPr b="0" lang="en-GB" sz="1800" spc="-1" strike="noStrike">
                <a:solidFill>
                  <a:schemeClr val="dk1">
                    <a:lumMod val="65000"/>
                    <a:lumOff val="35000"/>
                  </a:schemeClr>
                </a:solidFill>
                <a:latin typeface="Century Gothic"/>
              </a:rPr>
              <a:t> </a:t>
            </a:r>
            <a:endParaRPr b="0" lang="en-US" sz="1800" spc="-1" strike="noStrike">
              <a:solidFill>
                <a:srgbClr val="000000"/>
              </a:solidFill>
              <a:latin typeface="Arial"/>
            </a:endParaRPr>
          </a:p>
          <a:p>
            <a:pPr indent="0" defTabSz="457200">
              <a:lnSpc>
                <a:spcPct val="100000"/>
              </a:lnSpc>
              <a:spcBef>
                <a:spcPts val="1001"/>
              </a:spcBef>
              <a:buNone/>
              <a:tabLst>
                <a:tab algn="l" pos="0"/>
              </a:tabLst>
            </a:pPr>
            <a:endParaRPr b="0" lang="en-US" sz="1800" spc="-1" strike="noStrike">
              <a:solidFill>
                <a:srgbClr val="000000"/>
              </a:solidFill>
              <a:latin typeface="Arial"/>
            </a:endParaRPr>
          </a:p>
        </p:txBody>
      </p:sp>
      <p:sp>
        <p:nvSpPr>
          <p:cNvPr id="702" name="PlaceHolder 3"/>
          <p:cNvSpPr>
            <a:spLocks noGrp="1"/>
          </p:cNvSpPr>
          <p:nvPr>
            <p:ph type="sldNum" idx="60"/>
          </p:nvPr>
        </p:nvSpPr>
        <p:spPr>
          <a:xfrm>
            <a:off x="160920" y="4412160"/>
            <a:ext cx="952200" cy="5968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title"/>
          </p:nvPr>
        </p:nvSpPr>
        <p:spPr>
          <a:xfrm>
            <a:off x="2209680" y="404640"/>
            <a:ext cx="7772040" cy="761760"/>
          </a:xfrm>
          <a:prstGeom prst="rect">
            <a:avLst/>
          </a:prstGeom>
          <a:noFill/>
          <a:ln w="0">
            <a:noFill/>
          </a:ln>
        </p:spPr>
        <p:txBody>
          <a:bodyPr numCol="1" spcCol="0" lIns="91440" rIns="91440" tIns="45720" bIns="45720" anchor="t">
            <a:normAutofit/>
          </a:bodyPr>
          <a:p>
            <a:pPr indent="0" defTabSz="457200">
              <a:lnSpc>
                <a:spcPct val="100000"/>
              </a:lnSpc>
              <a:buNone/>
            </a:pPr>
            <a:r>
              <a:rPr b="1" lang="en-US" sz="4000" spc="-1" strike="noStrike">
                <a:solidFill>
                  <a:schemeClr val="accent6">
                    <a:lumMod val="75000"/>
                  </a:schemeClr>
                </a:solidFill>
                <a:latin typeface="Arial"/>
              </a:rPr>
              <a:t>Why concrete?</a:t>
            </a:r>
            <a:endParaRPr b="0" lang="en-US" sz="4000" spc="-1" strike="noStrike">
              <a:solidFill>
                <a:schemeClr val="dk1"/>
              </a:solidFill>
              <a:latin typeface="Century Gothic"/>
            </a:endParaRPr>
          </a:p>
        </p:txBody>
      </p:sp>
      <p:sp>
        <p:nvSpPr>
          <p:cNvPr id="704" name="PlaceHolder 2"/>
          <p:cNvSpPr>
            <a:spLocks noGrp="1"/>
          </p:cNvSpPr>
          <p:nvPr>
            <p:ph/>
          </p:nvPr>
        </p:nvSpPr>
        <p:spPr>
          <a:xfrm>
            <a:off x="2279520" y="1413000"/>
            <a:ext cx="9260640" cy="3741840"/>
          </a:xfrm>
          <a:prstGeom prst="rect">
            <a:avLst/>
          </a:prstGeom>
          <a:noFill/>
          <a:ln w="0">
            <a:noFill/>
          </a:ln>
        </p:spPr>
        <p:txBody>
          <a:bodyPr numCol="1" spcCol="0" lIns="91440" rIns="91440" tIns="45720" bIns="45720" anchor="t">
            <a:normAutofit fontScale="64999" lnSpcReduction="10000"/>
          </a:bodyPr>
          <a:p>
            <a:pPr marL="457200" indent="-457200" algn="just" defTabSz="457200">
              <a:lnSpc>
                <a:spcPct val="80000"/>
              </a:lnSpc>
              <a:spcBef>
                <a:spcPts val="1001"/>
              </a:spcBef>
              <a:buClr>
                <a:srgbClr val="a53010"/>
              </a:buClr>
              <a:buSzPct val="80000"/>
              <a:buFont typeface="Arial"/>
              <a:buChar char="•"/>
            </a:pPr>
            <a:r>
              <a:rPr b="0" lang="en-US" sz="2800" spc="-1" strike="noStrike">
                <a:solidFill>
                  <a:srgbClr val="000000"/>
                </a:solidFill>
                <a:latin typeface="Century Gothic"/>
              </a:rPr>
              <a:t>Concrete is an artificial building material that is made up by mixing Cement, Aggregates and Water</a:t>
            </a:r>
            <a:endParaRPr b="0" lang="en-US" sz="2800" spc="-1" strike="noStrike">
              <a:solidFill>
                <a:schemeClr val="dk1">
                  <a:lumMod val="75000"/>
                  <a:lumOff val="25000"/>
                </a:schemeClr>
              </a:solidFill>
              <a:latin typeface="Century Gothic"/>
            </a:endParaRPr>
          </a:p>
          <a:p>
            <a:pPr indent="0" algn="just" defTabSz="457200">
              <a:lnSpc>
                <a:spcPct val="80000"/>
              </a:lnSpc>
              <a:spcBef>
                <a:spcPts val="1001"/>
              </a:spcBef>
              <a:buNone/>
              <a:tabLst>
                <a:tab algn="l" pos="0"/>
              </a:tabLst>
            </a:pPr>
            <a:r>
              <a:rPr b="0" lang="en-US" sz="2800" spc="-1" strike="noStrike">
                <a:solidFill>
                  <a:srgbClr val="000000"/>
                </a:solidFill>
                <a:latin typeface="Century Gothic"/>
              </a:rPr>
              <a:t>Concrete = Cement + Fine Aggregate + Coarse Aggregate + Water</a:t>
            </a:r>
            <a:endParaRPr b="0" lang="en-US" sz="2800" spc="-1" strike="noStrike">
              <a:solidFill>
                <a:schemeClr val="dk1">
                  <a:lumMod val="75000"/>
                  <a:lumOff val="25000"/>
                </a:schemeClr>
              </a:solidFill>
              <a:latin typeface="Century Gothic"/>
            </a:endParaRPr>
          </a:p>
          <a:p>
            <a:pPr indent="0" algn="just" defTabSz="457200">
              <a:lnSpc>
                <a:spcPct val="80000"/>
              </a:lnSpc>
              <a:spcBef>
                <a:spcPts val="1001"/>
              </a:spcBef>
              <a:buNone/>
              <a:tabLst>
                <a:tab algn="l" pos="0"/>
              </a:tabLst>
            </a:pPr>
            <a:endParaRPr b="0" lang="en-US" sz="2800" spc="-1" strike="noStrike">
              <a:solidFill>
                <a:schemeClr val="dk1">
                  <a:lumMod val="75000"/>
                  <a:lumOff val="25000"/>
                </a:schemeClr>
              </a:solidFill>
              <a:latin typeface="Century Gothic"/>
            </a:endParaRPr>
          </a:p>
          <a:p>
            <a:pPr marL="457200" indent="-457200" algn="just" defTabSz="457200">
              <a:lnSpc>
                <a:spcPct val="80000"/>
              </a:lnSpc>
              <a:spcBef>
                <a:spcPts val="1001"/>
              </a:spcBef>
              <a:buClr>
                <a:srgbClr val="a53010"/>
              </a:buClr>
              <a:buSzPct val="80000"/>
              <a:buFont typeface="Arial"/>
              <a:buChar char="•"/>
              <a:tabLst>
                <a:tab algn="l" pos="0"/>
              </a:tabLst>
            </a:pPr>
            <a:r>
              <a:rPr b="0" lang="en-US" sz="2800" spc="-1" strike="noStrike">
                <a:solidFill>
                  <a:srgbClr val="000000"/>
                </a:solidFill>
                <a:latin typeface="Century Gothic"/>
              </a:rPr>
              <a:t>Next to water, concrete is the most abundantly used construction material on Earth.</a:t>
            </a:r>
            <a:endParaRPr b="0" lang="en-US" sz="2800" spc="-1" strike="noStrike">
              <a:solidFill>
                <a:schemeClr val="dk1">
                  <a:lumMod val="75000"/>
                  <a:lumOff val="25000"/>
                </a:schemeClr>
              </a:solidFill>
              <a:latin typeface="Century Gothic"/>
            </a:endParaRPr>
          </a:p>
          <a:p>
            <a:pPr marL="457200" indent="-457200" algn="just" defTabSz="457200">
              <a:lnSpc>
                <a:spcPct val="80000"/>
              </a:lnSpc>
              <a:spcBef>
                <a:spcPts val="1001"/>
              </a:spcBef>
              <a:buClr>
                <a:srgbClr val="a53010"/>
              </a:buClr>
              <a:buSzPct val="80000"/>
              <a:buFont typeface="Arial"/>
              <a:buChar char="•"/>
              <a:tabLst>
                <a:tab algn="l" pos="0"/>
              </a:tabLst>
            </a:pPr>
            <a:r>
              <a:rPr b="0" lang="en-US" sz="2800" spc="-1" strike="noStrike">
                <a:solidFill>
                  <a:srgbClr val="000000"/>
                </a:solidFill>
                <a:latin typeface="Century Gothic"/>
              </a:rPr>
              <a:t>In terms of cost per tonne, concrete is cheaper than any other construction material.</a:t>
            </a:r>
            <a:endParaRPr b="0" lang="en-US" sz="2800" spc="-1" strike="noStrike">
              <a:solidFill>
                <a:schemeClr val="dk1">
                  <a:lumMod val="75000"/>
                  <a:lumOff val="25000"/>
                </a:schemeClr>
              </a:solidFill>
              <a:latin typeface="Century Gothic"/>
            </a:endParaRPr>
          </a:p>
          <a:p>
            <a:pPr marL="457200" indent="-457200" algn="just" defTabSz="457200">
              <a:lnSpc>
                <a:spcPct val="80000"/>
              </a:lnSpc>
              <a:spcBef>
                <a:spcPts val="1001"/>
              </a:spcBef>
              <a:buClr>
                <a:srgbClr val="a53010"/>
              </a:buClr>
              <a:buSzPct val="80000"/>
              <a:buFont typeface="Arial"/>
              <a:buChar char="•"/>
              <a:tabLst>
                <a:tab algn="l" pos="0"/>
              </a:tabLst>
            </a:pPr>
            <a:r>
              <a:rPr b="0" lang="en-US" sz="2800" spc="-1" strike="noStrike">
                <a:solidFill>
                  <a:srgbClr val="000000"/>
                </a:solidFill>
                <a:latin typeface="Century Gothic"/>
              </a:rPr>
              <a:t>It is also one of the most convenient and versatile construction materials since: </a:t>
            </a:r>
            <a:endParaRPr b="0" lang="en-US" sz="2800" spc="-1" strike="noStrike">
              <a:solidFill>
                <a:schemeClr val="dk1">
                  <a:lumMod val="75000"/>
                  <a:lumOff val="25000"/>
                </a:schemeClr>
              </a:solidFill>
              <a:latin typeface="Century Gothic"/>
            </a:endParaRPr>
          </a:p>
          <a:p>
            <a:pPr lvl="1" marL="857160" indent="-457200" algn="just" defTabSz="457200">
              <a:lnSpc>
                <a:spcPct val="80000"/>
              </a:lnSpc>
              <a:spcBef>
                <a:spcPts val="1001"/>
              </a:spcBef>
              <a:buClr>
                <a:srgbClr val="a53010"/>
              </a:buClr>
              <a:buSzPct val="80000"/>
              <a:buFont typeface="Arial"/>
              <a:buChar char="•"/>
              <a:tabLst>
                <a:tab algn="l" pos="0"/>
              </a:tabLst>
            </a:pPr>
            <a:r>
              <a:rPr b="0" lang="en-US" sz="2400" spc="-1" strike="noStrike">
                <a:solidFill>
                  <a:schemeClr val="accent6">
                    <a:lumMod val="75000"/>
                  </a:schemeClr>
                </a:solidFill>
                <a:latin typeface="Century Gothic"/>
              </a:rPr>
              <a:t>the ingredients are widely available </a:t>
            </a:r>
            <a:endParaRPr b="0" lang="en-US" sz="2400" spc="-1" strike="noStrike">
              <a:solidFill>
                <a:schemeClr val="dk1">
                  <a:lumMod val="75000"/>
                  <a:lumOff val="25000"/>
                </a:schemeClr>
              </a:solidFill>
              <a:latin typeface="Century Gothic"/>
            </a:endParaRPr>
          </a:p>
          <a:p>
            <a:pPr lvl="1" marL="857160" indent="-457200" algn="just" defTabSz="457200">
              <a:lnSpc>
                <a:spcPct val="80000"/>
              </a:lnSpc>
              <a:spcBef>
                <a:spcPts val="1001"/>
              </a:spcBef>
              <a:buClr>
                <a:srgbClr val="a53010"/>
              </a:buClr>
              <a:buSzPct val="80000"/>
              <a:buFont typeface="Arial"/>
              <a:buChar char="•"/>
              <a:tabLst>
                <a:tab algn="l" pos="0"/>
              </a:tabLst>
            </a:pPr>
            <a:r>
              <a:rPr b="0" lang="en-US" sz="2400" spc="-1" strike="noStrike">
                <a:solidFill>
                  <a:schemeClr val="accent6">
                    <a:lumMod val="75000"/>
                  </a:schemeClr>
                </a:solidFill>
                <a:latin typeface="Century Gothic"/>
              </a:rPr>
              <a:t>anyone can make it</a:t>
            </a:r>
            <a:endParaRPr b="0" lang="en-US" sz="2400" spc="-1" strike="noStrike">
              <a:solidFill>
                <a:schemeClr val="dk1">
                  <a:lumMod val="75000"/>
                  <a:lumOff val="25000"/>
                </a:schemeClr>
              </a:solidFill>
              <a:latin typeface="Century Gothic"/>
            </a:endParaRPr>
          </a:p>
          <a:p>
            <a:pPr lvl="1" marL="857160" indent="-457200" algn="just" defTabSz="457200">
              <a:lnSpc>
                <a:spcPct val="80000"/>
              </a:lnSpc>
              <a:spcBef>
                <a:spcPts val="1001"/>
              </a:spcBef>
              <a:buClr>
                <a:srgbClr val="a53010"/>
              </a:buClr>
              <a:buSzPct val="80000"/>
              <a:buFont typeface="Arial"/>
              <a:buChar char="•"/>
              <a:tabLst>
                <a:tab algn="l" pos="0"/>
              </a:tabLst>
            </a:pPr>
            <a:r>
              <a:rPr b="0" lang="en-US" sz="2400" spc="-1" strike="noStrike">
                <a:solidFill>
                  <a:schemeClr val="accent6">
                    <a:lumMod val="75000"/>
                  </a:schemeClr>
                </a:solidFill>
                <a:latin typeface="Century Gothic"/>
              </a:rPr>
              <a:t>it can be cast anywhere into any form </a:t>
            </a:r>
            <a:endParaRPr b="0" lang="en-US" sz="2400" spc="-1" strike="noStrike">
              <a:solidFill>
                <a:schemeClr val="dk1">
                  <a:lumMod val="75000"/>
                  <a:lumOff val="25000"/>
                </a:schemeClr>
              </a:solidFill>
              <a:latin typeface="Century Gothic"/>
            </a:endParaRPr>
          </a:p>
          <a:p>
            <a:pPr lvl="1" marL="857160" indent="-457200" algn="just" defTabSz="457200">
              <a:lnSpc>
                <a:spcPct val="80000"/>
              </a:lnSpc>
              <a:spcBef>
                <a:spcPts val="1001"/>
              </a:spcBef>
              <a:buClr>
                <a:srgbClr val="a53010"/>
              </a:buClr>
              <a:buSzPct val="80000"/>
              <a:buFont typeface="Arial"/>
              <a:buChar char="•"/>
              <a:tabLst>
                <a:tab algn="l" pos="0"/>
              </a:tabLst>
            </a:pPr>
            <a:r>
              <a:rPr b="0" lang="en-US" sz="2400" spc="-1" strike="noStrike">
                <a:solidFill>
                  <a:schemeClr val="accent6">
                    <a:lumMod val="75000"/>
                  </a:schemeClr>
                </a:solidFill>
                <a:latin typeface="Century Gothic"/>
              </a:rPr>
              <a:t>it sets hard at ambient temperatures</a:t>
            </a:r>
            <a:endParaRPr b="0" lang="en-US" sz="2400" spc="-1" strike="noStrike">
              <a:solidFill>
                <a:schemeClr val="dk1">
                  <a:lumMod val="75000"/>
                  <a:lumOff val="25000"/>
                </a:schemeClr>
              </a:solidFill>
              <a:latin typeface="Century Gothic"/>
            </a:endParaRPr>
          </a:p>
        </p:txBody>
      </p:sp>
      <p:sp>
        <p:nvSpPr>
          <p:cNvPr id="4" name="PlaceHolder 3"/>
          <p:cNvSpPr>
            <a:spLocks noGrp="1"/>
          </p:cNvSpPr>
          <p:nvPr>
            <p:ph type="sldNum" idx="26"/>
          </p:nvPr>
        </p:nvSpPr>
        <p:spPr/>
        <p:txBody>
          <a:bodyPr/>
          <a:p>
            <a:fld id="{EE0F61DB-89F9-4FC8-9097-53A259823933}"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5" name="" descr="">
            <a:hlinkClick r:id="" action="ppaction://media"/>
          </p:cNvPr>
          <p:cNvPicPr/>
          <p:nvPr>
            <a:videoFile r:link="rId1"/>
            <p:extLst>
              <p:ext uri="{DAA4B4D4-6D71-4841-9C94-3DE7FCFB9230}">
                <p14:media r:link="rId2"/>
              </p:ext>
            </p:extLst>
          </p:nvPr>
        </p:nvPicPr>
        <p:blipFill>
          <a:blip r:embed="rId3"/>
          <a:stretch>
            <a:fillRect/>
          </a:stretch>
        </p:blipFill>
        <p:spPr>
          <a:xfrm>
            <a:off x="2090160" y="663120"/>
            <a:ext cx="8542800" cy="5694480"/>
          </a:xfrm>
          <a:prstGeom prst="rect">
            <a:avLst/>
          </a:prstGeom>
          <a:ln w="0">
            <a:noFill/>
          </a:ln>
        </p:spPr>
      </p:pic>
      <p:sp>
        <p:nvSpPr>
          <p:cNvPr id="2" name="PlaceHolder 1"/>
          <p:cNvSpPr>
            <a:spLocks noGrp="1"/>
          </p:cNvSpPr>
          <p:nvPr>
            <p:ph type="sldNum" idx="3"/>
          </p:nvPr>
        </p:nvSpPr>
        <p:spPr/>
        <p:txBody>
          <a:bodyPr/>
          <a:p>
            <a:fld id="{E299B56F-E375-47B5-AE88-8FA7E40BF0D1}" type="slidenum">
              <a:t>3</a:t>
            </a:fld>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afterEffect" fill="hold" presetClass="mediacall">
                                  <p:stCondLst>
                                    <p:cond delay="0"/>
                                  </p:stCondLst>
                                  <p:childTnLst>
                                    <p:cmd type="call" cmd="playFrom(0.0)">
                                      <p:cBhvr>
                                        <p:cTn id="6" dur="65247" fill="hold"/>
                                        <p:tgtEl>
                                          <p:spTgt spid="705"/>
                                        </p:tgtEl>
                                      </p:cBhvr>
                                    </p:cmd>
                                  </p:childTnLst>
                                </p:cTn>
                              </p:par>
                            </p:childTnLst>
                          </p:cTn>
                        </p:par>
                      </p:childTnLst>
                    </p:cTn>
                  </p:par>
                </p:childTnLst>
              </p:cTn>
              <p:prevCondLst>
                <p:cond evt="onPrev">
                  <p:tgtEl>
                    <p:sldTgt/>
                  </p:tgtEl>
                </p:cond>
              </p:prevCondLst>
              <p:nextCondLst>
                <p:cond evt="onNext">
                  <p:tgtEl>
                    <p:sldTgt/>
                  </p:tgtEl>
                </p:cond>
              </p:nextCondLst>
            </p:seq>
            <p:seq>
              <p:cTn id="7" restart="whenNotActive" nodeType="interactiveSeq" fill="hold">
                <p:stCondLst>
                  <p:cond delay="0" evt="onClick">
                    <p:tgtEl>
                      <p:spTgt spid="705"/>
                    </p:tgtEl>
                  </p:cond>
                </p:stCondLst>
                <p:childTnLst>
                  <p:par>
                    <p:cTn id="8" fill="hold">
                      <p:stCondLst>
                        <p:cond delay="0" evt="onClick">
                          <p:tgtEl>
                            <p:spTgt spid="705"/>
                          </p:tgtEl>
                        </p:cond>
                      </p:stCondLst>
                      <p:childTnLst>
                        <p:par>
                          <p:cTn id="9" fill="hold">
                            <p:stCondLst>
                              <p:cond delay="0"/>
                            </p:stCondLst>
                            <p:childTnLst>
                              <p:par>
                                <p:cTn id="10" nodeType="clickEffect" fill="hold" presetClass="mediacall">
                                  <p:stCondLst>
                                    <p:cond delay="0"/>
                                  </p:stCondLst>
                                  <p:childTnLst>
                                    <p:cmd type="call" cmd="togglePause">
                                      <p:cBhvr>
                                        <p:cTn id="11" dur="1" fill="hold"/>
                                        <p:tgtEl>
                                          <p:spTgt spid="705"/>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title"/>
          </p:nvPr>
        </p:nvSpPr>
        <p:spPr>
          <a:xfrm>
            <a:off x="1900080" y="228600"/>
            <a:ext cx="9681840" cy="533160"/>
          </a:xfrm>
          <a:prstGeom prst="rect">
            <a:avLst/>
          </a:prstGeom>
          <a:noFill/>
          <a:ln w="0">
            <a:noFill/>
          </a:ln>
        </p:spPr>
        <p:txBody>
          <a:bodyPr lIns="91440" rIns="91440" tIns="45720" bIns="45720" anchor="t">
            <a:normAutofit fontScale="74433"/>
          </a:bodyPr>
          <a:p>
            <a:pPr indent="0" defTabSz="457200">
              <a:lnSpc>
                <a:spcPct val="100000"/>
              </a:lnSpc>
              <a:buNone/>
            </a:pPr>
            <a:r>
              <a:rPr b="1" lang="en-US" sz="4000" spc="-1" strike="noStrike">
                <a:solidFill>
                  <a:schemeClr val="accent6">
                    <a:lumMod val="75000"/>
                  </a:schemeClr>
                </a:solidFill>
                <a:latin typeface="Arial"/>
              </a:rPr>
              <a:t>Why concrete?</a:t>
            </a:r>
            <a:endParaRPr b="0" lang="en-US" sz="4000" spc="-1" strike="noStrike">
              <a:solidFill>
                <a:schemeClr val="dk1"/>
              </a:solidFill>
              <a:latin typeface="Century Gothic"/>
            </a:endParaRPr>
          </a:p>
        </p:txBody>
      </p:sp>
      <p:sp>
        <p:nvSpPr>
          <p:cNvPr id="707" name="PlaceHolder 2"/>
          <p:cNvSpPr>
            <a:spLocks noGrp="1"/>
          </p:cNvSpPr>
          <p:nvPr>
            <p:ph/>
          </p:nvPr>
        </p:nvSpPr>
        <p:spPr>
          <a:xfrm>
            <a:off x="1733760" y="1189080"/>
            <a:ext cx="9848160" cy="40795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Arial"/>
              <a:buChar char="•"/>
            </a:pPr>
            <a:r>
              <a:rPr b="0" lang="en-US" sz="2800" spc="-1" strike="noStrike">
                <a:solidFill>
                  <a:srgbClr val="000000"/>
                </a:solidFill>
                <a:latin typeface="Century Gothic"/>
              </a:rPr>
              <a:t>Moreover, when made properly, concrete is very durable as it does not corrode like metal, rot like timber or degrade in sunlight like plastics.  In fact, unlike any other construction material, concrete can become stronger and better as it ages.</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endParaRPr b="0" lang="en-US" sz="1800" spc="-1" strike="noStrike">
              <a:solidFill>
                <a:schemeClr val="dk1">
                  <a:lumMod val="75000"/>
                  <a:lumOff val="25000"/>
                </a:schemeClr>
              </a:solidFill>
              <a:latin typeface="Century Gothic"/>
            </a:endParaRPr>
          </a:p>
        </p:txBody>
      </p:sp>
      <p:sp>
        <p:nvSpPr>
          <p:cNvPr id="4" name="PlaceHolder 3"/>
          <p:cNvSpPr>
            <a:spLocks noGrp="1"/>
          </p:cNvSpPr>
          <p:nvPr>
            <p:ph type="sldNum" idx="26"/>
          </p:nvPr>
        </p:nvSpPr>
        <p:spPr/>
        <p:txBody>
          <a:bodyPr/>
          <a:p>
            <a:fld id="{38FFD931-8B00-4787-B1D2-6A8979938CC8}"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title"/>
          </p:nvPr>
        </p:nvSpPr>
        <p:spPr>
          <a:xfrm>
            <a:off x="1523880" y="333360"/>
            <a:ext cx="5328720" cy="1142640"/>
          </a:xfrm>
          <a:prstGeom prst="rect">
            <a:avLst/>
          </a:prstGeom>
          <a:noFill/>
          <a:ln w="0">
            <a:noFill/>
          </a:ln>
        </p:spPr>
        <p:txBody>
          <a:bodyPr numCol="1" spcCol="0" lIns="91440" rIns="91440" tIns="45720" bIns="45720" anchor="t">
            <a:normAutofit fontScale="86943"/>
          </a:bodyPr>
          <a:p>
            <a:pPr indent="0" defTabSz="457200">
              <a:lnSpc>
                <a:spcPct val="100000"/>
              </a:lnSpc>
              <a:buNone/>
            </a:pPr>
            <a:r>
              <a:rPr b="1" lang="en-ZA" sz="4000" spc="-1" strike="noStrike">
                <a:solidFill>
                  <a:schemeClr val="accent6">
                    <a:lumMod val="75000"/>
                  </a:schemeClr>
                </a:solidFill>
                <a:latin typeface="Arial"/>
              </a:rPr>
              <a:t>Essential Properties</a:t>
            </a:r>
            <a:br>
              <a:rPr sz="4000"/>
            </a:br>
            <a:r>
              <a:rPr b="1" lang="en-ZA" sz="4000" spc="-1" strike="noStrike">
                <a:solidFill>
                  <a:schemeClr val="accent6">
                    <a:lumMod val="75000"/>
                  </a:schemeClr>
                </a:solidFill>
                <a:latin typeface="Arial"/>
              </a:rPr>
              <a:t>of Concrete</a:t>
            </a:r>
            <a:endParaRPr b="0" lang="en-US" sz="4000" spc="-1" strike="noStrike">
              <a:solidFill>
                <a:schemeClr val="dk1"/>
              </a:solidFill>
              <a:latin typeface="Century Gothic"/>
            </a:endParaRPr>
          </a:p>
        </p:txBody>
      </p:sp>
      <p:sp>
        <p:nvSpPr>
          <p:cNvPr id="709" name="PlaceHolder 2"/>
          <p:cNvSpPr>
            <a:spLocks noGrp="1"/>
          </p:cNvSpPr>
          <p:nvPr>
            <p:ph/>
          </p:nvPr>
        </p:nvSpPr>
        <p:spPr>
          <a:xfrm>
            <a:off x="1453680" y="1778040"/>
            <a:ext cx="5665320" cy="3458880"/>
          </a:xfrm>
          <a:prstGeom prst="rect">
            <a:avLst/>
          </a:prstGeom>
          <a:noFill/>
          <a:ln w="0">
            <a:noFill/>
          </a:ln>
        </p:spPr>
        <p:txBody>
          <a:bodyPr numCol="1" spcCol="0" lIns="91440" rIns="91440" tIns="45720" bIns="45720" anchor="t">
            <a:normAutofit fontScale="93333"/>
          </a:bodyPr>
          <a:p>
            <a:pPr marL="285840" indent="-285840" defTabSz="457200">
              <a:lnSpc>
                <a:spcPct val="150000"/>
              </a:lnSpc>
              <a:spcBef>
                <a:spcPts val="1001"/>
              </a:spcBef>
              <a:buClr>
                <a:srgbClr val="a53010"/>
              </a:buClr>
              <a:buSzPct val="80000"/>
              <a:buFont typeface="Arial"/>
              <a:buChar char="•"/>
            </a:pPr>
            <a:r>
              <a:rPr b="0" lang="en-ZA" sz="2800" spc="-1" strike="noStrike">
                <a:solidFill>
                  <a:srgbClr val="000000"/>
                </a:solidFill>
                <a:latin typeface="Century Gothic"/>
              </a:rPr>
              <a:t>Have sufficient strength</a:t>
            </a:r>
            <a:endParaRPr b="0" lang="en-US" sz="2800" spc="-1" strike="noStrike">
              <a:solidFill>
                <a:schemeClr val="dk1">
                  <a:lumMod val="75000"/>
                  <a:lumOff val="25000"/>
                </a:schemeClr>
              </a:solidFill>
              <a:latin typeface="Century Gothic"/>
            </a:endParaRPr>
          </a:p>
          <a:p>
            <a:pPr marL="285840" indent="-285840" defTabSz="457200">
              <a:lnSpc>
                <a:spcPct val="150000"/>
              </a:lnSpc>
              <a:spcBef>
                <a:spcPts val="1001"/>
              </a:spcBef>
              <a:buClr>
                <a:srgbClr val="a53010"/>
              </a:buClr>
              <a:buSzPct val="80000"/>
              <a:buFont typeface="Arial"/>
              <a:buChar char="•"/>
            </a:pPr>
            <a:r>
              <a:rPr b="0" lang="en-ZA" sz="2800" spc="-1" strike="noStrike">
                <a:solidFill>
                  <a:srgbClr val="000000"/>
                </a:solidFill>
                <a:latin typeface="Century Gothic"/>
              </a:rPr>
              <a:t>Look</a:t>
            </a:r>
            <a:r>
              <a:rPr b="0" lang="en-US" sz="2800" spc="-1" strike="noStrike">
                <a:solidFill>
                  <a:srgbClr val="000000"/>
                </a:solidFill>
                <a:latin typeface="Century Gothic"/>
              </a:rPr>
              <a:t>s </a:t>
            </a:r>
            <a:r>
              <a:rPr b="0" lang="en-ZA" sz="2800" spc="-1" strike="noStrike">
                <a:solidFill>
                  <a:srgbClr val="000000"/>
                </a:solidFill>
                <a:latin typeface="Century Gothic"/>
              </a:rPr>
              <a:t>good (aesthetics)</a:t>
            </a:r>
            <a:endParaRPr b="0" lang="en-US" sz="2800" spc="-1" strike="noStrike">
              <a:solidFill>
                <a:schemeClr val="dk1">
                  <a:lumMod val="75000"/>
                  <a:lumOff val="25000"/>
                </a:schemeClr>
              </a:solidFill>
              <a:latin typeface="Century Gothic"/>
            </a:endParaRPr>
          </a:p>
          <a:p>
            <a:pPr marL="285840" indent="-285840" defTabSz="457200">
              <a:lnSpc>
                <a:spcPct val="150000"/>
              </a:lnSpc>
              <a:spcBef>
                <a:spcPts val="1001"/>
              </a:spcBef>
              <a:buClr>
                <a:srgbClr val="a53010"/>
              </a:buClr>
              <a:buSzPct val="80000"/>
              <a:buFont typeface="Arial"/>
              <a:buChar char="•"/>
            </a:pPr>
            <a:r>
              <a:rPr b="0" lang="en-ZA" sz="2800" spc="-1" strike="noStrike">
                <a:solidFill>
                  <a:srgbClr val="000000"/>
                </a:solidFill>
                <a:latin typeface="Century Gothic"/>
              </a:rPr>
              <a:t>Last</a:t>
            </a:r>
            <a:r>
              <a:rPr b="0" lang="en-US" sz="2800" spc="-1" strike="noStrike">
                <a:solidFill>
                  <a:srgbClr val="000000"/>
                </a:solidFill>
                <a:latin typeface="Century Gothic"/>
              </a:rPr>
              <a:t>s</a:t>
            </a:r>
            <a:r>
              <a:rPr b="0" lang="en-ZA" sz="2800" spc="-1" strike="noStrike">
                <a:solidFill>
                  <a:srgbClr val="000000"/>
                </a:solidFill>
                <a:latin typeface="Century Gothic"/>
              </a:rPr>
              <a:t> a long time (durable)</a:t>
            </a:r>
            <a:endParaRPr b="0" lang="en-US" sz="2800" spc="-1" strike="noStrike">
              <a:solidFill>
                <a:schemeClr val="dk1">
                  <a:lumMod val="75000"/>
                  <a:lumOff val="25000"/>
                </a:schemeClr>
              </a:solidFill>
              <a:latin typeface="Century Gothic"/>
            </a:endParaRPr>
          </a:p>
          <a:p>
            <a:pPr marL="285840" indent="-285840" defTabSz="457200">
              <a:lnSpc>
                <a:spcPct val="150000"/>
              </a:lnSpc>
              <a:spcBef>
                <a:spcPts val="1001"/>
              </a:spcBef>
              <a:buClr>
                <a:srgbClr val="a53010"/>
              </a:buClr>
              <a:buSzPct val="80000"/>
              <a:buFont typeface="Arial"/>
              <a:buChar char="•"/>
            </a:pPr>
            <a:r>
              <a:rPr b="0" lang="en-ZA" sz="2800" spc="-1" strike="noStrike">
                <a:solidFill>
                  <a:srgbClr val="000000"/>
                </a:solidFill>
                <a:latin typeface="Century Gothic"/>
              </a:rPr>
              <a:t>Cost as little as possible (construction &amp; maintenance)</a:t>
            </a:r>
            <a:endParaRPr b="0" lang="en-US" sz="2800" spc="-1" strike="noStrike">
              <a:solidFill>
                <a:schemeClr val="dk1">
                  <a:lumMod val="75000"/>
                  <a:lumOff val="25000"/>
                </a:schemeClr>
              </a:solidFill>
              <a:latin typeface="Century Gothic"/>
            </a:endParaRPr>
          </a:p>
        </p:txBody>
      </p:sp>
      <p:pic>
        <p:nvPicPr>
          <p:cNvPr id="710" name="Picture 4" descr="js00014"/>
          <p:cNvPicPr/>
          <p:nvPr/>
        </p:nvPicPr>
        <p:blipFill>
          <a:blip r:embed="rId1"/>
          <a:srcRect l="11701" t="0" r="14669" b="1126"/>
          <a:stretch/>
        </p:blipFill>
        <p:spPr>
          <a:xfrm>
            <a:off x="6959520" y="0"/>
            <a:ext cx="3744720" cy="6857640"/>
          </a:xfrm>
          <a:prstGeom prst="rect">
            <a:avLst/>
          </a:prstGeom>
          <a:ln w="9525">
            <a:noFill/>
          </a:ln>
        </p:spPr>
      </p:pic>
      <p:sp>
        <p:nvSpPr>
          <p:cNvPr id="4" name="PlaceHolder 3"/>
          <p:cNvSpPr>
            <a:spLocks noGrp="1"/>
          </p:cNvSpPr>
          <p:nvPr>
            <p:ph type="sldNum" idx="26"/>
          </p:nvPr>
        </p:nvSpPr>
        <p:spPr/>
        <p:txBody>
          <a:bodyPr/>
          <a:p>
            <a:fld id="{A596390B-1DF2-4BBA-B990-02B912F4C34A}"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Rectangle 3"/>
          <p:cNvSpPr/>
          <p:nvPr/>
        </p:nvSpPr>
        <p:spPr>
          <a:xfrm>
            <a:off x="2711520" y="549360"/>
            <a:ext cx="7488000" cy="3512880"/>
          </a:xfrm>
          <a:prstGeom prst="rect">
            <a:avLst/>
          </a:prstGeom>
          <a:noFill/>
          <a:ln w="9525">
            <a:noFill/>
          </a:ln>
        </p:spPr>
        <p:style>
          <a:lnRef idx="0"/>
          <a:fillRef idx="0"/>
          <a:effectRef idx="0"/>
          <a:fontRef idx="minor"/>
        </p:style>
        <p:txBody>
          <a:bodyPr lIns="90000" rIns="90000" tIns="45000" bIns="45000" anchor="t">
            <a:noAutofit/>
          </a:bodyPr>
          <a:p>
            <a:pPr algn="ctr" defTabSz="914400">
              <a:lnSpc>
                <a:spcPct val="100000"/>
              </a:lnSpc>
              <a:spcBef>
                <a:spcPts val="961"/>
              </a:spcBef>
            </a:pPr>
            <a:r>
              <a:rPr b="1" lang="en-GB" sz="4800" spc="-1" strike="noStrike">
                <a:solidFill>
                  <a:schemeClr val="dk1"/>
                </a:solidFill>
                <a:latin typeface="Calibri"/>
              </a:rPr>
              <a:t>The durability of a structure </a:t>
            </a:r>
            <a:endParaRPr b="0" lang="en-US" sz="4800" spc="-1" strike="noStrike">
              <a:solidFill>
                <a:srgbClr val="000000"/>
              </a:solidFill>
              <a:latin typeface="Arial"/>
            </a:endParaRPr>
          </a:p>
          <a:p>
            <a:pPr algn="ctr" defTabSz="914400">
              <a:lnSpc>
                <a:spcPct val="100000"/>
              </a:lnSpc>
              <a:spcBef>
                <a:spcPts val="961"/>
              </a:spcBef>
            </a:pPr>
            <a:r>
              <a:rPr b="1" lang="en-GB" sz="4800" spc="-1" strike="noStrike">
                <a:solidFill>
                  <a:schemeClr val="dk1"/>
                </a:solidFill>
                <a:latin typeface="Calibri"/>
              </a:rPr>
              <a:t>may be defined as the time </a:t>
            </a:r>
            <a:endParaRPr b="0" lang="en-US" sz="4800" spc="-1" strike="noStrike">
              <a:solidFill>
                <a:srgbClr val="000000"/>
              </a:solidFill>
              <a:latin typeface="Arial"/>
            </a:endParaRPr>
          </a:p>
          <a:p>
            <a:pPr algn="ctr" defTabSz="914400">
              <a:lnSpc>
                <a:spcPct val="100000"/>
              </a:lnSpc>
              <a:spcBef>
                <a:spcPts val="961"/>
              </a:spcBef>
            </a:pPr>
            <a:r>
              <a:rPr b="1" lang="en-GB" sz="4800" spc="-1" strike="noStrike">
                <a:solidFill>
                  <a:schemeClr val="dk1"/>
                </a:solidFill>
                <a:latin typeface="Calibri"/>
              </a:rPr>
              <a:t>for which the structure </a:t>
            </a:r>
            <a:endParaRPr b="0" lang="en-US" sz="4800" spc="-1" strike="noStrike">
              <a:solidFill>
                <a:srgbClr val="000000"/>
              </a:solidFill>
              <a:latin typeface="Arial"/>
            </a:endParaRPr>
          </a:p>
          <a:p>
            <a:pPr algn="ctr" defTabSz="914400">
              <a:lnSpc>
                <a:spcPct val="100000"/>
              </a:lnSpc>
              <a:spcBef>
                <a:spcPts val="961"/>
              </a:spcBef>
            </a:pPr>
            <a:r>
              <a:rPr b="1" lang="en-GB" sz="4800" spc="-1" strike="noStrike">
                <a:solidFill>
                  <a:schemeClr val="dk1"/>
                </a:solidFill>
                <a:latin typeface="Calibri"/>
              </a:rPr>
              <a:t>can fulfil the function </a:t>
            </a:r>
            <a:endParaRPr b="0" lang="en-US" sz="4800" spc="-1" strike="noStrike">
              <a:solidFill>
                <a:srgbClr val="000000"/>
              </a:solidFill>
              <a:latin typeface="Arial"/>
            </a:endParaRPr>
          </a:p>
          <a:p>
            <a:pPr algn="ctr" defTabSz="914400">
              <a:lnSpc>
                <a:spcPct val="100000"/>
              </a:lnSpc>
              <a:spcBef>
                <a:spcPts val="961"/>
              </a:spcBef>
            </a:pPr>
            <a:r>
              <a:rPr b="1" lang="en-GB" sz="4800" spc="-1" strike="noStrike">
                <a:solidFill>
                  <a:schemeClr val="dk1"/>
                </a:solidFill>
                <a:latin typeface="Calibri"/>
              </a:rPr>
              <a:t>for which it was </a:t>
            </a:r>
            <a:endParaRPr b="0" lang="en-US" sz="4800" spc="-1" strike="noStrike">
              <a:solidFill>
                <a:srgbClr val="000000"/>
              </a:solidFill>
              <a:latin typeface="Arial"/>
            </a:endParaRPr>
          </a:p>
          <a:p>
            <a:pPr algn="ctr" defTabSz="914400">
              <a:lnSpc>
                <a:spcPct val="100000"/>
              </a:lnSpc>
              <a:spcBef>
                <a:spcPts val="961"/>
              </a:spcBef>
            </a:pPr>
            <a:r>
              <a:rPr b="1" lang="en-GB" sz="4800" spc="-1" strike="noStrike">
                <a:solidFill>
                  <a:schemeClr val="dk1"/>
                </a:solidFill>
                <a:latin typeface="Calibri"/>
              </a:rPr>
              <a:t>designed and constructed</a:t>
            </a:r>
            <a:endParaRPr b="0" lang="en-US" sz="4800" spc="-1" strike="noStrike">
              <a:solidFill>
                <a:srgbClr val="000000"/>
              </a:solidFill>
              <a:latin typeface="Arial"/>
            </a:endParaRPr>
          </a:p>
        </p:txBody>
      </p:sp>
      <p:pic>
        <p:nvPicPr>
          <p:cNvPr id="712" name="Picture 2" descr="rod2"/>
          <p:cNvPicPr/>
          <p:nvPr/>
        </p:nvPicPr>
        <p:blipFill>
          <a:blip r:embed="rId1"/>
          <a:srcRect l="-17" t="0" r="0" b="9492"/>
          <a:stretch/>
        </p:blipFill>
        <p:spPr>
          <a:xfrm>
            <a:off x="1523880" y="-2592360"/>
            <a:ext cx="9143640" cy="9450000"/>
          </a:xfrm>
          <a:prstGeom prst="rect">
            <a:avLst/>
          </a:prstGeom>
          <a:ln w="9525">
            <a:noFill/>
          </a:ln>
        </p:spPr>
      </p:pic>
      <p:sp>
        <p:nvSpPr>
          <p:cNvPr id="713" name="Rectangle 4"/>
          <p:cNvSpPr/>
          <p:nvPr/>
        </p:nvSpPr>
        <p:spPr>
          <a:xfrm>
            <a:off x="1523880" y="6095880"/>
            <a:ext cx="9143640" cy="761760"/>
          </a:xfrm>
          <a:prstGeom prst="rect">
            <a:avLst/>
          </a:prstGeom>
          <a:solidFill>
            <a:schemeClr val="accent6">
              <a:lumMod val="75000"/>
            </a:schemeClr>
          </a:solidFill>
          <a:ln w="9525">
            <a:solidFill>
              <a:srgbClr val="000000"/>
            </a:solidFill>
            <a:miter/>
          </a:ln>
        </p:spPr>
        <p:style>
          <a:lnRef idx="0"/>
          <a:fillRef idx="0"/>
          <a:effectRef idx="0"/>
          <a:fontRef idx="minor"/>
        </p:style>
        <p:txBody>
          <a:bodyPr wrap="none" lIns="90000" rIns="90000" tIns="45000" bIns="45000" anchor="ctr">
            <a:noAutofit/>
          </a:bodyPr>
          <a:p>
            <a:pPr algn="ctr" defTabSz="914400">
              <a:lnSpc>
                <a:spcPct val="100000"/>
              </a:lnSpc>
            </a:pPr>
            <a:r>
              <a:rPr b="0" lang="en-US" sz="2000" spc="-1" strike="noStrike">
                <a:solidFill>
                  <a:schemeClr val="dk1"/>
                </a:solidFill>
                <a:latin typeface="Calibri"/>
              </a:rPr>
              <a:t>The Pantheon in Rome is a testament to the durability of concrete. Built nearly</a:t>
            </a:r>
            <a:endParaRPr b="0" lang="en-US" sz="2000" spc="-1" strike="noStrike">
              <a:solidFill>
                <a:srgbClr val="ffffff"/>
              </a:solidFill>
              <a:latin typeface="Arial"/>
            </a:endParaRPr>
          </a:p>
          <a:p>
            <a:pPr algn="ctr" defTabSz="914400">
              <a:lnSpc>
                <a:spcPct val="100000"/>
              </a:lnSpc>
            </a:pPr>
            <a:r>
              <a:rPr b="0" lang="en-US" sz="2000" spc="-1" strike="noStrike">
                <a:solidFill>
                  <a:schemeClr val="dk1"/>
                </a:solidFill>
                <a:latin typeface="Calibri"/>
              </a:rPr>
              <a:t> </a:t>
            </a:r>
            <a:r>
              <a:rPr b="0" lang="en-US" sz="2000" spc="-1" strike="noStrike">
                <a:solidFill>
                  <a:schemeClr val="dk1"/>
                </a:solidFill>
                <a:latin typeface="Calibri"/>
              </a:rPr>
              <a:t>2000 years ago, this unreinforced 43m diameter dome is still in use today. </a:t>
            </a:r>
            <a:endParaRPr b="0" lang="en-US" sz="2000" spc="-1" strike="noStrike">
              <a:solidFill>
                <a:srgbClr val="ffffff"/>
              </a:solidFill>
              <a:latin typeface="Arial"/>
            </a:endParaRPr>
          </a:p>
        </p:txBody>
      </p:sp>
      <p:sp>
        <p:nvSpPr>
          <p:cNvPr id="2" name="PlaceHolder 1"/>
          <p:cNvSpPr>
            <a:spLocks noGrp="1"/>
          </p:cNvSpPr>
          <p:nvPr>
            <p:ph type="sldNum" idx="3"/>
          </p:nvPr>
        </p:nvSpPr>
        <p:spPr/>
        <p:txBody>
          <a:bodyPr/>
          <a:p>
            <a:fld id="{F669565A-EC1E-4A3D-BB44-549B93CD066F}" type="slidenum">
              <a:t>6</a:t>
            </a:fld>
          </a:p>
        </p:txBody>
      </p:sp>
    </p:spTree>
  </p:cSld>
  <mc:AlternateContent>
    <mc:Choice Requires="p14">
      <p:transition spd="slow" p14:dur="2000"/>
    </mc:Choice>
    <mc:Fallback>
      <p:transition spd="slow"/>
    </mc:Fallback>
  </mc:AlternateContent>
  <p:timing>
    <p:tnLst>
      <p:par>
        <p:cTn id="12" dur="indefinite" restart="never" nodeType="tmRoot">
          <p:childTnLst>
            <p:seq>
              <p:cTn id="13" dur="indefinite" nodeType="mainSeq">
                <p:childTnLst>
                  <p:par>
                    <p:cTn id="14" fill="hold">
                      <p:stCondLst>
                        <p:cond delay="indefinite"/>
                      </p:stCondLst>
                      <p:childTnLst>
                        <p:par>
                          <p:cTn id="15" fill="hold">
                            <p:stCondLst>
                              <p:cond delay="0"/>
                            </p:stCondLst>
                            <p:childTnLst>
                              <p:par>
                                <p:cTn id="16" nodeType="clickEffect" fill="hold" presetClass="entr" presetID="10">
                                  <p:stCondLst>
                                    <p:cond delay="0"/>
                                  </p:stCondLst>
                                  <p:childTnLst>
                                    <p:set>
                                      <p:cBhvr>
                                        <p:cTn id="17" dur="1" fill="hold">
                                          <p:stCondLst>
                                            <p:cond delay="0"/>
                                          </p:stCondLst>
                                        </p:cTn>
                                        <p:tgtEl>
                                          <p:spTgt spid="712"/>
                                        </p:tgtEl>
                                        <p:attrNameLst>
                                          <p:attrName>style.visibility</p:attrName>
                                        </p:attrNameLst>
                                      </p:cBhvr>
                                      <p:to>
                                        <p:strVal val="visible"/>
                                      </p:to>
                                    </p:set>
                                    <p:animEffect filter="fade" transition="in">
                                      <p:cBhvr additive="repl">
                                        <p:cTn id="18" dur="2000"/>
                                        <p:tgtEl>
                                          <p:spTgt spid="712"/>
                                        </p:tgtEl>
                                      </p:cBhvr>
                                    </p:animEffect>
                                  </p:childTnLst>
                                </p:cTn>
                              </p:par>
                            </p:childTnLst>
                          </p:cTn>
                        </p:par>
                        <p:par>
                          <p:cTn id="19" fill="hold">
                            <p:stCondLst>
                              <p:cond delay="2000"/>
                            </p:stCondLst>
                            <p:childTnLst>
                              <p:par>
                                <p:cTn id="20" nodeType="afterEffect" fill="hold" presetClass="entr" presetID="1">
                                  <p:stCondLst>
                                    <p:cond delay="1000"/>
                                  </p:stCondLst>
                                  <p:childTnLst>
                                    <p:set>
                                      <p:cBhvr>
                                        <p:cTn id="21" dur="1" fill="hold">
                                          <p:stCondLst>
                                            <p:cond delay="0"/>
                                          </p:stCondLst>
                                        </p:cTn>
                                        <p:tgtEl>
                                          <p:spTgt spid="7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title"/>
          </p:nvPr>
        </p:nvSpPr>
        <p:spPr>
          <a:xfrm>
            <a:off x="1523880" y="485640"/>
            <a:ext cx="9143640" cy="1142640"/>
          </a:xfrm>
          <a:prstGeom prst="rect">
            <a:avLst/>
          </a:prstGeom>
          <a:noFill/>
          <a:ln w="0">
            <a:noFill/>
          </a:ln>
        </p:spPr>
        <p:txBody>
          <a:bodyPr numCol="1" spcCol="0" lIns="91440" rIns="91440" tIns="45720" bIns="45720" anchor="t">
            <a:normAutofit fontScale="98888" lnSpcReduction="20000"/>
          </a:bodyPr>
          <a:p>
            <a:pPr indent="0" defTabSz="457200">
              <a:lnSpc>
                <a:spcPct val="100000"/>
              </a:lnSpc>
              <a:buNone/>
            </a:pPr>
            <a:r>
              <a:rPr b="0" lang="en-US" sz="4000" spc="-1" strike="noStrike">
                <a:solidFill>
                  <a:schemeClr val="dk1">
                    <a:lumMod val="85000"/>
                    <a:lumOff val="15000"/>
                  </a:schemeClr>
                </a:solidFill>
                <a:latin typeface="Century Gothic"/>
              </a:rPr>
              <a:t>Understanding the nature of concrete</a:t>
            </a:r>
            <a:endParaRPr b="0" lang="en-US" sz="4000" spc="-1" strike="noStrike">
              <a:solidFill>
                <a:schemeClr val="dk1"/>
              </a:solidFill>
              <a:latin typeface="Century Gothic"/>
            </a:endParaRPr>
          </a:p>
        </p:txBody>
      </p:sp>
      <p:sp>
        <p:nvSpPr>
          <p:cNvPr id="715" name="PlaceHolder 2"/>
          <p:cNvSpPr>
            <a:spLocks noGrp="1"/>
          </p:cNvSpPr>
          <p:nvPr>
            <p:ph/>
          </p:nvPr>
        </p:nvSpPr>
        <p:spPr>
          <a:xfrm>
            <a:off x="1991520" y="1989000"/>
            <a:ext cx="3671640" cy="4525560"/>
          </a:xfrm>
          <a:prstGeom prst="rect">
            <a:avLst/>
          </a:prstGeom>
          <a:noFill/>
          <a:ln w="0">
            <a:noFill/>
          </a:ln>
        </p:spPr>
        <p:txBody>
          <a:bodyPr numCol="1" spcCol="0" lIns="91440" rIns="91440" tIns="45720" bIns="45720" anchor="t">
            <a:normAutofit/>
          </a:bodyPr>
          <a:p>
            <a:pPr indent="0" defTabSz="457200">
              <a:lnSpc>
                <a:spcPct val="80000"/>
              </a:lnSpc>
              <a:spcBef>
                <a:spcPts val="1001"/>
              </a:spcBef>
              <a:buNone/>
              <a:tabLst>
                <a:tab algn="l" pos="0"/>
              </a:tabLst>
            </a:pPr>
            <a:r>
              <a:rPr b="0" lang="en-US" sz="2800" spc="-1" strike="noStrike">
                <a:solidFill>
                  <a:schemeClr val="dk1">
                    <a:lumMod val="75000"/>
                    <a:lumOff val="25000"/>
                  </a:schemeClr>
                </a:solidFill>
                <a:latin typeface="Century Gothic"/>
              </a:rPr>
              <a:t>Concrete is strong in compression but weak in tension.</a:t>
            </a:r>
            <a:endParaRPr b="0" lang="en-US" sz="2800" spc="-1" strike="noStrike">
              <a:solidFill>
                <a:schemeClr val="dk1">
                  <a:lumMod val="75000"/>
                  <a:lumOff val="25000"/>
                </a:schemeClr>
              </a:solidFill>
              <a:latin typeface="Century Gothic"/>
            </a:endParaRPr>
          </a:p>
          <a:p>
            <a:pPr indent="0" algn="just" defTabSz="457200">
              <a:lnSpc>
                <a:spcPct val="80000"/>
              </a:lnSpc>
              <a:spcBef>
                <a:spcPts val="1001"/>
              </a:spcBef>
              <a:buNone/>
              <a:tabLst>
                <a:tab algn="l" pos="0"/>
              </a:tabLst>
            </a:pPr>
            <a:endParaRPr b="0" lang="en-US" sz="2800" spc="-1" strike="noStrike">
              <a:solidFill>
                <a:schemeClr val="dk1">
                  <a:lumMod val="75000"/>
                  <a:lumOff val="25000"/>
                </a:schemeClr>
              </a:solidFill>
              <a:latin typeface="Century Gothic"/>
            </a:endParaRPr>
          </a:p>
          <a:p>
            <a:pPr indent="0" defTabSz="457200">
              <a:lnSpc>
                <a:spcPct val="80000"/>
              </a:lnSpc>
              <a:spcBef>
                <a:spcPts val="1001"/>
              </a:spcBef>
              <a:buNone/>
              <a:tabLst>
                <a:tab algn="l" pos="0"/>
              </a:tabLst>
            </a:pPr>
            <a:r>
              <a:rPr b="0" lang="en-US" sz="2800" spc="-1" strike="noStrike">
                <a:solidFill>
                  <a:schemeClr val="dk1">
                    <a:lumMod val="75000"/>
                    <a:lumOff val="25000"/>
                  </a:schemeClr>
                </a:solidFill>
                <a:latin typeface="Century Gothic"/>
              </a:rPr>
              <a:t>In fact, concrete’s compressive strength is about one order of magnitude (that is about ten times) higher than its tensile strength.</a:t>
            </a:r>
            <a:endParaRPr b="0" lang="en-US" sz="2800" spc="-1" strike="noStrike">
              <a:solidFill>
                <a:schemeClr val="dk1">
                  <a:lumMod val="75000"/>
                  <a:lumOff val="25000"/>
                </a:schemeClr>
              </a:solidFill>
              <a:latin typeface="Century Gothic"/>
            </a:endParaRPr>
          </a:p>
        </p:txBody>
      </p:sp>
      <p:graphicFrame>
        <p:nvGraphicFramePr>
          <p:cNvPr id="716" name="Object 4"/>
          <p:cNvGraphicFramePr/>
          <p:nvPr/>
        </p:nvGraphicFramePr>
        <p:xfrm>
          <a:off x="5519880" y="1484640"/>
          <a:ext cx="4895640" cy="3671640"/>
        </p:xfrm>
        <a:graphic>
          <a:graphicData uri="http://schemas.openxmlformats.org/presentationml/2006/ole">
            <p:oleObj r:id="rId1" spid="">
              <p:embed/>
              <p:pic>
                <p:nvPicPr>
                  <p:cNvPr id="717" name="Object 4" descr=""/>
                  <p:cNvPicPr/>
                  <p:nvPr/>
                </p:nvPicPr>
                <p:blipFill>
                  <a:blip r:embed="rId2"/>
                  <a:stretch/>
                </p:blipFill>
                <p:spPr>
                  <a:xfrm>
                    <a:off x="5519880" y="1484640"/>
                    <a:ext cx="4895640" cy="3671640"/>
                  </a:xfrm>
                  <a:prstGeom prst="rect">
                    <a:avLst/>
                  </a:prstGeom>
                  <a:ln w="0">
                    <a:noFill/>
                  </a:ln>
                </p:spPr>
              </p:pic>
            </p:oleObj>
          </a:graphicData>
        </a:graphic>
      </p:graphicFrame>
      <p:sp>
        <p:nvSpPr>
          <p:cNvPr id="4" name="PlaceHolder 3"/>
          <p:cNvSpPr>
            <a:spLocks noGrp="1"/>
          </p:cNvSpPr>
          <p:nvPr>
            <p:ph type="sldNum" idx="27"/>
          </p:nvPr>
        </p:nvSpPr>
        <p:spPr/>
        <p:txBody>
          <a:bodyPr/>
          <a:p>
            <a:fld id="{A369947C-E70F-46BA-8733-0C8200445EB1}"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8" name="ecx_x005F_x0000_i1026" descr="1"/>
          <p:cNvPicPr/>
          <p:nvPr/>
        </p:nvPicPr>
        <p:blipFill>
          <a:blip r:embed="rId1"/>
          <a:srcRect l="0" t="3142" r="0" b="19779"/>
          <a:stretch/>
        </p:blipFill>
        <p:spPr>
          <a:xfrm>
            <a:off x="1650600" y="1628640"/>
            <a:ext cx="9050040" cy="4614840"/>
          </a:xfrm>
          <a:prstGeom prst="rect">
            <a:avLst/>
          </a:prstGeom>
          <a:ln w="9525">
            <a:noFill/>
          </a:ln>
        </p:spPr>
      </p:pic>
      <p:graphicFrame>
        <p:nvGraphicFramePr>
          <p:cNvPr id="719" name="Object 4"/>
          <p:cNvGraphicFramePr/>
          <p:nvPr/>
        </p:nvGraphicFramePr>
        <p:xfrm>
          <a:off x="4943520" y="0"/>
          <a:ext cx="3455640" cy="2592000"/>
        </p:xfrm>
        <a:graphic>
          <a:graphicData uri="http://schemas.openxmlformats.org/presentationml/2006/ole">
            <p:oleObj r:id="rId2" spid="">
              <p:embed/>
              <p:pic>
                <p:nvPicPr>
                  <p:cNvPr id="720" name="Object 4" descr=""/>
                  <p:cNvPicPr/>
                  <p:nvPr/>
                </p:nvPicPr>
                <p:blipFill>
                  <a:blip r:embed="rId3"/>
                  <a:stretch/>
                </p:blipFill>
                <p:spPr>
                  <a:xfrm>
                    <a:off x="4943520" y="0"/>
                    <a:ext cx="3455640" cy="2592000"/>
                  </a:xfrm>
                  <a:prstGeom prst="rect">
                    <a:avLst/>
                  </a:prstGeom>
                  <a:ln w="28440">
                    <a:solidFill>
                      <a:srgbClr val="000000"/>
                    </a:solidFill>
                    <a:miter/>
                  </a:ln>
                </p:spPr>
              </p:pic>
            </p:oleObj>
          </a:graphicData>
        </a:graphic>
      </p:graphicFrame>
      <p:sp>
        <p:nvSpPr>
          <p:cNvPr id="721" name="Rectangle 5"/>
          <p:cNvSpPr/>
          <p:nvPr/>
        </p:nvSpPr>
        <p:spPr>
          <a:xfrm>
            <a:off x="1557000" y="6043680"/>
            <a:ext cx="9143640" cy="764640"/>
          </a:xfrm>
          <a:prstGeom prst="rect">
            <a:avLst/>
          </a:prstGeom>
          <a:solidFill>
            <a:schemeClr val="accent6">
              <a:lumMod val="75000"/>
            </a:schemeClr>
          </a:solidFill>
          <a:ln w="9525">
            <a:solidFill>
              <a:srgbClr val="000000"/>
            </a:solidFill>
            <a:miter/>
          </a:ln>
        </p:spPr>
        <p:style>
          <a:lnRef idx="0"/>
          <a:fillRef idx="0"/>
          <a:effectRef idx="0"/>
          <a:fontRef idx="minor"/>
        </p:style>
        <p:txBody>
          <a:bodyPr wrap="none" lIns="90000" rIns="90000" tIns="45000" bIns="45000" anchor="ctr">
            <a:noAutofit/>
          </a:bodyPr>
          <a:p>
            <a:pPr algn="ctr" defTabSz="914400">
              <a:lnSpc>
                <a:spcPct val="100000"/>
              </a:lnSpc>
            </a:pPr>
            <a:r>
              <a:rPr b="0" lang="en-US" sz="2400" spc="-1" strike="noStrike">
                <a:solidFill>
                  <a:schemeClr val="dk1"/>
                </a:solidFill>
                <a:latin typeface="Calibri"/>
              </a:rPr>
              <a:t>Where possible, concrete structures are built in an arch or</a:t>
            </a:r>
            <a:endParaRPr b="0" lang="en-US" sz="2400" spc="-1" strike="noStrike">
              <a:solidFill>
                <a:srgbClr val="ffffff"/>
              </a:solidFill>
              <a:latin typeface="Arial"/>
            </a:endParaRPr>
          </a:p>
          <a:p>
            <a:pPr algn="ctr" defTabSz="914400">
              <a:lnSpc>
                <a:spcPct val="100000"/>
              </a:lnSpc>
            </a:pPr>
            <a:r>
              <a:rPr b="0" lang="en-US" sz="2400" spc="-1" strike="noStrike">
                <a:solidFill>
                  <a:schemeClr val="dk1"/>
                </a:solidFill>
                <a:latin typeface="Calibri"/>
              </a:rPr>
              <a:t>dome shape to ensure the principle stresses are in compression.</a:t>
            </a:r>
            <a:endParaRPr b="0" lang="en-US" sz="2400" spc="-1" strike="noStrike">
              <a:solidFill>
                <a:srgbClr val="ffffff"/>
              </a:solidFill>
              <a:latin typeface="Arial"/>
            </a:endParaRPr>
          </a:p>
        </p:txBody>
      </p:sp>
      <p:pic>
        <p:nvPicPr>
          <p:cNvPr id="722" name="Picture 6" descr="Picture1.jpg"/>
          <p:cNvPicPr/>
          <p:nvPr/>
        </p:nvPicPr>
        <p:blipFill>
          <a:blip r:embed="rId4"/>
          <a:srcRect l="0" t="0" r="17882" b="0"/>
          <a:stretch/>
        </p:blipFill>
        <p:spPr>
          <a:xfrm>
            <a:off x="7824960" y="0"/>
            <a:ext cx="2842920" cy="2596680"/>
          </a:xfrm>
          <a:prstGeom prst="rect">
            <a:avLst/>
          </a:prstGeom>
          <a:ln w="28575">
            <a:solidFill>
              <a:srgbClr val="000000"/>
            </a:solidFill>
            <a:miter/>
          </a:ln>
        </p:spPr>
      </p:pic>
      <p:pic>
        <p:nvPicPr>
          <p:cNvPr id="723" name="Picture 3" descr="Image13"/>
          <p:cNvPicPr/>
          <p:nvPr/>
        </p:nvPicPr>
        <p:blipFill>
          <a:blip r:embed="rId5"/>
          <a:stretch/>
        </p:blipFill>
        <p:spPr>
          <a:xfrm>
            <a:off x="1650600" y="-6480"/>
            <a:ext cx="3301920" cy="2476440"/>
          </a:xfrm>
          <a:prstGeom prst="rect">
            <a:avLst/>
          </a:prstGeom>
          <a:ln w="28575">
            <a:solidFill>
              <a:srgbClr val="000000"/>
            </a:solidFill>
            <a:miter/>
          </a:ln>
        </p:spPr>
      </p:pic>
      <p:sp>
        <p:nvSpPr>
          <p:cNvPr id="2" name="PlaceHolder 1"/>
          <p:cNvSpPr>
            <a:spLocks noGrp="1"/>
          </p:cNvSpPr>
          <p:nvPr>
            <p:ph type="sldNum" idx="50"/>
          </p:nvPr>
        </p:nvSpPr>
        <p:spPr/>
        <p:txBody>
          <a:bodyPr/>
          <a:p>
            <a:fld id="{E15EDE20-389A-4A2D-82ED-454DEAA316A2}"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title"/>
          </p:nvPr>
        </p:nvSpPr>
        <p:spPr>
          <a:xfrm>
            <a:off x="1523880" y="325080"/>
            <a:ext cx="9143640" cy="144756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a:solidFill>
                  <a:srgbClr val="d95900"/>
                </a:solidFill>
                <a:latin typeface="Arial"/>
              </a:rPr>
              <a:t>Factors that govern the strength of concrete</a:t>
            </a:r>
            <a:endParaRPr b="0" lang="en-US" sz="4000" spc="-1" strike="noStrike">
              <a:solidFill>
                <a:schemeClr val="dk1"/>
              </a:solidFill>
              <a:latin typeface="Century Gothic"/>
            </a:endParaRPr>
          </a:p>
        </p:txBody>
      </p:sp>
      <p:sp>
        <p:nvSpPr>
          <p:cNvPr id="725" name="PlaceHolder 2"/>
          <p:cNvSpPr>
            <a:spLocks noGrp="1"/>
          </p:cNvSpPr>
          <p:nvPr>
            <p:ph/>
          </p:nvPr>
        </p:nvSpPr>
        <p:spPr>
          <a:xfrm>
            <a:off x="2209680" y="1981080"/>
            <a:ext cx="7772040" cy="3966480"/>
          </a:xfrm>
          <a:prstGeom prst="rect">
            <a:avLst/>
          </a:prstGeom>
          <a:noFill/>
          <a:ln w="38160">
            <a:solidFill>
              <a:srgbClr val="000000"/>
            </a:solidFill>
            <a:round/>
          </a:ln>
        </p:spPr>
        <p:txBody>
          <a:bodyPr lIns="91440" rIns="91440" tIns="45720" bIns="45720" anchor="t">
            <a:noAutofit/>
          </a:bodyPr>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There are many factors that influence the potential strength of concrete but the most important two are the water:cement ratio; the voids content, and the proportion of ingredients.</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r>
              <a:rPr b="0" lang="en-US" sz="2800" spc="-1" strike="noStrike">
                <a:solidFill>
                  <a:schemeClr val="dk1">
                    <a:lumMod val="75000"/>
                    <a:lumOff val="25000"/>
                  </a:schemeClr>
                </a:solidFill>
                <a:latin typeface="Century Gothic"/>
              </a:rPr>
              <a:t>W:C  =  </a:t>
            </a:r>
            <a:endParaRPr b="0" lang="en-US" sz="2800" spc="-1" strike="noStrike">
              <a:solidFill>
                <a:schemeClr val="dk1">
                  <a:lumMod val="75000"/>
                  <a:lumOff val="25000"/>
                </a:schemeClr>
              </a:solidFill>
              <a:latin typeface="Century Gothic"/>
            </a:endParaRPr>
          </a:p>
        </p:txBody>
      </p:sp>
      <p:sp>
        <p:nvSpPr>
          <p:cNvPr id="726" name="Rectangle 7"/>
          <p:cNvSpPr/>
          <p:nvPr/>
        </p:nvSpPr>
        <p:spPr>
          <a:xfrm>
            <a:off x="3733920" y="4486320"/>
            <a:ext cx="2437920" cy="1218960"/>
          </a:xfrm>
          <a:prstGeom prst="rect">
            <a:avLst/>
          </a:prstGeom>
          <a:solidFill>
            <a:schemeClr val="accent6">
              <a:lumMod val="75000"/>
            </a:schemeClr>
          </a:solidFill>
          <a:ln w="9525">
            <a:solidFill>
              <a:srgbClr val="000000"/>
            </a:solidFill>
            <a:miter/>
          </a:ln>
        </p:spPr>
        <p:style>
          <a:lnRef idx="0"/>
          <a:fillRef idx="0"/>
          <a:effectRef idx="0"/>
          <a:fontRef idx="minor"/>
        </p:style>
        <p:txBody>
          <a:bodyPr wrap="none" lIns="90000" rIns="90000" tIns="45000" bIns="45000" anchor="ctr">
            <a:noAutofit/>
          </a:bodyPr>
          <a:p>
            <a:pPr algn="ctr" defTabSz="914400">
              <a:lnSpc>
                <a:spcPct val="100000"/>
              </a:lnSpc>
            </a:pPr>
            <a:endParaRPr b="0" lang="en-US" sz="2400" spc="-1" strike="noStrike">
              <a:solidFill>
                <a:srgbClr val="ffffff"/>
              </a:solidFill>
              <a:latin typeface="Arial"/>
            </a:endParaRPr>
          </a:p>
          <a:p>
            <a:pPr algn="ctr" defTabSz="914400">
              <a:lnSpc>
                <a:spcPct val="100000"/>
              </a:lnSpc>
            </a:pPr>
            <a:r>
              <a:rPr b="0" lang="en-US" sz="2400" spc="-1" strike="noStrike">
                <a:solidFill>
                  <a:schemeClr val="dk1"/>
                </a:solidFill>
                <a:latin typeface="Century Gothic"/>
              </a:rPr>
              <a:t>Mass of water</a:t>
            </a:r>
            <a:endParaRPr b="0" lang="en-US" sz="2400" spc="-1" strike="noStrike">
              <a:solidFill>
                <a:srgbClr val="ffffff"/>
              </a:solidFill>
              <a:latin typeface="Arial"/>
            </a:endParaRPr>
          </a:p>
          <a:p>
            <a:pPr algn="ctr" defTabSz="914400">
              <a:lnSpc>
                <a:spcPct val="100000"/>
              </a:lnSpc>
            </a:pPr>
            <a:r>
              <a:rPr b="0" lang="en-US" sz="2400" spc="-1" strike="noStrike">
                <a:solidFill>
                  <a:schemeClr val="dk1"/>
                </a:solidFill>
                <a:latin typeface="Century Gothic"/>
              </a:rPr>
              <a:t>Mass of cement</a:t>
            </a:r>
            <a:endParaRPr b="0" lang="en-US" sz="2400" spc="-1" strike="noStrike">
              <a:solidFill>
                <a:srgbClr val="ffffff"/>
              </a:solidFill>
              <a:latin typeface="Arial"/>
            </a:endParaRPr>
          </a:p>
          <a:p>
            <a:pPr algn="ctr" defTabSz="914400">
              <a:lnSpc>
                <a:spcPct val="100000"/>
              </a:lnSpc>
            </a:pPr>
            <a:endParaRPr b="0" lang="en-US" sz="2400" spc="-1" strike="noStrike">
              <a:solidFill>
                <a:srgbClr val="ffffff"/>
              </a:solidFill>
              <a:latin typeface="Arial"/>
            </a:endParaRPr>
          </a:p>
        </p:txBody>
      </p:sp>
      <p:sp>
        <p:nvSpPr>
          <p:cNvPr id="727" name="Line 8"/>
          <p:cNvSpPr/>
          <p:nvPr/>
        </p:nvSpPr>
        <p:spPr>
          <a:xfrm>
            <a:off x="3860640" y="5095800"/>
            <a:ext cx="205740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entury Gothic"/>
            </a:endParaRPr>
          </a:p>
        </p:txBody>
      </p:sp>
      <p:sp>
        <p:nvSpPr>
          <p:cNvPr id="4" name="PlaceHolder 3"/>
          <p:cNvSpPr>
            <a:spLocks noGrp="1"/>
          </p:cNvSpPr>
          <p:nvPr>
            <p:ph type="sldNum" idx="26"/>
          </p:nvPr>
        </p:nvSpPr>
        <p:spPr/>
        <p:txBody>
          <a:bodyPr/>
          <a:p>
            <a:fld id="{C4C35A92-7A49-4C52-8FAB-D399FBA41E1A}"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type="title"/>
          </p:nvPr>
        </p:nvSpPr>
        <p:spPr>
          <a:xfrm>
            <a:off x="2209680" y="380880"/>
            <a:ext cx="7772040" cy="99036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a:solidFill>
                  <a:srgbClr val="d95900"/>
                </a:solidFill>
                <a:latin typeface="Arial"/>
              </a:rPr>
              <a:t>The water content of concrete</a:t>
            </a:r>
            <a:endParaRPr b="0" lang="en-US" sz="4000" spc="-1" strike="noStrike">
              <a:solidFill>
                <a:schemeClr val="dk1"/>
              </a:solidFill>
              <a:latin typeface="Century Gothic"/>
            </a:endParaRPr>
          </a:p>
        </p:txBody>
      </p:sp>
      <p:sp>
        <p:nvSpPr>
          <p:cNvPr id="729" name="PlaceHolder 2"/>
          <p:cNvSpPr>
            <a:spLocks noGrp="1"/>
          </p:cNvSpPr>
          <p:nvPr>
            <p:ph/>
          </p:nvPr>
        </p:nvSpPr>
        <p:spPr>
          <a:xfrm>
            <a:off x="2209680" y="1371600"/>
            <a:ext cx="7772040" cy="4419360"/>
          </a:xfrm>
          <a:prstGeom prst="rect">
            <a:avLst/>
          </a:prstGeom>
          <a:noFill/>
          <a:ln w="0">
            <a:noFill/>
          </a:ln>
        </p:spPr>
        <p:txBody>
          <a:bodyPr lIns="91440" rIns="91440" tIns="45720" bIns="45720" anchor="t">
            <a:normAutofit/>
          </a:bodyPr>
          <a:p>
            <a:pPr marL="457200" indent="-457200" defTabSz="457200">
              <a:lnSpc>
                <a:spcPct val="9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For everyday practice, a w:c ratio of 0.2 is too low to produce workable and economic concrete.  Concrete with such a low w:c ratio is either very expensive or very dry.</a:t>
            </a:r>
            <a:endParaRPr b="0" lang="en-US" sz="2800" spc="-1" strike="noStrike">
              <a:solidFill>
                <a:schemeClr val="dk1">
                  <a:lumMod val="75000"/>
                  <a:lumOff val="25000"/>
                </a:schemeClr>
              </a:solidFill>
              <a:latin typeface="Century Gothic"/>
            </a:endParaRPr>
          </a:p>
          <a:p>
            <a:pPr marL="457200" indent="-457200" defTabSz="457200">
              <a:lnSpc>
                <a:spcPct val="9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To achieve good compaction using normal equipment on site, we need to add more water.  This extra water makes the concrete workable so that we can compact it - but it does so at the cost of strength.</a:t>
            </a:r>
            <a:endParaRPr b="0" lang="en-US" sz="2800" spc="-1" strike="noStrike">
              <a:solidFill>
                <a:schemeClr val="dk1">
                  <a:lumMod val="75000"/>
                  <a:lumOff val="25000"/>
                </a:schemeClr>
              </a:solidFill>
              <a:latin typeface="Century Gothic"/>
            </a:endParaRPr>
          </a:p>
        </p:txBody>
      </p:sp>
      <p:sp>
        <p:nvSpPr>
          <p:cNvPr id="4" name="PlaceHolder 3"/>
          <p:cNvSpPr>
            <a:spLocks noGrp="1"/>
          </p:cNvSpPr>
          <p:nvPr>
            <p:ph type="sldNum" idx="26"/>
          </p:nvPr>
        </p:nvSpPr>
        <p:spPr/>
        <p:txBody>
          <a:bodyPr/>
          <a:p>
            <a:fld id="{04252FAD-7178-45D9-ADB7-83A3D532F0E7}"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Rectangle 2"/>
          <p:cNvSpPr/>
          <p:nvPr/>
        </p:nvSpPr>
        <p:spPr>
          <a:xfrm>
            <a:off x="1955160" y="34200"/>
            <a:ext cx="7256160" cy="1142640"/>
          </a:xfrm>
          <a:prstGeom prst="rect">
            <a:avLst/>
          </a:prstGeom>
          <a:noFill/>
          <a:ln w="9525">
            <a:noFill/>
          </a:ln>
        </p:spPr>
        <p:style>
          <a:lnRef idx="0"/>
          <a:fillRef idx="0"/>
          <a:effectRef idx="0"/>
          <a:fontRef idx="minor"/>
        </p:style>
        <p:txBody>
          <a:bodyPr lIns="90000" rIns="90000" tIns="45000" bIns="45000" anchor="ctr">
            <a:noAutofit/>
          </a:bodyPr>
          <a:p>
            <a:pPr defTabSz="914400">
              <a:lnSpc>
                <a:spcPct val="100000"/>
              </a:lnSpc>
            </a:pPr>
            <a:r>
              <a:rPr b="1" lang="en-US" sz="4400" spc="-1" strike="noStrike">
                <a:solidFill>
                  <a:schemeClr val="accent6">
                    <a:lumMod val="75000"/>
                  </a:schemeClr>
                </a:solidFill>
                <a:latin typeface="Century Gothic"/>
              </a:rPr>
              <a:t>Components</a:t>
            </a:r>
            <a:endParaRPr b="0" lang="en-US" sz="4400" spc="-1" strike="noStrike">
              <a:solidFill>
                <a:srgbClr val="000000"/>
              </a:solidFill>
              <a:latin typeface="Arial"/>
            </a:endParaRPr>
          </a:p>
        </p:txBody>
      </p:sp>
      <p:sp>
        <p:nvSpPr>
          <p:cNvPr id="731" name="Text Box 3"/>
          <p:cNvSpPr/>
          <p:nvPr/>
        </p:nvSpPr>
        <p:spPr>
          <a:xfrm>
            <a:off x="2306520" y="1163520"/>
            <a:ext cx="2437920" cy="4554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spcBef>
                <a:spcPts val="1199"/>
              </a:spcBef>
            </a:pPr>
            <a:r>
              <a:rPr b="0" lang="en-US" sz="2400" spc="-1" strike="noStrike">
                <a:solidFill>
                  <a:srgbClr val="990000"/>
                </a:solidFill>
                <a:latin typeface="Arial Black"/>
              </a:rPr>
              <a:t>Cement</a:t>
            </a:r>
            <a:endParaRPr b="0" lang="en-US" sz="2400" spc="-1" strike="noStrike">
              <a:solidFill>
                <a:srgbClr val="000000"/>
              </a:solidFill>
              <a:latin typeface="Arial"/>
            </a:endParaRPr>
          </a:p>
        </p:txBody>
      </p:sp>
      <p:sp>
        <p:nvSpPr>
          <p:cNvPr id="732" name="Text Box 4"/>
          <p:cNvSpPr/>
          <p:nvPr/>
        </p:nvSpPr>
        <p:spPr>
          <a:xfrm>
            <a:off x="2382840" y="2230560"/>
            <a:ext cx="1523520" cy="4554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spcBef>
                <a:spcPts val="1199"/>
              </a:spcBef>
            </a:pPr>
            <a:r>
              <a:rPr b="0" lang="en-US" sz="2400" spc="-1" strike="noStrike">
                <a:solidFill>
                  <a:srgbClr val="990000"/>
                </a:solidFill>
                <a:latin typeface="Arial Black"/>
              </a:rPr>
              <a:t>Water</a:t>
            </a:r>
            <a:endParaRPr b="0" lang="en-US" sz="2400" spc="-1" strike="noStrike">
              <a:solidFill>
                <a:srgbClr val="000000"/>
              </a:solidFill>
              <a:latin typeface="Arial"/>
            </a:endParaRPr>
          </a:p>
        </p:txBody>
      </p:sp>
      <p:sp>
        <p:nvSpPr>
          <p:cNvPr id="733" name="Text Box 5"/>
          <p:cNvSpPr/>
          <p:nvPr/>
        </p:nvSpPr>
        <p:spPr>
          <a:xfrm>
            <a:off x="2382840" y="3678120"/>
            <a:ext cx="1294920" cy="4554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spcBef>
                <a:spcPts val="1199"/>
              </a:spcBef>
            </a:pPr>
            <a:r>
              <a:rPr b="0" lang="en-US" sz="2400" spc="-1" strike="noStrike">
                <a:solidFill>
                  <a:srgbClr val="990000"/>
                </a:solidFill>
                <a:latin typeface="Arial Black"/>
              </a:rPr>
              <a:t>Sand</a:t>
            </a:r>
            <a:endParaRPr b="0" lang="en-US" sz="2400" spc="-1" strike="noStrike">
              <a:solidFill>
                <a:srgbClr val="000000"/>
              </a:solidFill>
              <a:latin typeface="Arial"/>
            </a:endParaRPr>
          </a:p>
        </p:txBody>
      </p:sp>
      <p:sp>
        <p:nvSpPr>
          <p:cNvPr id="734" name="Text Box 6"/>
          <p:cNvSpPr/>
          <p:nvPr/>
        </p:nvSpPr>
        <p:spPr>
          <a:xfrm>
            <a:off x="2459160" y="5202360"/>
            <a:ext cx="1447560" cy="4554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spcBef>
                <a:spcPts val="1199"/>
              </a:spcBef>
            </a:pPr>
            <a:r>
              <a:rPr b="0" lang="en-US" sz="2400" spc="-1" strike="noStrike">
                <a:solidFill>
                  <a:srgbClr val="990000"/>
                </a:solidFill>
                <a:latin typeface="Arial Black"/>
              </a:rPr>
              <a:t>Stone</a:t>
            </a:r>
            <a:endParaRPr b="0" lang="en-US" sz="2400" spc="-1" strike="noStrike">
              <a:solidFill>
                <a:srgbClr val="000000"/>
              </a:solidFill>
              <a:latin typeface="Arial"/>
            </a:endParaRPr>
          </a:p>
        </p:txBody>
      </p:sp>
      <p:sp>
        <p:nvSpPr>
          <p:cNvPr id="735" name="Text Box 7"/>
          <p:cNvSpPr/>
          <p:nvPr/>
        </p:nvSpPr>
        <p:spPr>
          <a:xfrm>
            <a:off x="4440240" y="1773360"/>
            <a:ext cx="3123720" cy="4554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spcBef>
                <a:spcPts val="1199"/>
              </a:spcBef>
            </a:pPr>
            <a:r>
              <a:rPr b="0" lang="en-US" sz="2400" spc="-1" strike="noStrike">
                <a:solidFill>
                  <a:srgbClr val="990000"/>
                </a:solidFill>
                <a:latin typeface="Arial Black"/>
              </a:rPr>
              <a:t>Hydration (Paste)</a:t>
            </a:r>
            <a:endParaRPr b="0" lang="en-US" sz="2400" spc="-1" strike="noStrike">
              <a:solidFill>
                <a:srgbClr val="000000"/>
              </a:solidFill>
              <a:latin typeface="Arial"/>
            </a:endParaRPr>
          </a:p>
        </p:txBody>
      </p:sp>
      <p:sp>
        <p:nvSpPr>
          <p:cNvPr id="736" name="Text Box 8"/>
          <p:cNvSpPr/>
          <p:nvPr/>
        </p:nvSpPr>
        <p:spPr>
          <a:xfrm>
            <a:off x="4440240" y="2687760"/>
            <a:ext cx="2285640" cy="4554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spcBef>
                <a:spcPts val="1199"/>
              </a:spcBef>
            </a:pPr>
            <a:r>
              <a:rPr b="0" lang="en-US" sz="2400" spc="-1" strike="noStrike">
                <a:solidFill>
                  <a:srgbClr val="990000"/>
                </a:solidFill>
                <a:latin typeface="Arial Black"/>
              </a:rPr>
              <a:t>Lubrication</a:t>
            </a:r>
            <a:endParaRPr b="0" lang="en-US" sz="2400" spc="-1" strike="noStrike">
              <a:solidFill>
                <a:srgbClr val="000000"/>
              </a:solidFill>
              <a:latin typeface="Arial"/>
            </a:endParaRPr>
          </a:p>
        </p:txBody>
      </p:sp>
      <p:sp>
        <p:nvSpPr>
          <p:cNvPr id="737" name="Text Box 9"/>
          <p:cNvSpPr/>
          <p:nvPr/>
        </p:nvSpPr>
        <p:spPr>
          <a:xfrm>
            <a:off x="4440240" y="3373560"/>
            <a:ext cx="3428640" cy="4554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spcBef>
                <a:spcPts val="1199"/>
              </a:spcBef>
            </a:pPr>
            <a:r>
              <a:rPr b="0" lang="en-US" sz="2400" spc="-1" strike="noStrike">
                <a:solidFill>
                  <a:srgbClr val="990000"/>
                </a:solidFill>
                <a:latin typeface="Arial Black"/>
              </a:rPr>
              <a:t>Water Retentivity</a:t>
            </a:r>
            <a:endParaRPr b="0" lang="en-US" sz="2400" spc="-1" strike="noStrike">
              <a:solidFill>
                <a:srgbClr val="000000"/>
              </a:solidFill>
              <a:latin typeface="Arial"/>
            </a:endParaRPr>
          </a:p>
        </p:txBody>
      </p:sp>
      <p:sp>
        <p:nvSpPr>
          <p:cNvPr id="738" name="Text Box 10"/>
          <p:cNvSpPr/>
          <p:nvPr/>
        </p:nvSpPr>
        <p:spPr>
          <a:xfrm>
            <a:off x="4440240" y="4135320"/>
            <a:ext cx="3047760" cy="4554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spcBef>
                <a:spcPts val="1199"/>
              </a:spcBef>
            </a:pPr>
            <a:r>
              <a:rPr b="0" lang="en-US" sz="2400" spc="-1" strike="noStrike">
                <a:solidFill>
                  <a:srgbClr val="990000"/>
                </a:solidFill>
                <a:latin typeface="Arial Black"/>
              </a:rPr>
              <a:t>Void Filler</a:t>
            </a:r>
            <a:endParaRPr b="0" lang="en-US" sz="2400" spc="-1" strike="noStrike">
              <a:solidFill>
                <a:srgbClr val="000000"/>
              </a:solidFill>
              <a:latin typeface="Arial"/>
            </a:endParaRPr>
          </a:p>
        </p:txBody>
      </p:sp>
      <p:sp>
        <p:nvSpPr>
          <p:cNvPr id="739" name="Text Box 11"/>
          <p:cNvSpPr/>
          <p:nvPr/>
        </p:nvSpPr>
        <p:spPr>
          <a:xfrm>
            <a:off x="4440240" y="4592520"/>
            <a:ext cx="2971440" cy="4554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spcBef>
                <a:spcPts val="1199"/>
              </a:spcBef>
            </a:pPr>
            <a:r>
              <a:rPr b="0" lang="en-US" sz="2400" spc="-1" strike="noStrike">
                <a:solidFill>
                  <a:srgbClr val="990000"/>
                </a:solidFill>
                <a:latin typeface="Arial Black"/>
              </a:rPr>
              <a:t>Bulk</a:t>
            </a:r>
            <a:endParaRPr b="0" lang="en-US" sz="2400" spc="-1" strike="noStrike">
              <a:solidFill>
                <a:srgbClr val="000000"/>
              </a:solidFill>
              <a:latin typeface="Arial"/>
            </a:endParaRPr>
          </a:p>
        </p:txBody>
      </p:sp>
      <p:sp>
        <p:nvSpPr>
          <p:cNvPr id="740" name="Text Box 12"/>
          <p:cNvSpPr/>
          <p:nvPr/>
        </p:nvSpPr>
        <p:spPr>
          <a:xfrm>
            <a:off x="4440240" y="5126040"/>
            <a:ext cx="4647960" cy="4554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spcBef>
                <a:spcPts val="1199"/>
              </a:spcBef>
            </a:pPr>
            <a:r>
              <a:rPr b="0" lang="en-US" sz="2400" spc="-1" strike="noStrike">
                <a:solidFill>
                  <a:srgbClr val="990000"/>
                </a:solidFill>
                <a:latin typeface="Arial Black"/>
              </a:rPr>
              <a:t>Dimensional Stability</a:t>
            </a:r>
            <a:endParaRPr b="0" lang="en-US" sz="2400" spc="-1" strike="noStrike">
              <a:solidFill>
                <a:srgbClr val="000000"/>
              </a:solidFill>
              <a:latin typeface="Arial"/>
            </a:endParaRPr>
          </a:p>
        </p:txBody>
      </p:sp>
      <p:sp>
        <p:nvSpPr>
          <p:cNvPr id="741" name="Line 13"/>
          <p:cNvSpPr/>
          <p:nvPr/>
        </p:nvSpPr>
        <p:spPr>
          <a:xfrm>
            <a:off x="3754080" y="1544400"/>
            <a:ext cx="685800" cy="380880"/>
          </a:xfrm>
          <a:prstGeom prst="line">
            <a:avLst/>
          </a:prstGeom>
          <a:ln w="57150">
            <a:solidFill>
              <a:srgbClr val="ff0000"/>
            </a:solidFill>
            <a:round/>
            <a:tailEnd len="med" type="triangle" w="med"/>
          </a:ln>
        </p:spPr>
        <p:style>
          <a:lnRef idx="0"/>
          <a:fillRef idx="0"/>
          <a:effectRef idx="0"/>
          <a:fontRef idx="minor"/>
        </p:style>
        <p:txBody>
          <a:bodyPr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742" name="Line 14"/>
          <p:cNvSpPr/>
          <p:nvPr/>
        </p:nvSpPr>
        <p:spPr>
          <a:xfrm flipV="1">
            <a:off x="3678120" y="2077920"/>
            <a:ext cx="685800" cy="304560"/>
          </a:xfrm>
          <a:prstGeom prst="line">
            <a:avLst/>
          </a:prstGeom>
          <a:ln w="57150">
            <a:solidFill>
              <a:srgbClr val="ff0000"/>
            </a:solidFill>
            <a:round/>
            <a:tailEnd len="med" type="triangle" w="med"/>
          </a:ln>
        </p:spPr>
        <p:style>
          <a:lnRef idx="0"/>
          <a:fillRef idx="0"/>
          <a:effectRef idx="0"/>
          <a:fontRef idx="minor"/>
        </p:style>
        <p:txBody>
          <a:bodyPr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743" name="Line 15"/>
          <p:cNvSpPr/>
          <p:nvPr/>
        </p:nvSpPr>
        <p:spPr>
          <a:xfrm>
            <a:off x="3678120" y="2611080"/>
            <a:ext cx="685800" cy="228600"/>
          </a:xfrm>
          <a:prstGeom prst="line">
            <a:avLst/>
          </a:prstGeom>
          <a:ln w="57150">
            <a:solidFill>
              <a:srgbClr val="ff0000"/>
            </a:solidFill>
            <a:round/>
            <a:tailEnd len="med" type="triangle" w="med"/>
          </a:ln>
        </p:spPr>
        <p:style>
          <a:lnRef idx="0"/>
          <a:fillRef idx="0"/>
          <a:effectRef idx="0"/>
          <a:fontRef idx="minor"/>
        </p:style>
        <p:txBody>
          <a:bodyPr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744" name="Line 16"/>
          <p:cNvSpPr/>
          <p:nvPr/>
        </p:nvSpPr>
        <p:spPr>
          <a:xfrm flipV="1">
            <a:off x="3678120" y="2992320"/>
            <a:ext cx="685800" cy="533160"/>
          </a:xfrm>
          <a:prstGeom prst="line">
            <a:avLst/>
          </a:prstGeom>
          <a:ln w="57150">
            <a:solidFill>
              <a:srgbClr val="ff0000"/>
            </a:solidFill>
            <a:round/>
            <a:tailEnd len="med" type="triangle" w="med"/>
          </a:ln>
        </p:spPr>
        <p:style>
          <a:lnRef idx="0"/>
          <a:fillRef idx="0"/>
          <a:effectRef idx="0"/>
          <a:fontRef idx="minor"/>
        </p:style>
        <p:txBody>
          <a:bodyPr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745" name="Line 17"/>
          <p:cNvSpPr/>
          <p:nvPr/>
        </p:nvSpPr>
        <p:spPr>
          <a:xfrm flipV="1">
            <a:off x="3601800" y="3601800"/>
            <a:ext cx="685800" cy="152280"/>
          </a:xfrm>
          <a:prstGeom prst="line">
            <a:avLst/>
          </a:prstGeom>
          <a:ln w="57150">
            <a:solidFill>
              <a:srgbClr val="ff0000"/>
            </a:solidFill>
            <a:round/>
            <a:tailEnd len="med" type="triangle" w="med"/>
          </a:ln>
        </p:spPr>
        <p:style>
          <a:lnRef idx="0"/>
          <a:fillRef idx="0"/>
          <a:effectRef idx="0"/>
          <a:fontRef idx="minor"/>
        </p:style>
        <p:txBody>
          <a:bodyPr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746" name="Line 18"/>
          <p:cNvSpPr/>
          <p:nvPr/>
        </p:nvSpPr>
        <p:spPr>
          <a:xfrm>
            <a:off x="3678120" y="3982680"/>
            <a:ext cx="685800" cy="304920"/>
          </a:xfrm>
          <a:prstGeom prst="line">
            <a:avLst/>
          </a:prstGeom>
          <a:ln w="57150">
            <a:solidFill>
              <a:srgbClr val="ff0000"/>
            </a:solidFill>
            <a:round/>
            <a:tailEnd len="med" type="triangle" w="med"/>
          </a:ln>
        </p:spPr>
        <p:style>
          <a:lnRef idx="0"/>
          <a:fillRef idx="0"/>
          <a:effectRef idx="0"/>
          <a:fontRef idx="minor"/>
        </p:style>
        <p:txBody>
          <a:bodyPr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747" name="Line 19"/>
          <p:cNvSpPr/>
          <p:nvPr/>
        </p:nvSpPr>
        <p:spPr>
          <a:xfrm flipV="1">
            <a:off x="3601800" y="4897080"/>
            <a:ext cx="685800" cy="381240"/>
          </a:xfrm>
          <a:prstGeom prst="line">
            <a:avLst/>
          </a:prstGeom>
          <a:ln w="57150">
            <a:solidFill>
              <a:srgbClr val="ff0000"/>
            </a:solidFill>
            <a:round/>
            <a:tailEnd len="med" type="triangle" w="med"/>
          </a:ln>
        </p:spPr>
        <p:style>
          <a:lnRef idx="0"/>
          <a:fillRef idx="0"/>
          <a:effectRef idx="0"/>
          <a:fontRef idx="minor"/>
        </p:style>
        <p:txBody>
          <a:bodyPr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748" name="Line 20"/>
          <p:cNvSpPr/>
          <p:nvPr/>
        </p:nvSpPr>
        <p:spPr>
          <a:xfrm flipV="1">
            <a:off x="3754080" y="5354280"/>
            <a:ext cx="685800" cy="152640"/>
          </a:xfrm>
          <a:prstGeom prst="line">
            <a:avLst/>
          </a:prstGeom>
          <a:ln w="57150">
            <a:solidFill>
              <a:srgbClr val="ff0000"/>
            </a:solidFill>
            <a:round/>
            <a:tailEnd len="med" type="triangle" w="med"/>
          </a:ln>
        </p:spPr>
        <p:style>
          <a:lnRef idx="0"/>
          <a:fillRef idx="0"/>
          <a:effectRef idx="0"/>
          <a:fontRef idx="minor"/>
        </p:style>
        <p:txBody>
          <a:bodyPr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749" name="Text Box 21"/>
          <p:cNvSpPr/>
          <p:nvPr/>
        </p:nvSpPr>
        <p:spPr>
          <a:xfrm>
            <a:off x="7184520" y="2688480"/>
            <a:ext cx="3294720" cy="455040"/>
          </a:xfrm>
          <a:prstGeom prst="rect">
            <a:avLst/>
          </a:prstGeom>
          <a:noFill/>
          <a:ln w="9525">
            <a:noFill/>
          </a:ln>
        </p:spPr>
        <p:style>
          <a:lnRef idx="0"/>
          <a:fillRef idx="0"/>
          <a:effectRef idx="0"/>
          <a:fontRef idx="minor"/>
        </p:style>
        <p:txBody>
          <a:bodyPr wrap="none" lIns="90000" rIns="90000" tIns="45000" bIns="45000" anchor="ctr">
            <a:spAutoFit/>
          </a:bodyPr>
          <a:p>
            <a:pPr algn="ctr" defTabSz="914400">
              <a:lnSpc>
                <a:spcPct val="100000"/>
              </a:lnSpc>
              <a:spcBef>
                <a:spcPts val="1199"/>
              </a:spcBef>
            </a:pPr>
            <a:r>
              <a:rPr b="0" lang="en-US" sz="2400" spc="-1" strike="noStrike">
                <a:solidFill>
                  <a:srgbClr val="990000"/>
                </a:solidFill>
                <a:latin typeface="Arial Black"/>
              </a:rPr>
              <a:t>Water requirement</a:t>
            </a:r>
            <a:endParaRPr b="0" lang="en-US" sz="2400" spc="-1" strike="noStrike">
              <a:solidFill>
                <a:srgbClr val="000000"/>
              </a:solidFill>
              <a:latin typeface="Arial"/>
            </a:endParaRPr>
          </a:p>
        </p:txBody>
      </p:sp>
      <p:sp>
        <p:nvSpPr>
          <p:cNvPr id="750" name="Line 22"/>
          <p:cNvSpPr/>
          <p:nvPr/>
        </p:nvSpPr>
        <p:spPr>
          <a:xfrm>
            <a:off x="6573600" y="2916000"/>
            <a:ext cx="533520" cy="360"/>
          </a:xfrm>
          <a:prstGeom prst="line">
            <a:avLst/>
          </a:prstGeom>
          <a:ln w="57150">
            <a:solidFill>
              <a:srgbClr val="ff0000"/>
            </a:solidFill>
            <a:round/>
            <a:tailEnd len="med" type="triangle" w="med"/>
          </a:ln>
        </p:spPr>
        <p:style>
          <a:lnRef idx="0"/>
          <a:fillRef idx="0"/>
          <a:effectRef idx="0"/>
          <a:fontRef idx="minor"/>
        </p:style>
        <p:txBody>
          <a:bodyPr lIns="90000" rIns="90000" tIns="-44640" bIns="-44640" anchor="ctr">
            <a:noAutofit/>
          </a:bodyPr>
          <a:p>
            <a:pPr defTabSz="914400">
              <a:lnSpc>
                <a:spcPct val="100000"/>
              </a:lnSpc>
            </a:pPr>
            <a:endParaRPr b="0" lang="en-US" sz="1800" spc="-1" strike="noStrike">
              <a:solidFill>
                <a:schemeClr val="dk1"/>
              </a:solidFill>
              <a:latin typeface="Century Gothic"/>
            </a:endParaRPr>
          </a:p>
        </p:txBody>
      </p:sp>
      <p:sp>
        <p:nvSpPr>
          <p:cNvPr id="751" name="Text Box 23"/>
          <p:cNvSpPr/>
          <p:nvPr/>
        </p:nvSpPr>
        <p:spPr>
          <a:xfrm>
            <a:off x="5126040" y="4593240"/>
            <a:ext cx="4952520" cy="455040"/>
          </a:xfrm>
          <a:prstGeom prst="rect">
            <a:avLst/>
          </a:prstGeom>
          <a:noFill/>
          <a:ln w="9525">
            <a:noFill/>
          </a:ln>
        </p:spPr>
        <p:style>
          <a:lnRef idx="0"/>
          <a:fillRef idx="0"/>
          <a:effectRef idx="0"/>
          <a:fontRef idx="minor"/>
        </p:style>
        <p:txBody>
          <a:bodyPr lIns="90000" rIns="90000" tIns="45000" bIns="45000" anchor="ctr">
            <a:spAutoFit/>
          </a:bodyPr>
          <a:p>
            <a:pPr algn="ctr" defTabSz="914400">
              <a:lnSpc>
                <a:spcPct val="100000"/>
              </a:lnSpc>
              <a:spcBef>
                <a:spcPts val="1199"/>
              </a:spcBef>
            </a:pPr>
            <a:r>
              <a:rPr b="0" lang="en-US" sz="2400" spc="-1" strike="noStrike">
                <a:solidFill>
                  <a:srgbClr val="990000"/>
                </a:solidFill>
                <a:latin typeface="Arial Black"/>
              </a:rPr>
              <a:t>(Little Effect on Strength)</a:t>
            </a:r>
            <a:endParaRPr b="0" lang="en-US" sz="2400" spc="-1" strike="noStrike">
              <a:solidFill>
                <a:srgbClr val="000000"/>
              </a:solidFill>
              <a:latin typeface="Arial"/>
            </a:endParaRPr>
          </a:p>
        </p:txBody>
      </p:sp>
      <p:sp>
        <p:nvSpPr>
          <p:cNvPr id="752" name="Line 24"/>
          <p:cNvSpPr/>
          <p:nvPr/>
        </p:nvSpPr>
        <p:spPr>
          <a:xfrm>
            <a:off x="3678120" y="5735520"/>
            <a:ext cx="761760" cy="152280"/>
          </a:xfrm>
          <a:prstGeom prst="line">
            <a:avLst/>
          </a:prstGeom>
          <a:ln w="57150">
            <a:solidFill>
              <a:srgbClr val="ff0000"/>
            </a:solidFill>
            <a:round/>
            <a:tailEnd len="med" type="triangle" w="med"/>
          </a:ln>
        </p:spPr>
        <p:style>
          <a:lnRef idx="0"/>
          <a:fillRef idx="0"/>
          <a:effectRef idx="0"/>
          <a:fontRef idx="minor"/>
        </p:style>
        <p:txBody>
          <a:bodyPr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753" name="Text Box 25"/>
          <p:cNvSpPr/>
          <p:nvPr/>
        </p:nvSpPr>
        <p:spPr>
          <a:xfrm>
            <a:off x="4390200" y="5736240"/>
            <a:ext cx="3818880" cy="455040"/>
          </a:xfrm>
          <a:prstGeom prst="rect">
            <a:avLst/>
          </a:prstGeom>
          <a:noFill/>
          <a:ln w="9525">
            <a:noFill/>
          </a:ln>
        </p:spPr>
        <p:style>
          <a:lnRef idx="0"/>
          <a:fillRef idx="0"/>
          <a:effectRef idx="0"/>
          <a:fontRef idx="minor"/>
        </p:style>
        <p:txBody>
          <a:bodyPr wrap="none" lIns="90000" rIns="90000" tIns="45000" bIns="45000" anchor="ctr">
            <a:spAutoFit/>
          </a:bodyPr>
          <a:p>
            <a:pPr algn="ctr" defTabSz="914400">
              <a:lnSpc>
                <a:spcPct val="100000"/>
              </a:lnSpc>
              <a:spcBef>
                <a:spcPts val="1199"/>
              </a:spcBef>
            </a:pPr>
            <a:r>
              <a:rPr b="0" lang="en-GB" sz="2400" spc="-1" strike="noStrike">
                <a:solidFill>
                  <a:srgbClr val="990000"/>
                </a:solidFill>
                <a:latin typeface="Arial Black"/>
              </a:rPr>
              <a:t>Abrasion  Resistance-</a:t>
            </a:r>
            <a:endParaRPr b="0" lang="en-US" sz="2400" spc="-1" strike="noStrike">
              <a:solidFill>
                <a:srgbClr val="000000"/>
              </a:solidFill>
              <a:latin typeface="Arial"/>
            </a:endParaRPr>
          </a:p>
        </p:txBody>
      </p:sp>
      <p:pic>
        <p:nvPicPr>
          <p:cNvPr id="754" name="Picture 26" descr="hydration"/>
          <p:cNvPicPr/>
          <p:nvPr/>
        </p:nvPicPr>
        <p:blipFill>
          <a:blip r:embed="rId1"/>
          <a:stretch/>
        </p:blipFill>
        <p:spPr>
          <a:xfrm>
            <a:off x="6240600" y="0"/>
            <a:ext cx="4427280" cy="2707920"/>
          </a:xfrm>
          <a:prstGeom prst="rect">
            <a:avLst/>
          </a:prstGeom>
          <a:ln w="9525">
            <a:noFill/>
          </a:ln>
        </p:spPr>
      </p:pic>
      <p:sp>
        <p:nvSpPr>
          <p:cNvPr id="2" name="PlaceHolder 1"/>
          <p:cNvSpPr>
            <a:spLocks noGrp="1"/>
          </p:cNvSpPr>
          <p:nvPr>
            <p:ph type="sldNum" idx="50"/>
          </p:nvPr>
        </p:nvSpPr>
        <p:spPr/>
        <p:txBody>
          <a:bodyPr/>
          <a:p>
            <a:fld id="{9285B12A-08A5-4D7E-899F-8D29769B7DB9}" type="slidenum">
              <a:t>11</a:t>
            </a:fld>
          </a:p>
        </p:txBody>
      </p:sp>
    </p:spTree>
  </p:cSld>
  <mc:AlternateContent>
    <mc:Choice Requires="p14">
      <p:transition spd="slow" p14:dur="2000"/>
    </mc:Choice>
    <mc:Fallback>
      <p:transition spd="slow"/>
    </mc:Fallback>
  </mc:AlternateContent>
  <p:timing>
    <p:tnLst>
      <p:par>
        <p:cTn id="22" dur="indefinite" restart="never" nodeType="tmRoot">
          <p:childTnLst>
            <p:seq>
              <p:cTn id="23" dur="indefinite" nodeType="mainSeq">
                <p:childTnLst>
                  <p:par>
                    <p:cTn id="24" fill="hold">
                      <p:stCondLst>
                        <p:cond delay="0"/>
                      </p:stCondLst>
                      <p:childTnLst>
                        <p:par>
                          <p:cTn id="25" fill="hold">
                            <p:stCondLst>
                              <p:cond delay="0"/>
                            </p:stCondLst>
                            <p:childTnLst>
                              <p:par>
                                <p:cTn id="26" nodeType="withEffect" fill="hold" presetClass="entr" presetID="3" presetSubtype="5">
                                  <p:stCondLst>
                                    <p:cond delay="0"/>
                                  </p:stCondLst>
                                  <p:childTnLst>
                                    <p:set>
                                      <p:cBhvr>
                                        <p:cTn id="27" dur="1" fill="hold">
                                          <p:stCondLst>
                                            <p:cond delay="0"/>
                                          </p:stCondLst>
                                        </p:cTn>
                                        <p:tgtEl>
                                          <p:spTgt spid="730"/>
                                        </p:tgtEl>
                                        <p:attrNameLst>
                                          <p:attrName>style.visibility</p:attrName>
                                        </p:attrNameLst>
                                      </p:cBhvr>
                                      <p:to>
                                        <p:strVal val="visible"/>
                                      </p:to>
                                    </p:set>
                                    <p:animEffect filter="blinds(vertical)" transition="in">
                                      <p:cBhvr additive="repl">
                                        <p:cTn id="28" dur="500"/>
                                        <p:tgtEl>
                                          <p:spTgt spid="730"/>
                                        </p:tgtEl>
                                      </p:cBhvr>
                                    </p:animEffec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3" presetSubtype="5">
                                  <p:stCondLst>
                                    <p:cond delay="0"/>
                                  </p:stCondLst>
                                  <p:childTnLst>
                                    <p:set>
                                      <p:cBhvr>
                                        <p:cTn id="32" dur="1" fill="hold">
                                          <p:stCondLst>
                                            <p:cond delay="0"/>
                                          </p:stCondLst>
                                        </p:cTn>
                                        <p:tgtEl>
                                          <p:spTgt spid="731"/>
                                        </p:tgtEl>
                                        <p:attrNameLst>
                                          <p:attrName>style.visibility</p:attrName>
                                        </p:attrNameLst>
                                      </p:cBhvr>
                                      <p:to>
                                        <p:strVal val="visible"/>
                                      </p:to>
                                    </p:set>
                                    <p:animEffect filter="blinds(vertical)" transition="in">
                                      <p:cBhvr additive="repl">
                                        <p:cTn id="33" dur="500"/>
                                        <p:tgtEl>
                                          <p:spTgt spid="731"/>
                                        </p:tgtEl>
                                      </p:cBhvr>
                                    </p:animEffect>
                                  </p:childTnLst>
                                </p:cTn>
                              </p:par>
                            </p:childTnLst>
                          </p:cTn>
                        </p:par>
                      </p:childTnLst>
                    </p:cTn>
                  </p:par>
                  <p:par>
                    <p:cTn id="34" fill="hold">
                      <p:stCondLst>
                        <p:cond delay="indefinite"/>
                      </p:stCondLst>
                      <p:childTnLst>
                        <p:par>
                          <p:cTn id="35" fill="hold">
                            <p:stCondLst>
                              <p:cond delay="0"/>
                            </p:stCondLst>
                            <p:childTnLst>
                              <p:par>
                                <p:cTn id="36" nodeType="clickEffect" fill="hold" presetClass="entr" presetID="3" presetSubtype="5">
                                  <p:stCondLst>
                                    <p:cond delay="0"/>
                                  </p:stCondLst>
                                  <p:childTnLst>
                                    <p:set>
                                      <p:cBhvr>
                                        <p:cTn id="37" dur="1" fill="hold">
                                          <p:stCondLst>
                                            <p:cond delay="0"/>
                                          </p:stCondLst>
                                        </p:cTn>
                                        <p:tgtEl>
                                          <p:spTgt spid="732"/>
                                        </p:tgtEl>
                                        <p:attrNameLst>
                                          <p:attrName>style.visibility</p:attrName>
                                        </p:attrNameLst>
                                      </p:cBhvr>
                                      <p:to>
                                        <p:strVal val="visible"/>
                                      </p:to>
                                    </p:set>
                                    <p:animEffect filter="blinds(vertical)" transition="in">
                                      <p:cBhvr additive="repl">
                                        <p:cTn id="38" dur="500"/>
                                        <p:tgtEl>
                                          <p:spTgt spid="732"/>
                                        </p:tgtEl>
                                      </p:cBhvr>
                                    </p:animEffec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3" presetSubtype="5">
                                  <p:stCondLst>
                                    <p:cond delay="0"/>
                                  </p:stCondLst>
                                  <p:childTnLst>
                                    <p:set>
                                      <p:cBhvr>
                                        <p:cTn id="42" dur="1" fill="hold">
                                          <p:stCondLst>
                                            <p:cond delay="0"/>
                                          </p:stCondLst>
                                        </p:cTn>
                                        <p:tgtEl>
                                          <p:spTgt spid="741"/>
                                        </p:tgtEl>
                                        <p:attrNameLst>
                                          <p:attrName>style.visibility</p:attrName>
                                        </p:attrNameLst>
                                      </p:cBhvr>
                                      <p:to>
                                        <p:strVal val="visible"/>
                                      </p:to>
                                    </p:set>
                                    <p:animEffect filter="blinds(vertical)" transition="in">
                                      <p:cBhvr additive="repl">
                                        <p:cTn id="43" dur="500"/>
                                        <p:tgtEl>
                                          <p:spTgt spid="741"/>
                                        </p:tgtEl>
                                      </p:cBhvr>
                                    </p:animEffect>
                                  </p:childTnLst>
                                </p:cTn>
                              </p:par>
                            </p:childTnLst>
                          </p:cTn>
                        </p:par>
                      </p:childTnLst>
                    </p:cTn>
                  </p:par>
                  <p:par>
                    <p:cTn id="44" fill="hold">
                      <p:stCondLst>
                        <p:cond delay="indefinite"/>
                      </p:stCondLst>
                      <p:childTnLst>
                        <p:par>
                          <p:cTn id="45" fill="hold">
                            <p:stCondLst>
                              <p:cond delay="0"/>
                            </p:stCondLst>
                            <p:childTnLst>
                              <p:par>
                                <p:cTn id="46" nodeType="clickEffect" fill="hold" presetClass="entr" presetID="3" presetSubtype="5">
                                  <p:stCondLst>
                                    <p:cond delay="0"/>
                                  </p:stCondLst>
                                  <p:childTnLst>
                                    <p:set>
                                      <p:cBhvr>
                                        <p:cTn id="47" dur="1" fill="hold">
                                          <p:stCondLst>
                                            <p:cond delay="0"/>
                                          </p:stCondLst>
                                        </p:cTn>
                                        <p:tgtEl>
                                          <p:spTgt spid="742"/>
                                        </p:tgtEl>
                                        <p:attrNameLst>
                                          <p:attrName>style.visibility</p:attrName>
                                        </p:attrNameLst>
                                      </p:cBhvr>
                                      <p:to>
                                        <p:strVal val="visible"/>
                                      </p:to>
                                    </p:set>
                                    <p:animEffect filter="blinds(vertical)" transition="in">
                                      <p:cBhvr additive="repl">
                                        <p:cTn id="48" dur="500"/>
                                        <p:tgtEl>
                                          <p:spTgt spid="742"/>
                                        </p:tgtEl>
                                      </p:cBhvr>
                                    </p:animEffect>
                                  </p:childTnLst>
                                </p:cTn>
                              </p:par>
                            </p:childTnLst>
                          </p:cTn>
                        </p:par>
                      </p:childTnLst>
                    </p:cTn>
                  </p:par>
                  <p:par>
                    <p:cTn id="49" fill="hold">
                      <p:stCondLst>
                        <p:cond delay="indefinite"/>
                      </p:stCondLst>
                      <p:childTnLst>
                        <p:par>
                          <p:cTn id="50" fill="hold">
                            <p:stCondLst>
                              <p:cond delay="0"/>
                            </p:stCondLst>
                            <p:childTnLst>
                              <p:par>
                                <p:cTn id="51" nodeType="clickEffect" fill="hold" presetClass="entr" presetID="3" presetSubtype="5">
                                  <p:stCondLst>
                                    <p:cond delay="0"/>
                                  </p:stCondLst>
                                  <p:childTnLst>
                                    <p:set>
                                      <p:cBhvr>
                                        <p:cTn id="52" dur="1" fill="hold">
                                          <p:stCondLst>
                                            <p:cond delay="0"/>
                                          </p:stCondLst>
                                        </p:cTn>
                                        <p:tgtEl>
                                          <p:spTgt spid="735"/>
                                        </p:tgtEl>
                                        <p:attrNameLst>
                                          <p:attrName>style.visibility</p:attrName>
                                        </p:attrNameLst>
                                      </p:cBhvr>
                                      <p:to>
                                        <p:strVal val="visible"/>
                                      </p:to>
                                    </p:set>
                                    <p:animEffect filter="blinds(vertical)" transition="in">
                                      <p:cBhvr additive="repl">
                                        <p:cTn id="53" dur="500"/>
                                        <p:tgtEl>
                                          <p:spTgt spid="735"/>
                                        </p:tgtEl>
                                      </p:cBhvr>
                                    </p:animEffect>
                                  </p:childTnLst>
                                </p:cTn>
                              </p:par>
                              <p:par>
                                <p:cTn id="54" nodeType="withEffect" fill="hold" presetClass="entr" presetID="1">
                                  <p:stCondLst>
                                    <p:cond delay="0"/>
                                  </p:stCondLst>
                                  <p:endCondLst>
                                    <p:cond delay="0" evt="begin">
                                      <p:tn val="54"/>
                                    </p:cond>
                                  </p:endCondLst>
                                  <p:childTnLst>
                                    <p:set>
                                      <p:cBhvr>
                                        <p:cTn id="55" dur="1" fill="hold">
                                          <p:stCondLst>
                                            <p:cond delay="0"/>
                                          </p:stCondLst>
                                        </p:cTn>
                                        <p:tgtEl>
                                          <p:spTgt spid="75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nodeType="clickEffect" fill="hold" presetClass="entr" presetID="3" presetSubtype="5">
                                  <p:stCondLst>
                                    <p:cond delay="0"/>
                                  </p:stCondLst>
                                  <p:childTnLst>
                                    <p:set>
                                      <p:cBhvr>
                                        <p:cTn id="59" dur="1" fill="hold">
                                          <p:stCondLst>
                                            <p:cond delay="0"/>
                                          </p:stCondLst>
                                        </p:cTn>
                                        <p:tgtEl>
                                          <p:spTgt spid="743"/>
                                        </p:tgtEl>
                                        <p:attrNameLst>
                                          <p:attrName>style.visibility</p:attrName>
                                        </p:attrNameLst>
                                      </p:cBhvr>
                                      <p:to>
                                        <p:strVal val="visible"/>
                                      </p:to>
                                    </p:set>
                                    <p:animEffect filter="blinds(vertical)" transition="in">
                                      <p:cBhvr additive="repl">
                                        <p:cTn id="60" dur="500"/>
                                        <p:tgtEl>
                                          <p:spTgt spid="743"/>
                                        </p:tgtEl>
                                      </p:cBhvr>
                                    </p:animEffect>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3" presetSubtype="5">
                                  <p:stCondLst>
                                    <p:cond delay="0"/>
                                  </p:stCondLst>
                                  <p:childTnLst>
                                    <p:set>
                                      <p:cBhvr>
                                        <p:cTn id="64" dur="1" fill="hold">
                                          <p:stCondLst>
                                            <p:cond delay="0"/>
                                          </p:stCondLst>
                                        </p:cTn>
                                        <p:tgtEl>
                                          <p:spTgt spid="736"/>
                                        </p:tgtEl>
                                        <p:attrNameLst>
                                          <p:attrName>style.visibility</p:attrName>
                                        </p:attrNameLst>
                                      </p:cBhvr>
                                      <p:to>
                                        <p:strVal val="visible"/>
                                      </p:to>
                                    </p:set>
                                    <p:animEffect filter="blinds(vertical)" transition="in">
                                      <p:cBhvr additive="repl">
                                        <p:cTn id="65" dur="500"/>
                                        <p:tgtEl>
                                          <p:spTgt spid="736"/>
                                        </p:tgtEl>
                                      </p:cBhvr>
                                    </p:animEffect>
                                  </p:childTnLst>
                                </p:cTn>
                              </p:par>
                            </p:childTnLst>
                          </p:cTn>
                        </p:par>
                      </p:childTnLst>
                    </p:cTn>
                  </p:par>
                  <p:par>
                    <p:cTn id="66" fill="hold">
                      <p:stCondLst>
                        <p:cond delay="indefinite"/>
                      </p:stCondLst>
                      <p:childTnLst>
                        <p:par>
                          <p:cTn id="67" fill="hold">
                            <p:stCondLst>
                              <p:cond delay="0"/>
                            </p:stCondLst>
                            <p:childTnLst>
                              <p:par>
                                <p:cTn id="68" nodeType="clickEffect" fill="hold" presetClass="entr" presetID="3" presetSubtype="5">
                                  <p:stCondLst>
                                    <p:cond delay="0"/>
                                  </p:stCondLst>
                                  <p:childTnLst>
                                    <p:set>
                                      <p:cBhvr>
                                        <p:cTn id="69" dur="1" fill="hold">
                                          <p:stCondLst>
                                            <p:cond delay="0"/>
                                          </p:stCondLst>
                                        </p:cTn>
                                        <p:tgtEl>
                                          <p:spTgt spid="733"/>
                                        </p:tgtEl>
                                        <p:attrNameLst>
                                          <p:attrName>style.visibility</p:attrName>
                                        </p:attrNameLst>
                                      </p:cBhvr>
                                      <p:to>
                                        <p:strVal val="visible"/>
                                      </p:to>
                                    </p:set>
                                    <p:animEffect filter="blinds(vertical)" transition="in">
                                      <p:cBhvr additive="repl">
                                        <p:cTn id="70" dur="500"/>
                                        <p:tgtEl>
                                          <p:spTgt spid="733"/>
                                        </p:tgtEl>
                                      </p:cBhvr>
                                    </p:animEffec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3" presetSubtype="5">
                                  <p:stCondLst>
                                    <p:cond delay="0"/>
                                  </p:stCondLst>
                                  <p:childTnLst>
                                    <p:set>
                                      <p:cBhvr>
                                        <p:cTn id="74" dur="1" fill="hold">
                                          <p:stCondLst>
                                            <p:cond delay="0"/>
                                          </p:stCondLst>
                                        </p:cTn>
                                        <p:tgtEl>
                                          <p:spTgt spid="744"/>
                                        </p:tgtEl>
                                        <p:attrNameLst>
                                          <p:attrName>style.visibility</p:attrName>
                                        </p:attrNameLst>
                                      </p:cBhvr>
                                      <p:to>
                                        <p:strVal val="visible"/>
                                      </p:to>
                                    </p:set>
                                    <p:animEffect filter="blinds(vertical)" transition="in">
                                      <p:cBhvr additive="repl">
                                        <p:cTn id="75" dur="500"/>
                                        <p:tgtEl>
                                          <p:spTgt spid="744"/>
                                        </p:tgtEl>
                                      </p:cBhvr>
                                    </p:animEffect>
                                  </p:childTnLst>
                                </p:cTn>
                              </p:par>
                            </p:childTnLst>
                          </p:cTn>
                        </p:par>
                      </p:childTnLst>
                    </p:cTn>
                  </p:par>
                  <p:par>
                    <p:cTn id="76" fill="hold">
                      <p:stCondLst>
                        <p:cond delay="indefinite"/>
                      </p:stCondLst>
                      <p:childTnLst>
                        <p:par>
                          <p:cTn id="77" fill="hold">
                            <p:stCondLst>
                              <p:cond delay="0"/>
                            </p:stCondLst>
                            <p:childTnLst>
                              <p:par>
                                <p:cTn id="78" nodeType="clickEffect" fill="hold" presetClass="entr" presetID="3" presetSubtype="5">
                                  <p:stCondLst>
                                    <p:cond delay="0"/>
                                  </p:stCondLst>
                                  <p:childTnLst>
                                    <p:set>
                                      <p:cBhvr>
                                        <p:cTn id="79" dur="1" fill="hold">
                                          <p:stCondLst>
                                            <p:cond delay="0"/>
                                          </p:stCondLst>
                                        </p:cTn>
                                        <p:tgtEl>
                                          <p:spTgt spid="750"/>
                                        </p:tgtEl>
                                        <p:attrNameLst>
                                          <p:attrName>style.visibility</p:attrName>
                                        </p:attrNameLst>
                                      </p:cBhvr>
                                      <p:to>
                                        <p:strVal val="visible"/>
                                      </p:to>
                                    </p:set>
                                    <p:animEffect filter="blinds(vertical)" transition="in">
                                      <p:cBhvr additive="repl">
                                        <p:cTn id="80" dur="500"/>
                                        <p:tgtEl>
                                          <p:spTgt spid="750"/>
                                        </p:tgtEl>
                                      </p:cBhvr>
                                    </p:animEffect>
                                  </p:childTnLst>
                                </p:cTn>
                              </p:par>
                            </p:childTnLst>
                          </p:cTn>
                        </p:par>
                      </p:childTnLst>
                    </p:cTn>
                  </p:par>
                  <p:par>
                    <p:cTn id="81" fill="hold">
                      <p:stCondLst>
                        <p:cond delay="indefinite"/>
                      </p:stCondLst>
                      <p:childTnLst>
                        <p:par>
                          <p:cTn id="82" fill="hold">
                            <p:stCondLst>
                              <p:cond delay="0"/>
                            </p:stCondLst>
                            <p:childTnLst>
                              <p:par>
                                <p:cTn id="83" nodeType="clickEffect" fill="hold" presetClass="entr" presetID="3" presetSubtype="5">
                                  <p:stCondLst>
                                    <p:cond delay="0"/>
                                  </p:stCondLst>
                                  <p:childTnLst>
                                    <p:set>
                                      <p:cBhvr>
                                        <p:cTn id="84" dur="1" fill="hold">
                                          <p:stCondLst>
                                            <p:cond delay="0"/>
                                          </p:stCondLst>
                                        </p:cTn>
                                        <p:tgtEl>
                                          <p:spTgt spid="749"/>
                                        </p:tgtEl>
                                        <p:attrNameLst>
                                          <p:attrName>style.visibility</p:attrName>
                                        </p:attrNameLst>
                                      </p:cBhvr>
                                      <p:to>
                                        <p:strVal val="visible"/>
                                      </p:to>
                                    </p:set>
                                    <p:animEffect filter="blinds(vertical)" transition="in">
                                      <p:cBhvr additive="repl">
                                        <p:cTn id="85" dur="500"/>
                                        <p:tgtEl>
                                          <p:spTgt spid="749"/>
                                        </p:tgtEl>
                                      </p:cBhvr>
                                    </p:animEffect>
                                  </p:childTnLst>
                                </p:cTn>
                              </p:par>
                            </p:childTnLst>
                          </p:cTn>
                        </p:par>
                      </p:childTnLst>
                    </p:cTn>
                  </p:par>
                  <p:par>
                    <p:cTn id="86" fill="hold">
                      <p:stCondLst>
                        <p:cond delay="indefinite"/>
                      </p:stCondLst>
                      <p:childTnLst>
                        <p:par>
                          <p:cTn id="87" fill="hold">
                            <p:stCondLst>
                              <p:cond delay="0"/>
                            </p:stCondLst>
                            <p:childTnLst>
                              <p:par>
                                <p:cTn id="88" nodeType="clickEffect" fill="hold" presetClass="entr" presetID="3" presetSubtype="5">
                                  <p:stCondLst>
                                    <p:cond delay="0"/>
                                  </p:stCondLst>
                                  <p:childTnLst>
                                    <p:set>
                                      <p:cBhvr>
                                        <p:cTn id="89" dur="1" fill="hold">
                                          <p:stCondLst>
                                            <p:cond delay="0"/>
                                          </p:stCondLst>
                                        </p:cTn>
                                        <p:tgtEl>
                                          <p:spTgt spid="745"/>
                                        </p:tgtEl>
                                        <p:attrNameLst>
                                          <p:attrName>style.visibility</p:attrName>
                                        </p:attrNameLst>
                                      </p:cBhvr>
                                      <p:to>
                                        <p:strVal val="visible"/>
                                      </p:to>
                                    </p:set>
                                    <p:animEffect filter="blinds(vertical)" transition="in">
                                      <p:cBhvr additive="repl">
                                        <p:cTn id="90" dur="500"/>
                                        <p:tgtEl>
                                          <p:spTgt spid="745"/>
                                        </p:tgtEl>
                                      </p:cBhvr>
                                    </p:animEffec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3" presetSubtype="5">
                                  <p:stCondLst>
                                    <p:cond delay="0"/>
                                  </p:stCondLst>
                                  <p:childTnLst>
                                    <p:set>
                                      <p:cBhvr>
                                        <p:cTn id="94" dur="1" fill="hold">
                                          <p:stCondLst>
                                            <p:cond delay="0"/>
                                          </p:stCondLst>
                                        </p:cTn>
                                        <p:tgtEl>
                                          <p:spTgt spid="737"/>
                                        </p:tgtEl>
                                        <p:attrNameLst>
                                          <p:attrName>style.visibility</p:attrName>
                                        </p:attrNameLst>
                                      </p:cBhvr>
                                      <p:to>
                                        <p:strVal val="visible"/>
                                      </p:to>
                                    </p:set>
                                    <p:animEffect filter="blinds(vertical)" transition="in">
                                      <p:cBhvr additive="repl">
                                        <p:cTn id="95" dur="500"/>
                                        <p:tgtEl>
                                          <p:spTgt spid="737"/>
                                        </p:tgtEl>
                                      </p:cBhvr>
                                    </p:animEffect>
                                  </p:childTnLst>
                                </p:cTn>
                              </p:par>
                            </p:childTnLst>
                          </p:cTn>
                        </p:par>
                      </p:childTnLst>
                    </p:cTn>
                  </p:par>
                  <p:par>
                    <p:cTn id="96" fill="hold">
                      <p:stCondLst>
                        <p:cond delay="indefinite"/>
                      </p:stCondLst>
                      <p:childTnLst>
                        <p:par>
                          <p:cTn id="97" fill="hold">
                            <p:stCondLst>
                              <p:cond delay="0"/>
                            </p:stCondLst>
                            <p:childTnLst>
                              <p:par>
                                <p:cTn id="98" nodeType="clickEffect" fill="hold" presetClass="entr" presetID="3" presetSubtype="5">
                                  <p:stCondLst>
                                    <p:cond delay="0"/>
                                  </p:stCondLst>
                                  <p:childTnLst>
                                    <p:set>
                                      <p:cBhvr>
                                        <p:cTn id="99" dur="1" fill="hold">
                                          <p:stCondLst>
                                            <p:cond delay="0"/>
                                          </p:stCondLst>
                                        </p:cTn>
                                        <p:tgtEl>
                                          <p:spTgt spid="746"/>
                                        </p:tgtEl>
                                        <p:attrNameLst>
                                          <p:attrName>style.visibility</p:attrName>
                                        </p:attrNameLst>
                                      </p:cBhvr>
                                      <p:to>
                                        <p:strVal val="visible"/>
                                      </p:to>
                                    </p:set>
                                    <p:animEffect filter="blinds(vertical)" transition="in">
                                      <p:cBhvr additive="repl">
                                        <p:cTn id="100" dur="500"/>
                                        <p:tgtEl>
                                          <p:spTgt spid="746"/>
                                        </p:tgtEl>
                                      </p:cBhvr>
                                    </p:animEffect>
                                  </p:childTnLst>
                                </p:cTn>
                              </p:par>
                            </p:childTnLst>
                          </p:cTn>
                        </p:par>
                      </p:childTnLst>
                    </p:cTn>
                  </p:par>
                  <p:par>
                    <p:cTn id="101" fill="hold">
                      <p:stCondLst>
                        <p:cond delay="indefinite"/>
                      </p:stCondLst>
                      <p:childTnLst>
                        <p:par>
                          <p:cTn id="102" fill="hold">
                            <p:stCondLst>
                              <p:cond delay="0"/>
                            </p:stCondLst>
                            <p:childTnLst>
                              <p:par>
                                <p:cTn id="103" nodeType="clickEffect" fill="hold" presetClass="entr" presetID="3" presetSubtype="5">
                                  <p:stCondLst>
                                    <p:cond delay="0"/>
                                  </p:stCondLst>
                                  <p:childTnLst>
                                    <p:set>
                                      <p:cBhvr>
                                        <p:cTn id="104" dur="1" fill="hold">
                                          <p:stCondLst>
                                            <p:cond delay="0"/>
                                          </p:stCondLst>
                                        </p:cTn>
                                        <p:tgtEl>
                                          <p:spTgt spid="738"/>
                                        </p:tgtEl>
                                        <p:attrNameLst>
                                          <p:attrName>style.visibility</p:attrName>
                                        </p:attrNameLst>
                                      </p:cBhvr>
                                      <p:to>
                                        <p:strVal val="visible"/>
                                      </p:to>
                                    </p:set>
                                    <p:animEffect filter="blinds(vertical)" transition="in">
                                      <p:cBhvr additive="repl">
                                        <p:cTn id="105" dur="500"/>
                                        <p:tgtEl>
                                          <p:spTgt spid="738"/>
                                        </p:tgtEl>
                                      </p:cBhvr>
                                    </p:animEffect>
                                  </p:childTnLst>
                                </p:cTn>
                              </p:par>
                            </p:childTnLst>
                          </p:cTn>
                        </p:par>
                      </p:childTnLst>
                    </p:cTn>
                  </p:par>
                  <p:par>
                    <p:cTn id="106" fill="hold">
                      <p:stCondLst>
                        <p:cond delay="indefinite"/>
                      </p:stCondLst>
                      <p:childTnLst>
                        <p:par>
                          <p:cTn id="107" fill="hold">
                            <p:stCondLst>
                              <p:cond delay="0"/>
                            </p:stCondLst>
                            <p:childTnLst>
                              <p:par>
                                <p:cTn id="108" nodeType="clickEffect" fill="hold" presetClass="entr" presetID="3" presetSubtype="5">
                                  <p:stCondLst>
                                    <p:cond delay="0"/>
                                  </p:stCondLst>
                                  <p:childTnLst>
                                    <p:set>
                                      <p:cBhvr>
                                        <p:cTn id="109" dur="1" fill="hold">
                                          <p:stCondLst>
                                            <p:cond delay="0"/>
                                          </p:stCondLst>
                                        </p:cTn>
                                        <p:tgtEl>
                                          <p:spTgt spid="734"/>
                                        </p:tgtEl>
                                        <p:attrNameLst>
                                          <p:attrName>style.visibility</p:attrName>
                                        </p:attrNameLst>
                                      </p:cBhvr>
                                      <p:to>
                                        <p:strVal val="visible"/>
                                      </p:to>
                                    </p:set>
                                    <p:animEffect filter="blinds(vertical)" transition="in">
                                      <p:cBhvr additive="repl">
                                        <p:cTn id="110" dur="500"/>
                                        <p:tgtEl>
                                          <p:spTgt spid="734"/>
                                        </p:tgtEl>
                                      </p:cBhvr>
                                    </p:animEffect>
                                  </p:childTnLst>
                                </p:cTn>
                              </p:par>
                            </p:childTnLst>
                          </p:cTn>
                        </p:par>
                      </p:childTnLst>
                    </p:cTn>
                  </p:par>
                  <p:par>
                    <p:cTn id="111" fill="hold">
                      <p:stCondLst>
                        <p:cond delay="indefinite"/>
                      </p:stCondLst>
                      <p:childTnLst>
                        <p:par>
                          <p:cTn id="112" fill="hold">
                            <p:stCondLst>
                              <p:cond delay="0"/>
                            </p:stCondLst>
                            <p:childTnLst>
                              <p:par>
                                <p:cTn id="113" nodeType="clickEffect" fill="hold" presetClass="entr" presetID="3" presetSubtype="5">
                                  <p:stCondLst>
                                    <p:cond delay="0"/>
                                  </p:stCondLst>
                                  <p:childTnLst>
                                    <p:set>
                                      <p:cBhvr>
                                        <p:cTn id="114" dur="1" fill="hold">
                                          <p:stCondLst>
                                            <p:cond delay="0"/>
                                          </p:stCondLst>
                                        </p:cTn>
                                        <p:tgtEl>
                                          <p:spTgt spid="747"/>
                                        </p:tgtEl>
                                        <p:attrNameLst>
                                          <p:attrName>style.visibility</p:attrName>
                                        </p:attrNameLst>
                                      </p:cBhvr>
                                      <p:to>
                                        <p:strVal val="visible"/>
                                      </p:to>
                                    </p:set>
                                    <p:animEffect filter="blinds(vertical)" transition="in">
                                      <p:cBhvr additive="repl">
                                        <p:cTn id="115" dur="500"/>
                                        <p:tgtEl>
                                          <p:spTgt spid="747"/>
                                        </p:tgtEl>
                                      </p:cBhvr>
                                    </p:animEffect>
                                  </p:childTnLst>
                                </p:cTn>
                              </p:par>
                            </p:childTnLst>
                          </p:cTn>
                        </p:par>
                      </p:childTnLst>
                    </p:cTn>
                  </p:par>
                  <p:par>
                    <p:cTn id="116" fill="hold">
                      <p:stCondLst>
                        <p:cond delay="indefinite"/>
                      </p:stCondLst>
                      <p:childTnLst>
                        <p:par>
                          <p:cTn id="117" fill="hold">
                            <p:stCondLst>
                              <p:cond delay="0"/>
                            </p:stCondLst>
                            <p:childTnLst>
                              <p:par>
                                <p:cTn id="118" nodeType="clickEffect" fill="hold" presetClass="entr" presetID="3" presetSubtype="5">
                                  <p:stCondLst>
                                    <p:cond delay="0"/>
                                  </p:stCondLst>
                                  <p:childTnLst>
                                    <p:set>
                                      <p:cBhvr>
                                        <p:cTn id="119" dur="1" fill="hold">
                                          <p:stCondLst>
                                            <p:cond delay="0"/>
                                          </p:stCondLst>
                                        </p:cTn>
                                        <p:tgtEl>
                                          <p:spTgt spid="739"/>
                                        </p:tgtEl>
                                        <p:attrNameLst>
                                          <p:attrName>style.visibility</p:attrName>
                                        </p:attrNameLst>
                                      </p:cBhvr>
                                      <p:to>
                                        <p:strVal val="visible"/>
                                      </p:to>
                                    </p:set>
                                    <p:animEffect filter="blinds(vertical)" transition="in">
                                      <p:cBhvr additive="repl">
                                        <p:cTn id="120" dur="500"/>
                                        <p:tgtEl>
                                          <p:spTgt spid="739"/>
                                        </p:tgtEl>
                                      </p:cBhvr>
                                    </p:animEffect>
                                  </p:childTnLst>
                                </p:cTn>
                              </p:par>
                            </p:childTnLst>
                          </p:cTn>
                        </p:par>
                      </p:childTnLst>
                    </p:cTn>
                  </p:par>
                  <p:par>
                    <p:cTn id="121" fill="hold">
                      <p:stCondLst>
                        <p:cond delay="indefinite"/>
                      </p:stCondLst>
                      <p:childTnLst>
                        <p:par>
                          <p:cTn id="122" fill="hold">
                            <p:stCondLst>
                              <p:cond delay="0"/>
                            </p:stCondLst>
                            <p:childTnLst>
                              <p:par>
                                <p:cTn id="123" nodeType="clickEffect" fill="hold" presetClass="entr" presetID="3" presetSubtype="5">
                                  <p:stCondLst>
                                    <p:cond delay="0"/>
                                  </p:stCondLst>
                                  <p:childTnLst>
                                    <p:set>
                                      <p:cBhvr>
                                        <p:cTn id="124" dur="1" fill="hold">
                                          <p:stCondLst>
                                            <p:cond delay="0"/>
                                          </p:stCondLst>
                                        </p:cTn>
                                        <p:tgtEl>
                                          <p:spTgt spid="751"/>
                                        </p:tgtEl>
                                        <p:attrNameLst>
                                          <p:attrName>style.visibility</p:attrName>
                                        </p:attrNameLst>
                                      </p:cBhvr>
                                      <p:to>
                                        <p:strVal val="visible"/>
                                      </p:to>
                                    </p:set>
                                    <p:animEffect filter="blinds(vertical)" transition="in">
                                      <p:cBhvr additive="repl">
                                        <p:cTn id="125" dur="500"/>
                                        <p:tgtEl>
                                          <p:spTgt spid="751"/>
                                        </p:tgtEl>
                                      </p:cBhvr>
                                    </p:animEffect>
                                  </p:childTnLst>
                                </p:cTn>
                              </p:par>
                            </p:childTnLst>
                          </p:cTn>
                        </p:par>
                      </p:childTnLst>
                    </p:cTn>
                  </p:par>
                  <p:par>
                    <p:cTn id="126" fill="hold">
                      <p:stCondLst>
                        <p:cond delay="indefinite"/>
                      </p:stCondLst>
                      <p:childTnLst>
                        <p:par>
                          <p:cTn id="127" fill="hold">
                            <p:stCondLst>
                              <p:cond delay="0"/>
                            </p:stCondLst>
                            <p:childTnLst>
                              <p:par>
                                <p:cTn id="128" nodeType="clickEffect" fill="hold" presetClass="entr" presetID="3" presetSubtype="5">
                                  <p:stCondLst>
                                    <p:cond delay="0"/>
                                  </p:stCondLst>
                                  <p:childTnLst>
                                    <p:set>
                                      <p:cBhvr>
                                        <p:cTn id="129" dur="1" fill="hold">
                                          <p:stCondLst>
                                            <p:cond delay="0"/>
                                          </p:stCondLst>
                                        </p:cTn>
                                        <p:tgtEl>
                                          <p:spTgt spid="748"/>
                                        </p:tgtEl>
                                        <p:attrNameLst>
                                          <p:attrName>style.visibility</p:attrName>
                                        </p:attrNameLst>
                                      </p:cBhvr>
                                      <p:to>
                                        <p:strVal val="visible"/>
                                      </p:to>
                                    </p:set>
                                    <p:animEffect filter="blinds(vertical)" transition="in">
                                      <p:cBhvr additive="repl">
                                        <p:cTn id="130" dur="500"/>
                                        <p:tgtEl>
                                          <p:spTgt spid="748"/>
                                        </p:tgtEl>
                                      </p:cBhvr>
                                    </p:animEffect>
                                  </p:childTnLst>
                                </p:cTn>
                              </p:par>
                            </p:childTnLst>
                          </p:cTn>
                        </p:par>
                      </p:childTnLst>
                    </p:cTn>
                  </p:par>
                  <p:par>
                    <p:cTn id="131" fill="hold">
                      <p:stCondLst>
                        <p:cond delay="indefinite"/>
                      </p:stCondLst>
                      <p:childTnLst>
                        <p:par>
                          <p:cTn id="132" fill="hold">
                            <p:stCondLst>
                              <p:cond delay="0"/>
                            </p:stCondLst>
                            <p:childTnLst>
                              <p:par>
                                <p:cTn id="133" nodeType="clickEffect" fill="hold" presetClass="entr" presetID="3" presetSubtype="5">
                                  <p:stCondLst>
                                    <p:cond delay="0"/>
                                  </p:stCondLst>
                                  <p:childTnLst>
                                    <p:set>
                                      <p:cBhvr>
                                        <p:cTn id="134" dur="1" fill="hold">
                                          <p:stCondLst>
                                            <p:cond delay="0"/>
                                          </p:stCondLst>
                                        </p:cTn>
                                        <p:tgtEl>
                                          <p:spTgt spid="740"/>
                                        </p:tgtEl>
                                        <p:attrNameLst>
                                          <p:attrName>style.visibility</p:attrName>
                                        </p:attrNameLst>
                                      </p:cBhvr>
                                      <p:to>
                                        <p:strVal val="visible"/>
                                      </p:to>
                                    </p:set>
                                    <p:animEffect filter="blinds(vertical)" transition="in">
                                      <p:cBhvr additive="repl">
                                        <p:cTn id="135" dur="500"/>
                                        <p:tgtEl>
                                          <p:spTgt spid="740"/>
                                        </p:tgtEl>
                                      </p:cBhvr>
                                    </p:animEffect>
                                  </p:childTnLst>
                                </p:cTn>
                              </p:par>
                            </p:childTnLst>
                          </p:cTn>
                        </p:par>
                      </p:childTnLst>
                    </p:cTn>
                  </p:par>
                  <p:par>
                    <p:cTn id="136" fill="hold">
                      <p:stCondLst>
                        <p:cond delay="indefinite"/>
                      </p:stCondLst>
                      <p:childTnLst>
                        <p:par>
                          <p:cTn id="137" fill="hold">
                            <p:stCondLst>
                              <p:cond delay="0"/>
                            </p:stCondLst>
                            <p:childTnLst>
                              <p:par>
                                <p:cTn id="138" nodeType="clickEffect" fill="hold" presetClass="entr" presetID="3" presetSubtype="5">
                                  <p:stCondLst>
                                    <p:cond delay="0"/>
                                  </p:stCondLst>
                                  <p:childTnLst>
                                    <p:set>
                                      <p:cBhvr>
                                        <p:cTn id="139" dur="1" fill="hold">
                                          <p:stCondLst>
                                            <p:cond delay="0"/>
                                          </p:stCondLst>
                                        </p:cTn>
                                        <p:tgtEl>
                                          <p:spTgt spid="752"/>
                                        </p:tgtEl>
                                        <p:attrNameLst>
                                          <p:attrName>style.visibility</p:attrName>
                                        </p:attrNameLst>
                                      </p:cBhvr>
                                      <p:to>
                                        <p:strVal val="visible"/>
                                      </p:to>
                                    </p:set>
                                    <p:animEffect filter="blinds(vertical)" transition="in">
                                      <p:cBhvr additive="repl">
                                        <p:cTn id="140" dur="500"/>
                                        <p:tgtEl>
                                          <p:spTgt spid="752"/>
                                        </p:tgtEl>
                                      </p:cBhvr>
                                    </p:animEffect>
                                  </p:childTnLst>
                                </p:cTn>
                              </p:par>
                            </p:childTnLst>
                          </p:cTn>
                        </p:par>
                      </p:childTnLst>
                    </p:cTn>
                  </p:par>
                  <p:par>
                    <p:cTn id="141" fill="hold">
                      <p:stCondLst>
                        <p:cond delay="indefinite"/>
                      </p:stCondLst>
                      <p:childTnLst>
                        <p:par>
                          <p:cTn id="142" fill="hold">
                            <p:stCondLst>
                              <p:cond delay="0"/>
                            </p:stCondLst>
                            <p:childTnLst>
                              <p:par>
                                <p:cTn id="143" nodeType="clickEffect" fill="hold" presetClass="entr" presetID="3" presetSubtype="5">
                                  <p:stCondLst>
                                    <p:cond delay="0"/>
                                  </p:stCondLst>
                                  <p:childTnLst>
                                    <p:set>
                                      <p:cBhvr>
                                        <p:cTn id="144" dur="1" fill="hold">
                                          <p:stCondLst>
                                            <p:cond delay="0"/>
                                          </p:stCondLst>
                                        </p:cTn>
                                        <p:tgtEl>
                                          <p:spTgt spid="753"/>
                                        </p:tgtEl>
                                        <p:attrNameLst>
                                          <p:attrName>style.visibility</p:attrName>
                                        </p:attrNameLst>
                                      </p:cBhvr>
                                      <p:to>
                                        <p:strVal val="visible"/>
                                      </p:to>
                                    </p:set>
                                    <p:animEffect filter="blinds(vertical)" transition="in">
                                      <p:cBhvr additive="repl">
                                        <p:cTn id="145" dur="500"/>
                                        <p:tgtEl>
                                          <p:spTgt spid="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755" name="Object 2"/>
          <p:cNvGraphicFramePr/>
          <p:nvPr/>
        </p:nvGraphicFramePr>
        <p:xfrm>
          <a:off x="2362320" y="2362320"/>
          <a:ext cx="3393720" cy="3312720"/>
        </p:xfrm>
        <a:graphic>
          <a:graphicData uri="http://schemas.openxmlformats.org/presentationml/2006/ole">
            <p:oleObj progId="ImageExpertImage" r:id="rId1" spid="">
              <p:embed/>
              <p:pic>
                <p:nvPicPr>
                  <p:cNvPr id="756" name="Object 2" descr=""/>
                  <p:cNvPicPr/>
                  <p:nvPr/>
                </p:nvPicPr>
                <p:blipFill>
                  <a:blip r:embed="rId2"/>
                  <a:stretch/>
                </p:blipFill>
                <p:spPr>
                  <a:xfrm>
                    <a:off x="2362320" y="2362320"/>
                    <a:ext cx="3393720" cy="3312720"/>
                  </a:xfrm>
                  <a:prstGeom prst="rect">
                    <a:avLst/>
                  </a:prstGeom>
                  <a:ln w="0">
                    <a:noFill/>
                  </a:ln>
                </p:spPr>
              </p:pic>
            </p:oleObj>
          </a:graphicData>
        </a:graphic>
      </p:graphicFrame>
      <p:sp>
        <p:nvSpPr>
          <p:cNvPr id="757" name="Text Box 4"/>
          <p:cNvSpPr/>
          <p:nvPr/>
        </p:nvSpPr>
        <p:spPr>
          <a:xfrm>
            <a:off x="1752480" y="228600"/>
            <a:ext cx="8610120" cy="1552680"/>
          </a:xfrm>
          <a:prstGeom prst="rect">
            <a:avLst/>
          </a:prstGeom>
          <a:solidFill>
            <a:schemeClr val="bg1">
              <a:lumMod val="85000"/>
            </a:schemeClr>
          </a:solidFill>
          <a:ln w="0">
            <a:noFill/>
          </a:ln>
        </p:spPr>
        <p:style>
          <a:lnRef idx="0"/>
          <a:fillRef idx="0"/>
          <a:effectRef idx="0"/>
          <a:fontRef idx="minor"/>
        </p:style>
        <p:txBody>
          <a:bodyPr lIns="90000" rIns="90000" tIns="45000" bIns="45000" anchor="t">
            <a:spAutoFit/>
          </a:bodyPr>
          <a:p>
            <a:pPr defTabSz="914400">
              <a:lnSpc>
                <a:spcPct val="100000"/>
              </a:lnSpc>
            </a:pPr>
            <a:r>
              <a:rPr b="0" lang="en-US" sz="2400" spc="-1" strike="noStrike">
                <a:solidFill>
                  <a:schemeClr val="dk1"/>
                </a:solidFill>
                <a:latin typeface="Arial"/>
              </a:rPr>
              <a:t>To make a cubic meter of concrete with a slump of 75mm, using ordinary materials, will require about 200 liters of water.</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That means that this water occupies 20% or 1/5</a:t>
            </a:r>
            <a:r>
              <a:rPr b="0" lang="en-US" sz="2400" spc="-1" strike="noStrike" baseline="30000">
                <a:solidFill>
                  <a:schemeClr val="dk1"/>
                </a:solidFill>
                <a:latin typeface="Arial"/>
              </a:rPr>
              <a:t>th</a:t>
            </a:r>
            <a:r>
              <a:rPr b="0" lang="en-US" sz="2400" spc="-1" strike="noStrike">
                <a:solidFill>
                  <a:schemeClr val="dk1"/>
                </a:solidFill>
                <a:latin typeface="Arial"/>
              </a:rPr>
              <a:t> of the volume of the concrete!</a:t>
            </a:r>
            <a:endParaRPr b="0" lang="en-US" sz="2400" spc="-1" strike="noStrike">
              <a:solidFill>
                <a:srgbClr val="000000"/>
              </a:solidFill>
              <a:latin typeface="Arial"/>
            </a:endParaRPr>
          </a:p>
        </p:txBody>
      </p:sp>
      <p:sp>
        <p:nvSpPr>
          <p:cNvPr id="758" name="Text Box 6"/>
          <p:cNvSpPr/>
          <p:nvPr/>
        </p:nvSpPr>
        <p:spPr>
          <a:xfrm>
            <a:off x="6629400" y="7238880"/>
            <a:ext cx="4038120" cy="456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GB" sz="2400" spc="-1" strike="noStrike">
              <a:solidFill>
                <a:schemeClr val="dk1"/>
              </a:solidFill>
              <a:latin typeface="Arial"/>
            </a:endParaRPr>
          </a:p>
        </p:txBody>
      </p:sp>
      <p:sp>
        <p:nvSpPr>
          <p:cNvPr id="759" name="Text Box 7"/>
          <p:cNvSpPr/>
          <p:nvPr/>
        </p:nvSpPr>
        <p:spPr>
          <a:xfrm>
            <a:off x="6095880" y="2925360"/>
            <a:ext cx="4343040" cy="1919160"/>
          </a:xfrm>
          <a:prstGeom prst="rect">
            <a:avLst/>
          </a:prstGeom>
          <a:solidFill>
            <a:schemeClr val="bg1">
              <a:lumMod val="85000"/>
            </a:schemeClr>
          </a:solidFill>
          <a:ln w="0">
            <a:noFill/>
          </a:ln>
        </p:spPr>
        <p:style>
          <a:lnRef idx="0"/>
          <a:fillRef idx="0"/>
          <a:effectRef idx="0"/>
          <a:fontRef idx="minor"/>
        </p:style>
        <p:txBody>
          <a:bodyPr lIns="90000" rIns="90000" tIns="45000" bIns="45000" anchor="t">
            <a:spAutoFit/>
          </a:bodyPr>
          <a:p>
            <a:pPr defTabSz="914400">
              <a:lnSpc>
                <a:spcPct val="100000"/>
              </a:lnSpc>
            </a:pPr>
            <a:r>
              <a:rPr b="0" lang="en-US" sz="2000" spc="-1" strike="noStrike">
                <a:solidFill>
                  <a:schemeClr val="dk1"/>
                </a:solidFill>
                <a:latin typeface="Arial"/>
              </a:rPr>
              <a:t>By careful selection of materials, good mix design and use of admixtures, it may be possible to reduce the water content to 170 </a:t>
            </a:r>
            <a:r>
              <a:rPr b="0" lang="en-US" sz="2000" spc="-1" strike="noStrike">
                <a:solidFill>
                  <a:schemeClr val="dk1"/>
                </a:solidFill>
                <a:latin typeface="Arial Unicode MS"/>
                <a:ea typeface="Arial Unicode MS"/>
              </a:rPr>
              <a:t>ℓ/m</a:t>
            </a:r>
            <a:r>
              <a:rPr b="0" lang="en-US" sz="2000" spc="-1" strike="noStrike" baseline="30000">
                <a:solidFill>
                  <a:schemeClr val="dk1"/>
                </a:solidFill>
                <a:latin typeface="Arial Unicode MS"/>
                <a:ea typeface="Arial Unicode MS"/>
              </a:rPr>
              <a:t>3</a:t>
            </a:r>
            <a:r>
              <a:rPr b="0" lang="en-US" sz="2000" spc="-1" strike="noStrike">
                <a:solidFill>
                  <a:schemeClr val="dk1"/>
                </a:solidFill>
                <a:latin typeface="Arial Unicode MS"/>
                <a:ea typeface="Arial Unicode MS"/>
              </a:rPr>
              <a:t> but it is difficult and costly to do better than this.</a:t>
            </a:r>
            <a:endParaRPr b="0" lang="en-US" sz="2000" spc="-1" strike="noStrike">
              <a:solidFill>
                <a:srgbClr val="000000"/>
              </a:solidFill>
              <a:latin typeface="Arial"/>
            </a:endParaRPr>
          </a:p>
        </p:txBody>
      </p:sp>
      <p:sp>
        <p:nvSpPr>
          <p:cNvPr id="2" name="PlaceHolder 1"/>
          <p:cNvSpPr>
            <a:spLocks noGrp="1"/>
          </p:cNvSpPr>
          <p:nvPr>
            <p:ph type="sldNum" idx="50"/>
          </p:nvPr>
        </p:nvSpPr>
        <p:spPr/>
        <p:txBody>
          <a:bodyPr/>
          <a:p>
            <a:fld id="{32D04895-A697-4556-9FBC-BE3C17000149}"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0" name="PlaceHolder 1"/>
          <p:cNvSpPr>
            <a:spLocks noGrp="1"/>
          </p:cNvSpPr>
          <p:nvPr>
            <p:ph type="title"/>
          </p:nvPr>
        </p:nvSpPr>
        <p:spPr>
          <a:xfrm>
            <a:off x="1981800" y="-106920"/>
            <a:ext cx="8434800" cy="1752120"/>
          </a:xfrm>
          <a:prstGeom prst="rect">
            <a:avLst/>
          </a:prstGeom>
          <a:noFill/>
          <a:ln w="0">
            <a:noFill/>
          </a:ln>
        </p:spPr>
        <p:txBody>
          <a:bodyPr lIns="91440" rIns="91440" tIns="45720" bIns="45720" anchor="t">
            <a:noAutofit/>
          </a:bodyPr>
          <a:p>
            <a:pPr indent="0" defTabSz="457200">
              <a:lnSpc>
                <a:spcPct val="100000"/>
              </a:lnSpc>
              <a:buNone/>
            </a:pPr>
            <a:r>
              <a:rPr b="0" lang="en-US" sz="3200" spc="-1" strike="noStrike">
                <a:solidFill>
                  <a:schemeClr val="dk1">
                    <a:lumMod val="85000"/>
                    <a:lumOff val="15000"/>
                  </a:schemeClr>
                </a:solidFill>
                <a:latin typeface="Century Gothic"/>
              </a:rPr>
              <a:t>So what happens to the water that occupies 20% of the volume of concrete?</a:t>
            </a:r>
            <a:endParaRPr b="0" lang="en-US" sz="3200" spc="-1" strike="noStrike">
              <a:solidFill>
                <a:schemeClr val="dk1"/>
              </a:solidFill>
              <a:latin typeface="Century Gothic"/>
            </a:endParaRPr>
          </a:p>
        </p:txBody>
      </p:sp>
      <p:graphicFrame>
        <p:nvGraphicFramePr>
          <p:cNvPr id="761" name="Object 2"/>
          <p:cNvGraphicFramePr/>
          <p:nvPr/>
        </p:nvGraphicFramePr>
        <p:xfrm>
          <a:off x="3575880" y="2583720"/>
          <a:ext cx="4036680" cy="3119040"/>
        </p:xfrm>
        <a:graphic>
          <a:graphicData uri="http://schemas.openxmlformats.org/presentationml/2006/ole">
            <p:oleObj progId="Excel.Chart.8" r:id="rId1" spid="">
              <p:embed/>
              <p:pic>
                <p:nvPicPr>
                  <p:cNvPr id="762" name="Object 2" descr=""/>
                  <p:cNvPicPr/>
                  <p:nvPr/>
                </p:nvPicPr>
                <p:blipFill>
                  <a:blip r:embed="rId2"/>
                  <a:stretch/>
                </p:blipFill>
                <p:spPr>
                  <a:xfrm>
                    <a:off x="3575880" y="2583720"/>
                    <a:ext cx="4036680" cy="3119040"/>
                  </a:xfrm>
                  <a:prstGeom prst="rect">
                    <a:avLst/>
                  </a:prstGeom>
                  <a:ln w="0">
                    <a:noFill/>
                  </a:ln>
                </p:spPr>
              </p:pic>
            </p:oleObj>
          </a:graphicData>
        </a:graphic>
      </p:graphicFrame>
      <p:pic>
        <p:nvPicPr>
          <p:cNvPr id="763" name="Picture 5" descr="hydration"/>
          <p:cNvPicPr/>
          <p:nvPr/>
        </p:nvPicPr>
        <p:blipFill>
          <a:blip r:embed="rId3"/>
          <a:stretch/>
        </p:blipFill>
        <p:spPr>
          <a:xfrm>
            <a:off x="7032240" y="2538360"/>
            <a:ext cx="3570840" cy="2185560"/>
          </a:xfrm>
          <a:prstGeom prst="rect">
            <a:avLst/>
          </a:prstGeom>
          <a:ln w="38100">
            <a:solidFill>
              <a:srgbClr val="000000"/>
            </a:solidFill>
            <a:miter/>
          </a:ln>
        </p:spPr>
      </p:pic>
      <p:pic>
        <p:nvPicPr>
          <p:cNvPr id="764" name="Picture 3" descr=""/>
          <p:cNvPicPr/>
          <p:nvPr/>
        </p:nvPicPr>
        <p:blipFill>
          <a:blip r:embed="rId4"/>
          <a:srcRect l="51829" t="0" r="2073" b="0"/>
          <a:stretch/>
        </p:blipFill>
        <p:spPr>
          <a:xfrm>
            <a:off x="3524760" y="817920"/>
            <a:ext cx="2265840" cy="2126520"/>
          </a:xfrm>
          <a:prstGeom prst="rect">
            <a:avLst/>
          </a:prstGeom>
          <a:ln w="12700">
            <a:solidFill>
              <a:srgbClr val="000000"/>
            </a:solidFill>
            <a:miter/>
          </a:ln>
        </p:spPr>
      </p:pic>
      <p:sp>
        <p:nvSpPr>
          <p:cNvPr id="765" name="Rectangle 6"/>
          <p:cNvSpPr/>
          <p:nvPr/>
        </p:nvSpPr>
        <p:spPr>
          <a:xfrm>
            <a:off x="5880240" y="1557360"/>
            <a:ext cx="3962160" cy="1142640"/>
          </a:xfrm>
          <a:prstGeom prst="rect">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r>
              <a:rPr b="0" lang="en-US" sz="2000" spc="-1" strike="noStrike">
                <a:solidFill>
                  <a:schemeClr val="dk1"/>
                </a:solidFill>
                <a:latin typeface="Arial"/>
              </a:rPr>
              <a:t>The rest of it remains within</a:t>
            </a: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Arial"/>
              </a:rPr>
              <a:t>the concrete structure trapped</a:t>
            </a: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Arial"/>
              </a:rPr>
              <a:t>within the pores and gel </a:t>
            </a:r>
            <a:endParaRPr b="0" lang="en-US" sz="2000" spc="-1" strike="noStrike">
              <a:solidFill>
                <a:srgbClr val="000000"/>
              </a:solidFill>
              <a:latin typeface="Arial"/>
            </a:endParaRPr>
          </a:p>
        </p:txBody>
      </p:sp>
      <p:sp>
        <p:nvSpPr>
          <p:cNvPr id="766" name="Rectangle 7"/>
          <p:cNvSpPr/>
          <p:nvPr/>
        </p:nvSpPr>
        <p:spPr>
          <a:xfrm>
            <a:off x="1677240" y="2964960"/>
            <a:ext cx="2742840" cy="1752120"/>
          </a:xfrm>
          <a:prstGeom prst="rect">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Arial"/>
              </a:rPr>
              <a:t>Some of it gets lost</a:t>
            </a: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Arial"/>
              </a:rPr>
              <a:t>by evaporation and</a:t>
            </a: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Arial"/>
              </a:rPr>
              <a:t>absorption causing</a:t>
            </a: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Arial"/>
              </a:rPr>
              <a:t>shrinkage and forming</a:t>
            </a: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Arial"/>
              </a:rPr>
              <a:t>voids</a:t>
            </a: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p:txBody>
      </p:sp>
      <p:sp>
        <p:nvSpPr>
          <p:cNvPr id="767" name="Rectangle 8"/>
          <p:cNvSpPr/>
          <p:nvPr/>
        </p:nvSpPr>
        <p:spPr>
          <a:xfrm>
            <a:off x="6383160" y="5257800"/>
            <a:ext cx="3885840" cy="1599840"/>
          </a:xfrm>
          <a:prstGeom prst="rect">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r>
              <a:rPr b="0" lang="en-US" sz="2000" spc="-1" strike="noStrike">
                <a:solidFill>
                  <a:schemeClr val="dk1"/>
                </a:solidFill>
                <a:latin typeface="Arial"/>
              </a:rPr>
              <a:t>Some of it gets consumed by  the </a:t>
            </a: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Arial"/>
              </a:rPr>
              <a:t>hydration reaction where it </a:t>
            </a: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Arial"/>
              </a:rPr>
              <a:t>becomes part of the solid crystal </a:t>
            </a: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Arial"/>
              </a:rPr>
              <a:t>microstructure </a:t>
            </a:r>
            <a:endParaRPr b="0" lang="en-US" sz="2000" spc="-1" strike="noStrike">
              <a:solidFill>
                <a:srgbClr val="000000"/>
              </a:solidFill>
              <a:latin typeface="Arial"/>
            </a:endParaRPr>
          </a:p>
        </p:txBody>
      </p:sp>
      <p:sp>
        <p:nvSpPr>
          <p:cNvPr id="768" name="Freeform 9"/>
          <p:cNvSpPr/>
          <p:nvPr/>
        </p:nvSpPr>
        <p:spPr>
          <a:xfrm>
            <a:off x="2133720" y="1803240"/>
            <a:ext cx="482400" cy="1168200"/>
          </a:xfrm>
          <a:custGeom>
            <a:avLst/>
            <a:gdLst>
              <a:gd name="textAreaLeft" fmla="*/ 0 w 482400"/>
              <a:gd name="textAreaRight" fmla="*/ 482760 w 482400"/>
              <a:gd name="textAreaTop" fmla="*/ 0 h 1168200"/>
              <a:gd name="textAreaBottom" fmla="*/ 1168560 h 1168200"/>
            </a:gdLst>
            <a:ahLst/>
            <a:rect l="textAreaLeft" t="textAreaTop" r="textAreaRight" b="textAreaBottom"/>
            <a:pathLst>
              <a:path w="304" h="736">
                <a:moveTo>
                  <a:pt x="56" y="736"/>
                </a:moveTo>
                <a:cubicBezTo>
                  <a:pt x="176" y="704"/>
                  <a:pt x="296" y="672"/>
                  <a:pt x="296" y="640"/>
                </a:cubicBezTo>
                <a:cubicBezTo>
                  <a:pt x="296" y="608"/>
                  <a:pt x="56" y="576"/>
                  <a:pt x="56" y="544"/>
                </a:cubicBezTo>
                <a:cubicBezTo>
                  <a:pt x="56" y="512"/>
                  <a:pt x="304" y="480"/>
                  <a:pt x="296" y="448"/>
                </a:cubicBezTo>
                <a:cubicBezTo>
                  <a:pt x="288" y="416"/>
                  <a:pt x="16" y="384"/>
                  <a:pt x="8" y="352"/>
                </a:cubicBezTo>
                <a:cubicBezTo>
                  <a:pt x="0" y="320"/>
                  <a:pt x="240" y="288"/>
                  <a:pt x="248" y="256"/>
                </a:cubicBezTo>
                <a:cubicBezTo>
                  <a:pt x="256" y="224"/>
                  <a:pt x="64" y="200"/>
                  <a:pt x="56" y="160"/>
                </a:cubicBezTo>
                <a:cubicBezTo>
                  <a:pt x="48" y="120"/>
                  <a:pt x="192" y="32"/>
                  <a:pt x="200" y="16"/>
                </a:cubicBezTo>
                <a:cubicBezTo>
                  <a:pt x="208" y="0"/>
                  <a:pt x="112" y="56"/>
                  <a:pt x="104" y="64"/>
                </a:cubicBezTo>
              </a:path>
            </a:pathLst>
          </a:custGeom>
          <a:noFill/>
          <a:ln w="9525">
            <a:solidFill>
              <a:srgbClr val="000000"/>
            </a:solidFill>
            <a:round/>
          </a:ln>
        </p:spPr>
        <p:style>
          <a:lnRef idx="0"/>
          <a:fillRef idx="0"/>
          <a:effectRef idx="0"/>
          <a:fontRef idx="minor"/>
        </p:style>
        <p:txBody>
          <a:bodyPr lIns="90000" rIns="90000" tIns="45000" bIns="45000" anchor="t">
            <a:noAutofit/>
          </a:bodyPr>
          <a:p>
            <a:pPr defTabSz="914400">
              <a:lnSpc>
                <a:spcPct val="100000"/>
              </a:lnSpc>
            </a:pPr>
            <a:endParaRPr b="0" lang="en-ZA" sz="1800" spc="-1" strike="noStrike">
              <a:solidFill>
                <a:schemeClr val="dk1"/>
              </a:solidFill>
              <a:latin typeface="Century Gothic"/>
            </a:endParaRPr>
          </a:p>
        </p:txBody>
      </p:sp>
      <p:sp>
        <p:nvSpPr>
          <p:cNvPr id="769" name="AutoShape 10"/>
          <p:cNvSpPr/>
          <p:nvPr/>
        </p:nvSpPr>
        <p:spPr>
          <a:xfrm flipH="1">
            <a:off x="2286000" y="1447920"/>
            <a:ext cx="228240" cy="456840"/>
          </a:xfrm>
          <a:prstGeom prst="upArrow">
            <a:avLst>
              <a:gd name="adj1" fmla="val 50000"/>
              <a:gd name="adj2" fmla="val 50000"/>
            </a:avLst>
          </a:prstGeom>
          <a:solidFill>
            <a:schemeClr val="tx2"/>
          </a:solidFill>
          <a:ln w="9525">
            <a:solidFill>
              <a:srgbClr val="000000"/>
            </a:solidFill>
            <a:miter/>
          </a:ln>
        </p:spPr>
        <p:style>
          <a:lnRef idx="0"/>
          <a:fillRef idx="0"/>
          <a:effectRef idx="0"/>
          <a:fontRef idx="minor"/>
        </p:style>
        <p:txBody>
          <a:bodyPr wrap="none" lIns="45000" rIns="45000" tIns="90000" bIns="90000" anchor="ctr" vert="eaVert">
            <a:noAutofit/>
          </a:bodyPr>
          <a:p>
            <a:pPr defTabSz="914400">
              <a:lnSpc>
                <a:spcPct val="100000"/>
              </a:lnSpc>
            </a:pPr>
            <a:endParaRPr b="0" lang="en-US" sz="1800" spc="-1" strike="noStrike">
              <a:solidFill>
                <a:schemeClr val="dk1"/>
              </a:solidFill>
              <a:latin typeface="Century Gothic"/>
            </a:endParaRPr>
          </a:p>
        </p:txBody>
      </p:sp>
      <p:sp>
        <p:nvSpPr>
          <p:cNvPr id="770" name="Line 11"/>
          <p:cNvSpPr/>
          <p:nvPr/>
        </p:nvSpPr>
        <p:spPr>
          <a:xfrm>
            <a:off x="2209680" y="4724280"/>
            <a:ext cx="360" cy="380880"/>
          </a:xfrm>
          <a:prstGeom prst="line">
            <a:avLst/>
          </a:prstGeom>
          <a:ln w="9525">
            <a:solidFill>
              <a:srgbClr val="000000"/>
            </a:solidFill>
            <a:round/>
            <a:tailEnd len="med" type="triangle" w="med"/>
          </a:ln>
        </p:spPr>
        <p:style>
          <a:lnRef idx="0"/>
          <a:fillRef idx="0"/>
          <a:effectRef idx="0"/>
          <a:fontRef idx="minor"/>
        </p:style>
        <p:txBody>
          <a:bodyPr lIns="90000" rIns="90000" tIns="45000" bIns="45000" anchor="t">
            <a:noAutofit/>
          </a:bodyPr>
          <a:p>
            <a:pPr defTabSz="914400">
              <a:lnSpc>
                <a:spcPct val="100000"/>
              </a:lnSpc>
            </a:pPr>
            <a:endParaRPr b="0" lang="en-ZA" sz="1800" spc="-1" strike="noStrike">
              <a:solidFill>
                <a:schemeClr val="dk1"/>
              </a:solidFill>
              <a:latin typeface="Century Gothic"/>
            </a:endParaRPr>
          </a:p>
        </p:txBody>
      </p:sp>
      <p:sp>
        <p:nvSpPr>
          <p:cNvPr id="771" name="Line 12"/>
          <p:cNvSpPr/>
          <p:nvPr/>
        </p:nvSpPr>
        <p:spPr>
          <a:xfrm>
            <a:off x="2361960" y="4724280"/>
            <a:ext cx="360" cy="533520"/>
          </a:xfrm>
          <a:prstGeom prst="line">
            <a:avLst/>
          </a:prstGeom>
          <a:ln w="9525">
            <a:solidFill>
              <a:srgbClr val="000000"/>
            </a:solidFill>
            <a:round/>
            <a:tailEnd len="med" type="triangle" w="med"/>
          </a:ln>
        </p:spPr>
        <p:style>
          <a:lnRef idx="0"/>
          <a:fillRef idx="0"/>
          <a:effectRef idx="0"/>
          <a:fontRef idx="minor"/>
        </p:style>
        <p:txBody>
          <a:bodyPr lIns="90000" rIns="90000" tIns="45000" bIns="45000" anchor="t">
            <a:noAutofit/>
          </a:bodyPr>
          <a:p>
            <a:pPr defTabSz="914400">
              <a:lnSpc>
                <a:spcPct val="100000"/>
              </a:lnSpc>
            </a:pPr>
            <a:endParaRPr b="0" lang="en-ZA" sz="1800" spc="-1" strike="noStrike">
              <a:solidFill>
                <a:schemeClr val="dk1"/>
              </a:solidFill>
              <a:latin typeface="Century Gothic"/>
            </a:endParaRPr>
          </a:p>
        </p:txBody>
      </p:sp>
      <p:sp>
        <p:nvSpPr>
          <p:cNvPr id="772" name="Line 13"/>
          <p:cNvSpPr/>
          <p:nvPr/>
        </p:nvSpPr>
        <p:spPr>
          <a:xfrm>
            <a:off x="2514600" y="4724280"/>
            <a:ext cx="360" cy="685800"/>
          </a:xfrm>
          <a:prstGeom prst="line">
            <a:avLst/>
          </a:prstGeom>
          <a:ln w="9525">
            <a:solidFill>
              <a:srgbClr val="000000"/>
            </a:solidFill>
            <a:round/>
            <a:tailEnd len="med" type="triangle" w="med"/>
          </a:ln>
        </p:spPr>
        <p:style>
          <a:lnRef idx="0"/>
          <a:fillRef idx="0"/>
          <a:effectRef idx="0"/>
          <a:fontRef idx="minor"/>
        </p:style>
        <p:txBody>
          <a:bodyPr lIns="90000" rIns="90000" tIns="45000" bIns="45000" anchor="t">
            <a:noAutofit/>
          </a:bodyPr>
          <a:p>
            <a:pPr defTabSz="914400">
              <a:lnSpc>
                <a:spcPct val="100000"/>
              </a:lnSpc>
            </a:pPr>
            <a:endParaRPr b="0" lang="en-ZA" sz="1800" spc="-1" strike="noStrike">
              <a:solidFill>
                <a:schemeClr val="dk1"/>
              </a:solidFill>
              <a:latin typeface="Century Gothic"/>
            </a:endParaRPr>
          </a:p>
        </p:txBody>
      </p:sp>
      <p:sp>
        <p:nvSpPr>
          <p:cNvPr id="773" name="Line 14"/>
          <p:cNvSpPr/>
          <p:nvPr/>
        </p:nvSpPr>
        <p:spPr>
          <a:xfrm>
            <a:off x="2666880" y="4724280"/>
            <a:ext cx="360" cy="838080"/>
          </a:xfrm>
          <a:prstGeom prst="line">
            <a:avLst/>
          </a:prstGeom>
          <a:ln w="9525">
            <a:solidFill>
              <a:srgbClr val="000000"/>
            </a:solidFill>
            <a:round/>
            <a:tailEnd len="med" type="triangle" w="med"/>
          </a:ln>
        </p:spPr>
        <p:style>
          <a:lnRef idx="0"/>
          <a:fillRef idx="0"/>
          <a:effectRef idx="0"/>
          <a:fontRef idx="minor"/>
        </p:style>
        <p:txBody>
          <a:bodyPr lIns="90000" rIns="90000" tIns="45000" bIns="45000" anchor="t">
            <a:noAutofit/>
          </a:bodyPr>
          <a:p>
            <a:pPr defTabSz="914400">
              <a:lnSpc>
                <a:spcPct val="100000"/>
              </a:lnSpc>
            </a:pPr>
            <a:endParaRPr b="0" lang="en-ZA" sz="1800" spc="-1" strike="noStrike">
              <a:solidFill>
                <a:schemeClr val="dk1"/>
              </a:solidFill>
              <a:latin typeface="Century Gothic"/>
            </a:endParaRPr>
          </a:p>
        </p:txBody>
      </p:sp>
      <p:sp>
        <p:nvSpPr>
          <p:cNvPr id="774" name="Line 15"/>
          <p:cNvSpPr/>
          <p:nvPr/>
        </p:nvSpPr>
        <p:spPr>
          <a:xfrm>
            <a:off x="2819160" y="4724280"/>
            <a:ext cx="360" cy="990720"/>
          </a:xfrm>
          <a:prstGeom prst="line">
            <a:avLst/>
          </a:prstGeom>
          <a:ln w="9525">
            <a:solidFill>
              <a:srgbClr val="000000"/>
            </a:solidFill>
            <a:round/>
            <a:tailEnd len="med" type="triangle" w="med"/>
          </a:ln>
        </p:spPr>
        <p:style>
          <a:lnRef idx="0"/>
          <a:fillRef idx="0"/>
          <a:effectRef idx="0"/>
          <a:fontRef idx="minor"/>
        </p:style>
        <p:txBody>
          <a:bodyPr lIns="90000" rIns="90000" tIns="45000" bIns="45000" anchor="t">
            <a:noAutofit/>
          </a:bodyPr>
          <a:p>
            <a:pPr defTabSz="914400">
              <a:lnSpc>
                <a:spcPct val="100000"/>
              </a:lnSpc>
            </a:pPr>
            <a:endParaRPr b="0" lang="en-ZA" sz="1800" spc="-1" strike="noStrike">
              <a:solidFill>
                <a:schemeClr val="dk1"/>
              </a:solidFill>
              <a:latin typeface="Century Gothic"/>
            </a:endParaRPr>
          </a:p>
        </p:txBody>
      </p:sp>
      <p:sp>
        <p:nvSpPr>
          <p:cNvPr id="775" name="AutoShape 16"/>
          <p:cNvSpPr/>
          <p:nvPr/>
        </p:nvSpPr>
        <p:spPr>
          <a:xfrm>
            <a:off x="8040600" y="4724280"/>
            <a:ext cx="485280" cy="518760"/>
          </a:xfrm>
          <a:prstGeom prst="upArrow">
            <a:avLst>
              <a:gd name="adj1" fmla="val 50000"/>
              <a:gd name="adj2" fmla="val 26716"/>
            </a:avLst>
          </a:prstGeom>
          <a:solidFill>
            <a:srgbClr val="ff0000"/>
          </a:solidFill>
          <a:ln w="9525">
            <a:solidFill>
              <a:srgbClr val="000000"/>
            </a:solidFill>
            <a:miter/>
          </a:ln>
        </p:spPr>
        <p:style>
          <a:lnRef idx="0"/>
          <a:fillRef idx="0"/>
          <a:effectRef idx="0"/>
          <a:fontRef idx="minor"/>
        </p:style>
        <p:txBody>
          <a:bodyPr wrap="none" lIns="45000" rIns="45000" tIns="90000" bIns="90000" anchor="ctr" vert="eaVert">
            <a:noAutofit/>
          </a:bodyPr>
          <a:p>
            <a:pPr defTabSz="914400">
              <a:lnSpc>
                <a:spcPct val="100000"/>
              </a:lnSpc>
            </a:pPr>
            <a:endParaRPr b="0" lang="en-US" sz="1800" spc="-1" strike="noStrike">
              <a:solidFill>
                <a:schemeClr val="dk1"/>
              </a:solidFill>
              <a:latin typeface="Century Gothic"/>
            </a:endParaRPr>
          </a:p>
        </p:txBody>
      </p:sp>
      <p:sp>
        <p:nvSpPr>
          <p:cNvPr id="776" name="AutoShape 17"/>
          <p:cNvSpPr/>
          <p:nvPr/>
        </p:nvSpPr>
        <p:spPr>
          <a:xfrm rot="2359800">
            <a:off x="5914800" y="2755440"/>
            <a:ext cx="485280" cy="761760"/>
          </a:xfrm>
          <a:prstGeom prst="downArrow">
            <a:avLst>
              <a:gd name="adj1" fmla="val 50000"/>
              <a:gd name="adj2" fmla="val 39216"/>
            </a:avLst>
          </a:prstGeom>
          <a:solidFill>
            <a:schemeClr val="hlink"/>
          </a:solidFill>
          <a:ln w="9525">
            <a:solidFill>
              <a:srgbClr val="000000"/>
            </a:solidFill>
            <a:miter/>
          </a:ln>
        </p:spPr>
        <p:style>
          <a:lnRef idx="0"/>
          <a:fillRef idx="0"/>
          <a:effectRef idx="0"/>
          <a:fontRef idx="minor"/>
        </p:style>
        <p:txBody>
          <a:bodyPr wrap="none" lIns="90000" rIns="90000" tIns="45000" bIns="45000" anchor="ctr">
            <a:noAutofit/>
          </a:bodyPr>
          <a:p>
            <a:pPr algn="ctr" defTabSz="914400">
              <a:lnSpc>
                <a:spcPct val="100000"/>
              </a:lnSpc>
            </a:pPr>
            <a:r>
              <a:rPr b="0" lang="en-GB" sz="2400" spc="-1" strike="noStrike">
                <a:solidFill>
                  <a:schemeClr val="dk1"/>
                </a:solidFill>
                <a:latin typeface="Arial"/>
              </a:rPr>
              <a:t>3</a:t>
            </a:r>
            <a:endParaRPr b="0" lang="en-US" sz="2400" spc="-1" strike="noStrike">
              <a:solidFill>
                <a:srgbClr val="ffffff"/>
              </a:solidFill>
              <a:latin typeface="Arial"/>
            </a:endParaRPr>
          </a:p>
        </p:txBody>
      </p:sp>
      <p:sp>
        <p:nvSpPr>
          <p:cNvPr id="777" name="AutoShape 18"/>
          <p:cNvSpPr/>
          <p:nvPr/>
        </p:nvSpPr>
        <p:spPr>
          <a:xfrm rot="2716200">
            <a:off x="6170760" y="4721040"/>
            <a:ext cx="479160" cy="485280"/>
          </a:xfrm>
          <a:prstGeom prst="leftArrow">
            <a:avLst>
              <a:gd name="adj1" fmla="val 50000"/>
              <a:gd name="adj2" fmla="val 25000"/>
            </a:avLst>
          </a:prstGeom>
          <a:solidFill>
            <a:srgbClr val="ffff00"/>
          </a:solidFill>
          <a:ln w="9525">
            <a:solidFill>
              <a:srgbClr val="000000"/>
            </a:solidFill>
            <a:miter/>
          </a:ln>
        </p:spPr>
        <p:style>
          <a:lnRef idx="0"/>
          <a:fillRef idx="0"/>
          <a:effectRef idx="0"/>
          <a:fontRef idx="minor"/>
        </p:style>
        <p:txBody>
          <a:bodyPr wrap="none" lIns="45000" rIns="45000" tIns="90000" bIns="90000" anchor="ctr" vert="eaVert" rot="10800000">
            <a:noAutofit/>
          </a:bodyPr>
          <a:p>
            <a:pPr algn="ctr" defTabSz="914400">
              <a:lnSpc>
                <a:spcPct val="100000"/>
              </a:lnSpc>
            </a:pPr>
            <a:r>
              <a:rPr b="0" lang="en-US" sz="2400" spc="-1" strike="noStrike">
                <a:solidFill>
                  <a:schemeClr val="dk1"/>
                </a:solidFill>
                <a:latin typeface="Arial"/>
              </a:rPr>
              <a:t>1</a:t>
            </a:r>
            <a:endParaRPr b="0" lang="en-US" sz="2400" spc="-1" strike="noStrike">
              <a:solidFill>
                <a:srgbClr val="000000"/>
              </a:solidFill>
              <a:latin typeface="Arial"/>
            </a:endParaRPr>
          </a:p>
        </p:txBody>
      </p:sp>
      <p:sp>
        <p:nvSpPr>
          <p:cNvPr id="778" name="AutoShape 19"/>
          <p:cNvSpPr/>
          <p:nvPr/>
        </p:nvSpPr>
        <p:spPr>
          <a:xfrm rot="20097600">
            <a:off x="3963960" y="4562640"/>
            <a:ext cx="912600" cy="485280"/>
          </a:xfrm>
          <a:prstGeom prst="rightArrow">
            <a:avLst>
              <a:gd name="adj1" fmla="val 50000"/>
              <a:gd name="adj2" fmla="val 46977"/>
            </a:avLst>
          </a:prstGeom>
          <a:solidFill>
            <a:srgbClr val="ff0000"/>
          </a:solidFill>
          <a:ln w="9525">
            <a:solidFill>
              <a:srgbClr val="000000"/>
            </a:solidFill>
            <a:miter/>
          </a:ln>
        </p:spPr>
        <p:style>
          <a:lnRef idx="0"/>
          <a:fillRef idx="0"/>
          <a:effectRef idx="0"/>
          <a:fontRef idx="minor"/>
        </p:style>
        <p:txBody>
          <a:bodyPr wrap="none" lIns="90000" rIns="90000" tIns="45000" bIns="45000" anchor="ctr">
            <a:noAutofit/>
          </a:bodyPr>
          <a:p>
            <a:pPr algn="ctr" defTabSz="914400">
              <a:lnSpc>
                <a:spcPct val="100000"/>
              </a:lnSpc>
            </a:pPr>
            <a:r>
              <a:rPr b="0" lang="en-US" sz="2400" spc="-1" strike="noStrike">
                <a:solidFill>
                  <a:srgbClr val="000000"/>
                </a:solidFill>
                <a:latin typeface="Arial"/>
              </a:rPr>
              <a:t>2</a:t>
            </a:r>
            <a:endParaRPr b="0" lang="en-US" sz="2400" spc="-1" strike="noStrike">
              <a:solidFill>
                <a:srgbClr val="ffffff"/>
              </a:solidFill>
              <a:latin typeface="Arial"/>
            </a:endParaRPr>
          </a:p>
        </p:txBody>
      </p:sp>
      <p:sp>
        <p:nvSpPr>
          <p:cNvPr id="779" name="PlaceHolder 2"/>
          <p:cNvSpPr>
            <a:spLocks noGrp="1"/>
          </p:cNvSpPr>
          <p:nvPr>
            <p:ph type="sldNum" idx="61"/>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timing>
    <p:tnLst>
      <p:par>
        <p:cTn id="146" dur="indefinite" restart="never" nodeType="tmRoot">
          <p:childTnLst>
            <p:seq>
              <p:cTn id="147" dur="indefinite" nodeType="mainSeq">
                <p:childTnLst>
                  <p:par>
                    <p:cTn id="148" fill="hold">
                      <p:stCondLst>
                        <p:cond delay="indefinite"/>
                      </p:stCondLst>
                      <p:childTnLst>
                        <p:par>
                          <p:cTn id="149" fill="hold">
                            <p:stCondLst>
                              <p:cond delay="0"/>
                            </p:stCondLst>
                            <p:childTnLst>
                              <p:par>
                                <p:cTn id="150" nodeType="clickEffect" fill="hold" presetClass="entr" presetID="4" presetSubtype="16">
                                  <p:stCondLst>
                                    <p:cond delay="0"/>
                                  </p:stCondLst>
                                  <p:childTnLst>
                                    <p:set>
                                      <p:cBhvr>
                                        <p:cTn id="151" dur="1" fill="hold">
                                          <p:stCondLst>
                                            <p:cond delay="0"/>
                                          </p:stCondLst>
                                        </p:cTn>
                                        <p:tgtEl>
                                          <p:spTgt spid="777"/>
                                        </p:tgtEl>
                                        <p:attrNameLst>
                                          <p:attrName>style.visibility</p:attrName>
                                        </p:attrNameLst>
                                      </p:cBhvr>
                                      <p:to>
                                        <p:strVal val="visible"/>
                                      </p:to>
                                    </p:set>
                                    <p:animEffect filter="box(in)" transition="in">
                                      <p:cBhvr additive="repl">
                                        <p:cTn id="152" dur="500"/>
                                        <p:tgtEl>
                                          <p:spTgt spid="777"/>
                                        </p:tgtEl>
                                      </p:cBhvr>
                                    </p:animEffect>
                                  </p:childTnLst>
                                </p:cTn>
                              </p:par>
                              <p:par>
                                <p:cTn id="153" nodeType="withEffect" fill="hold" presetClass="entr" presetID="4" presetSubtype="16">
                                  <p:stCondLst>
                                    <p:cond delay="0"/>
                                  </p:stCondLst>
                                  <p:childTnLst>
                                    <p:set>
                                      <p:cBhvr>
                                        <p:cTn id="154" dur="1" fill="hold">
                                          <p:stCondLst>
                                            <p:cond delay="0"/>
                                          </p:stCondLst>
                                        </p:cTn>
                                        <p:tgtEl>
                                          <p:spTgt spid="763"/>
                                        </p:tgtEl>
                                        <p:attrNameLst>
                                          <p:attrName>style.visibility</p:attrName>
                                        </p:attrNameLst>
                                      </p:cBhvr>
                                      <p:to>
                                        <p:strVal val="visible"/>
                                      </p:to>
                                    </p:set>
                                    <p:animEffect filter="box(in)" transition="in">
                                      <p:cBhvr additive="repl">
                                        <p:cTn id="155" dur="500"/>
                                        <p:tgtEl>
                                          <p:spTgt spid="763"/>
                                        </p:tgtEl>
                                      </p:cBhvr>
                                    </p:animEffect>
                                  </p:childTnLst>
                                </p:cTn>
                              </p:par>
                              <p:par>
                                <p:cTn id="156" nodeType="withEffect" fill="hold" presetClass="entr" presetID="4" presetSubtype="16">
                                  <p:stCondLst>
                                    <p:cond delay="0"/>
                                  </p:stCondLst>
                                  <p:childTnLst>
                                    <p:set>
                                      <p:cBhvr>
                                        <p:cTn id="157" dur="1" fill="hold">
                                          <p:stCondLst>
                                            <p:cond delay="0"/>
                                          </p:stCondLst>
                                        </p:cTn>
                                        <p:tgtEl>
                                          <p:spTgt spid="775"/>
                                        </p:tgtEl>
                                        <p:attrNameLst>
                                          <p:attrName>style.visibility</p:attrName>
                                        </p:attrNameLst>
                                      </p:cBhvr>
                                      <p:to>
                                        <p:strVal val="visible"/>
                                      </p:to>
                                    </p:set>
                                    <p:animEffect filter="box(in)" transition="in">
                                      <p:cBhvr additive="repl">
                                        <p:cTn id="158" dur="500"/>
                                        <p:tgtEl>
                                          <p:spTgt spid="775"/>
                                        </p:tgtEl>
                                      </p:cBhvr>
                                    </p:animEffect>
                                  </p:childTnLst>
                                </p:cTn>
                              </p:par>
                              <p:par>
                                <p:cTn id="159" nodeType="withEffect" fill="hold" presetClass="entr" presetID="4" presetSubtype="16">
                                  <p:stCondLst>
                                    <p:cond delay="0"/>
                                  </p:stCondLst>
                                  <p:childTnLst>
                                    <p:set>
                                      <p:cBhvr>
                                        <p:cTn id="160" dur="1" fill="hold">
                                          <p:stCondLst>
                                            <p:cond delay="0"/>
                                          </p:stCondLst>
                                        </p:cTn>
                                        <p:tgtEl>
                                          <p:spTgt spid="767"/>
                                        </p:tgtEl>
                                        <p:attrNameLst>
                                          <p:attrName>style.visibility</p:attrName>
                                        </p:attrNameLst>
                                      </p:cBhvr>
                                      <p:to>
                                        <p:strVal val="visible"/>
                                      </p:to>
                                    </p:set>
                                    <p:animEffect filter="box(in)" transition="in">
                                      <p:cBhvr additive="repl">
                                        <p:cTn id="161" dur="500"/>
                                        <p:tgtEl>
                                          <p:spTgt spid="767"/>
                                        </p:tgtEl>
                                      </p:cBhvr>
                                    </p:animEffect>
                                  </p:childTnLst>
                                </p:cTn>
                              </p:par>
                            </p:childTnLst>
                          </p:cTn>
                        </p:par>
                      </p:childTnLst>
                    </p:cTn>
                  </p:par>
                  <p:par>
                    <p:cTn id="162" fill="hold">
                      <p:stCondLst>
                        <p:cond delay="indefinite"/>
                      </p:stCondLst>
                      <p:childTnLst>
                        <p:par>
                          <p:cTn id="163" fill="hold">
                            <p:stCondLst>
                              <p:cond delay="0"/>
                            </p:stCondLst>
                            <p:childTnLst>
                              <p:par>
                                <p:cTn id="164" nodeType="clickEffect" fill="hold" presetClass="entr" presetID="4" presetSubtype="16">
                                  <p:stCondLst>
                                    <p:cond delay="0"/>
                                  </p:stCondLst>
                                  <p:childTnLst>
                                    <p:set>
                                      <p:cBhvr>
                                        <p:cTn id="165" dur="1" fill="hold">
                                          <p:stCondLst>
                                            <p:cond delay="0"/>
                                          </p:stCondLst>
                                        </p:cTn>
                                        <p:tgtEl>
                                          <p:spTgt spid="778"/>
                                        </p:tgtEl>
                                        <p:attrNameLst>
                                          <p:attrName>style.visibility</p:attrName>
                                        </p:attrNameLst>
                                      </p:cBhvr>
                                      <p:to>
                                        <p:strVal val="visible"/>
                                      </p:to>
                                    </p:set>
                                    <p:animEffect filter="box(in)" transition="in">
                                      <p:cBhvr additive="repl">
                                        <p:cTn id="166" dur="500"/>
                                        <p:tgtEl>
                                          <p:spTgt spid="778"/>
                                        </p:tgtEl>
                                      </p:cBhvr>
                                    </p:animEffect>
                                  </p:childTnLst>
                                </p:cTn>
                              </p:par>
                              <p:par>
                                <p:cTn id="167" nodeType="withEffect" fill="hold" presetClass="entr" presetID="4" presetSubtype="16">
                                  <p:stCondLst>
                                    <p:cond delay="0"/>
                                  </p:stCondLst>
                                  <p:childTnLst>
                                    <p:set>
                                      <p:cBhvr>
                                        <p:cTn id="168" dur="1" fill="hold">
                                          <p:stCondLst>
                                            <p:cond delay="0"/>
                                          </p:stCondLst>
                                        </p:cTn>
                                        <p:tgtEl>
                                          <p:spTgt spid="774"/>
                                        </p:tgtEl>
                                        <p:attrNameLst>
                                          <p:attrName>style.visibility</p:attrName>
                                        </p:attrNameLst>
                                      </p:cBhvr>
                                      <p:to>
                                        <p:strVal val="visible"/>
                                      </p:to>
                                    </p:set>
                                    <p:animEffect filter="box(in)" transition="in">
                                      <p:cBhvr additive="repl">
                                        <p:cTn id="169" dur="500"/>
                                        <p:tgtEl>
                                          <p:spTgt spid="774"/>
                                        </p:tgtEl>
                                      </p:cBhvr>
                                    </p:animEffect>
                                  </p:childTnLst>
                                </p:cTn>
                              </p:par>
                              <p:par>
                                <p:cTn id="170" nodeType="withEffect" fill="hold" presetClass="entr" presetID="4" presetSubtype="16">
                                  <p:stCondLst>
                                    <p:cond delay="0"/>
                                  </p:stCondLst>
                                  <p:childTnLst>
                                    <p:set>
                                      <p:cBhvr>
                                        <p:cTn id="171" dur="1" fill="hold">
                                          <p:stCondLst>
                                            <p:cond delay="0"/>
                                          </p:stCondLst>
                                        </p:cTn>
                                        <p:tgtEl>
                                          <p:spTgt spid="773"/>
                                        </p:tgtEl>
                                        <p:attrNameLst>
                                          <p:attrName>style.visibility</p:attrName>
                                        </p:attrNameLst>
                                      </p:cBhvr>
                                      <p:to>
                                        <p:strVal val="visible"/>
                                      </p:to>
                                    </p:set>
                                    <p:animEffect filter="box(in)" transition="in">
                                      <p:cBhvr additive="repl">
                                        <p:cTn id="172" dur="500"/>
                                        <p:tgtEl>
                                          <p:spTgt spid="773"/>
                                        </p:tgtEl>
                                      </p:cBhvr>
                                    </p:animEffect>
                                  </p:childTnLst>
                                </p:cTn>
                              </p:par>
                              <p:par>
                                <p:cTn id="173" nodeType="withEffect" fill="hold" presetClass="entr" presetID="4" presetSubtype="16">
                                  <p:stCondLst>
                                    <p:cond delay="0"/>
                                  </p:stCondLst>
                                  <p:childTnLst>
                                    <p:set>
                                      <p:cBhvr>
                                        <p:cTn id="174" dur="1" fill="hold">
                                          <p:stCondLst>
                                            <p:cond delay="0"/>
                                          </p:stCondLst>
                                        </p:cTn>
                                        <p:tgtEl>
                                          <p:spTgt spid="772"/>
                                        </p:tgtEl>
                                        <p:attrNameLst>
                                          <p:attrName>style.visibility</p:attrName>
                                        </p:attrNameLst>
                                      </p:cBhvr>
                                      <p:to>
                                        <p:strVal val="visible"/>
                                      </p:to>
                                    </p:set>
                                    <p:animEffect filter="box(in)" transition="in">
                                      <p:cBhvr additive="repl">
                                        <p:cTn id="175" dur="500"/>
                                        <p:tgtEl>
                                          <p:spTgt spid="772"/>
                                        </p:tgtEl>
                                      </p:cBhvr>
                                    </p:animEffect>
                                  </p:childTnLst>
                                </p:cTn>
                              </p:par>
                              <p:par>
                                <p:cTn id="176" nodeType="withEffect" fill="hold" presetClass="entr" presetID="4" presetSubtype="16">
                                  <p:stCondLst>
                                    <p:cond delay="0"/>
                                  </p:stCondLst>
                                  <p:childTnLst>
                                    <p:set>
                                      <p:cBhvr>
                                        <p:cTn id="177" dur="1" fill="hold">
                                          <p:stCondLst>
                                            <p:cond delay="0"/>
                                          </p:stCondLst>
                                        </p:cTn>
                                        <p:tgtEl>
                                          <p:spTgt spid="771"/>
                                        </p:tgtEl>
                                        <p:attrNameLst>
                                          <p:attrName>style.visibility</p:attrName>
                                        </p:attrNameLst>
                                      </p:cBhvr>
                                      <p:to>
                                        <p:strVal val="visible"/>
                                      </p:to>
                                    </p:set>
                                    <p:animEffect filter="box(in)" transition="in">
                                      <p:cBhvr additive="repl">
                                        <p:cTn id="178" dur="500"/>
                                        <p:tgtEl>
                                          <p:spTgt spid="771"/>
                                        </p:tgtEl>
                                      </p:cBhvr>
                                    </p:animEffect>
                                  </p:childTnLst>
                                </p:cTn>
                              </p:par>
                              <p:par>
                                <p:cTn id="179" nodeType="withEffect" fill="hold" presetClass="entr" presetID="4" presetSubtype="16">
                                  <p:stCondLst>
                                    <p:cond delay="0"/>
                                  </p:stCondLst>
                                  <p:childTnLst>
                                    <p:set>
                                      <p:cBhvr>
                                        <p:cTn id="180" dur="1" fill="hold">
                                          <p:stCondLst>
                                            <p:cond delay="0"/>
                                          </p:stCondLst>
                                        </p:cTn>
                                        <p:tgtEl>
                                          <p:spTgt spid="770"/>
                                        </p:tgtEl>
                                        <p:attrNameLst>
                                          <p:attrName>style.visibility</p:attrName>
                                        </p:attrNameLst>
                                      </p:cBhvr>
                                      <p:to>
                                        <p:strVal val="visible"/>
                                      </p:to>
                                    </p:set>
                                    <p:animEffect filter="box(in)" transition="in">
                                      <p:cBhvr additive="repl">
                                        <p:cTn id="181" dur="500"/>
                                        <p:tgtEl>
                                          <p:spTgt spid="770"/>
                                        </p:tgtEl>
                                      </p:cBhvr>
                                    </p:animEffect>
                                  </p:childTnLst>
                                </p:cTn>
                              </p:par>
                              <p:par>
                                <p:cTn id="182" nodeType="withEffect" fill="hold" presetClass="entr" presetID="4" presetSubtype="16">
                                  <p:stCondLst>
                                    <p:cond delay="0"/>
                                  </p:stCondLst>
                                  <p:childTnLst>
                                    <p:set>
                                      <p:cBhvr>
                                        <p:cTn id="183" dur="1" fill="hold">
                                          <p:stCondLst>
                                            <p:cond delay="0"/>
                                          </p:stCondLst>
                                        </p:cTn>
                                        <p:tgtEl>
                                          <p:spTgt spid="766"/>
                                        </p:tgtEl>
                                        <p:attrNameLst>
                                          <p:attrName>style.visibility</p:attrName>
                                        </p:attrNameLst>
                                      </p:cBhvr>
                                      <p:to>
                                        <p:strVal val="visible"/>
                                      </p:to>
                                    </p:set>
                                    <p:animEffect filter="box(in)" transition="in">
                                      <p:cBhvr additive="repl">
                                        <p:cTn id="184" dur="500"/>
                                        <p:tgtEl>
                                          <p:spTgt spid="766"/>
                                        </p:tgtEl>
                                      </p:cBhvr>
                                    </p:animEffect>
                                  </p:childTnLst>
                                </p:cTn>
                              </p:par>
                              <p:par>
                                <p:cTn id="185" nodeType="withEffect" fill="hold" presetClass="entr" presetID="4" presetSubtype="16">
                                  <p:stCondLst>
                                    <p:cond delay="0"/>
                                  </p:stCondLst>
                                  <p:childTnLst>
                                    <p:set>
                                      <p:cBhvr>
                                        <p:cTn id="186" dur="1" fill="hold">
                                          <p:stCondLst>
                                            <p:cond delay="0"/>
                                          </p:stCondLst>
                                        </p:cTn>
                                        <p:tgtEl>
                                          <p:spTgt spid="768"/>
                                        </p:tgtEl>
                                        <p:attrNameLst>
                                          <p:attrName>style.visibility</p:attrName>
                                        </p:attrNameLst>
                                      </p:cBhvr>
                                      <p:to>
                                        <p:strVal val="visible"/>
                                      </p:to>
                                    </p:set>
                                    <p:animEffect filter="box(in)" transition="in">
                                      <p:cBhvr additive="repl">
                                        <p:cTn id="187" dur="500"/>
                                        <p:tgtEl>
                                          <p:spTgt spid="768"/>
                                        </p:tgtEl>
                                      </p:cBhvr>
                                    </p:animEffect>
                                  </p:childTnLst>
                                </p:cTn>
                              </p:par>
                              <p:par>
                                <p:cTn id="188" nodeType="withEffect" fill="hold" presetClass="entr" presetID="4" presetSubtype="16">
                                  <p:stCondLst>
                                    <p:cond delay="0"/>
                                  </p:stCondLst>
                                  <p:childTnLst>
                                    <p:set>
                                      <p:cBhvr>
                                        <p:cTn id="189" dur="1" fill="hold">
                                          <p:stCondLst>
                                            <p:cond delay="0"/>
                                          </p:stCondLst>
                                        </p:cTn>
                                        <p:tgtEl>
                                          <p:spTgt spid="769"/>
                                        </p:tgtEl>
                                        <p:attrNameLst>
                                          <p:attrName>style.visibility</p:attrName>
                                        </p:attrNameLst>
                                      </p:cBhvr>
                                      <p:to>
                                        <p:strVal val="visible"/>
                                      </p:to>
                                    </p:set>
                                    <p:animEffect filter="box(in)" transition="in">
                                      <p:cBhvr additive="repl">
                                        <p:cTn id="190" dur="500"/>
                                        <p:tgtEl>
                                          <p:spTgt spid="769"/>
                                        </p:tgtEl>
                                      </p:cBhvr>
                                    </p:animEffect>
                                  </p:childTnLst>
                                </p:cTn>
                              </p:par>
                            </p:childTnLst>
                          </p:cTn>
                        </p:par>
                      </p:childTnLst>
                    </p:cTn>
                  </p:par>
                  <p:par>
                    <p:cTn id="191" fill="hold">
                      <p:stCondLst>
                        <p:cond delay="indefinite"/>
                      </p:stCondLst>
                      <p:childTnLst>
                        <p:par>
                          <p:cTn id="192" fill="hold">
                            <p:stCondLst>
                              <p:cond delay="0"/>
                            </p:stCondLst>
                            <p:childTnLst>
                              <p:par>
                                <p:cTn id="193" nodeType="clickEffect" fill="hold" presetClass="entr" presetID="4" presetSubtype="16">
                                  <p:stCondLst>
                                    <p:cond delay="0"/>
                                  </p:stCondLst>
                                  <p:childTnLst>
                                    <p:set>
                                      <p:cBhvr>
                                        <p:cTn id="194" dur="1" fill="hold">
                                          <p:stCondLst>
                                            <p:cond delay="0"/>
                                          </p:stCondLst>
                                        </p:cTn>
                                        <p:tgtEl>
                                          <p:spTgt spid="776"/>
                                        </p:tgtEl>
                                        <p:attrNameLst>
                                          <p:attrName>style.visibility</p:attrName>
                                        </p:attrNameLst>
                                      </p:cBhvr>
                                      <p:to>
                                        <p:strVal val="visible"/>
                                      </p:to>
                                    </p:set>
                                    <p:animEffect filter="box(in)" transition="in">
                                      <p:cBhvr additive="repl">
                                        <p:cTn id="195" dur="500"/>
                                        <p:tgtEl>
                                          <p:spTgt spid="776"/>
                                        </p:tgtEl>
                                      </p:cBhvr>
                                    </p:animEffect>
                                  </p:childTnLst>
                                </p:cTn>
                              </p:par>
                              <p:par>
                                <p:cTn id="196" nodeType="withEffect" fill="hold" presetClass="entr" presetID="4" presetSubtype="16">
                                  <p:stCondLst>
                                    <p:cond delay="0"/>
                                  </p:stCondLst>
                                  <p:childTnLst>
                                    <p:set>
                                      <p:cBhvr>
                                        <p:cTn id="197" dur="1" fill="hold">
                                          <p:stCondLst>
                                            <p:cond delay="0"/>
                                          </p:stCondLst>
                                        </p:cTn>
                                        <p:tgtEl>
                                          <p:spTgt spid="765"/>
                                        </p:tgtEl>
                                        <p:attrNameLst>
                                          <p:attrName>style.visibility</p:attrName>
                                        </p:attrNameLst>
                                      </p:cBhvr>
                                      <p:to>
                                        <p:strVal val="visible"/>
                                      </p:to>
                                    </p:set>
                                    <p:animEffect filter="box(in)" transition="in">
                                      <p:cBhvr additive="repl">
                                        <p:cTn id="198" dur="500"/>
                                        <p:tgtEl>
                                          <p:spTgt spid="765"/>
                                        </p:tgtEl>
                                      </p:cBhvr>
                                    </p:animEffect>
                                  </p:childTnLst>
                                </p:cTn>
                              </p:par>
                              <p:par>
                                <p:cTn id="199" nodeType="withEffect" fill="hold" presetClass="entr" presetID="4" presetSubtype="16">
                                  <p:stCondLst>
                                    <p:cond delay="0"/>
                                  </p:stCondLst>
                                  <p:childTnLst>
                                    <p:set>
                                      <p:cBhvr>
                                        <p:cTn id="200" dur="1" fill="hold">
                                          <p:stCondLst>
                                            <p:cond delay="0"/>
                                          </p:stCondLst>
                                        </p:cTn>
                                        <p:tgtEl>
                                          <p:spTgt spid="764"/>
                                        </p:tgtEl>
                                        <p:attrNameLst>
                                          <p:attrName>style.visibility</p:attrName>
                                        </p:attrNameLst>
                                      </p:cBhvr>
                                      <p:to>
                                        <p:strVal val="visible"/>
                                      </p:to>
                                    </p:set>
                                    <p:animEffect filter="box(in)" transition="in">
                                      <p:cBhvr additive="repl">
                                        <p:cTn id="201" dur="500"/>
                                        <p:tgtEl>
                                          <p:spTgt spid="7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Rectangle 17"/>
          <p:cNvSpPr/>
          <p:nvPr/>
        </p:nvSpPr>
        <p:spPr>
          <a:xfrm>
            <a:off x="1994040" y="1196640"/>
            <a:ext cx="8303040" cy="3142800"/>
          </a:xfrm>
          <a:prstGeom prst="rect">
            <a:avLst/>
          </a:prstGeom>
          <a:gradFill rotWithShape="0">
            <a:gsLst>
              <a:gs pos="0">
                <a:srgbClr val="968778"/>
              </a:gs>
              <a:gs pos="50000">
                <a:srgbClr val="d5c1ab"/>
              </a:gs>
              <a:gs pos="100000">
                <a:srgbClr val="fce4cb"/>
              </a:gs>
            </a:gsLst>
            <a:lin ang="16200000"/>
          </a:gradFill>
          <a:ln cap="rnd">
            <a:solidFill>
              <a:srgbClr val="de7e18">
                <a:lumMod val="75000"/>
              </a:srgbClr>
            </a:solidFill>
            <a:round/>
          </a:ln>
          <a:effectLst>
            <a:innerShdw blurRad="63500" dir="2700000" dist="50800">
              <a:srgbClr val="000000">
                <a:alpha val="50000"/>
              </a:srgbClr>
            </a:innerShdw>
          </a:effectLst>
          <a:scene3d>
            <a:camera prst="orthographicFront"/>
            <a:lightRig dir="t" rig="freezing"/>
          </a:scene3d>
          <a:sp3d extrusionH="76200">
            <a:extrusionClr>
              <a:schemeClr val="tx1">
                <a:lumMod val="65000"/>
                <a:lumOff val="35000"/>
              </a:schemeClr>
            </a:extrusionClr>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Gothic"/>
            </a:endParaRPr>
          </a:p>
        </p:txBody>
      </p:sp>
      <p:sp>
        <p:nvSpPr>
          <p:cNvPr id="781" name="PlaceHolder 1"/>
          <p:cNvSpPr>
            <a:spLocks noGrp="1"/>
          </p:cNvSpPr>
          <p:nvPr>
            <p:ph type="title"/>
          </p:nvPr>
        </p:nvSpPr>
        <p:spPr>
          <a:xfrm>
            <a:off x="1952640" y="333360"/>
            <a:ext cx="8218080" cy="86472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a:solidFill>
                  <a:srgbClr val="d95900"/>
                </a:solidFill>
                <a:latin typeface="Arial"/>
              </a:rPr>
              <a:t>Wise words concerning water !!!</a:t>
            </a:r>
            <a:endParaRPr b="0" lang="en-US" sz="4000" spc="-1" strike="noStrike">
              <a:solidFill>
                <a:schemeClr val="dk1"/>
              </a:solidFill>
              <a:latin typeface="Century Gothic"/>
            </a:endParaRPr>
          </a:p>
        </p:txBody>
      </p:sp>
      <p:sp>
        <p:nvSpPr>
          <p:cNvPr id="782" name="TextBox 16"/>
          <p:cNvSpPr/>
          <p:nvPr/>
        </p:nvSpPr>
        <p:spPr>
          <a:xfrm>
            <a:off x="1994040" y="1368360"/>
            <a:ext cx="8062560" cy="2770920"/>
          </a:xfrm>
          <a:prstGeom prst="rect">
            <a:avLst/>
          </a:prstGeom>
          <a:noFill/>
          <a:ln w="9525">
            <a:noFill/>
          </a:ln>
        </p:spPr>
        <p:style>
          <a:lnRef idx="0"/>
          <a:fillRef idx="0"/>
          <a:effectRef idx="0"/>
          <a:fontRef idx="minor"/>
        </p:style>
        <p:txBody>
          <a:bodyPr lIns="90000" rIns="90000" tIns="45000" bIns="45000" anchor="t">
            <a:spAutoFit/>
          </a:bodyPr>
          <a:p>
            <a:pPr algn="ctr" defTabSz="914400">
              <a:lnSpc>
                <a:spcPct val="100000"/>
              </a:lnSpc>
            </a:pPr>
            <a:r>
              <a:rPr b="0" i="1" lang="en-US" sz="2200" spc="-1" strike="noStrike">
                <a:solidFill>
                  <a:schemeClr val="dk1"/>
                </a:solidFill>
                <a:latin typeface="Calibri"/>
              </a:rPr>
              <a:t>“</a:t>
            </a:r>
            <a:r>
              <a:rPr b="0" i="1" lang="en-US" sz="2200" spc="-1" strike="noStrike">
                <a:solidFill>
                  <a:schemeClr val="dk1"/>
                </a:solidFill>
                <a:latin typeface="Calibri"/>
              </a:rPr>
              <a:t>I’ve talked for a long time about the fact that we need a system of making concrete where we give the cement away free and we charge $10 a gallon for special water to mix it with, and it won’t set and harden unless you mix it with the special water.</a:t>
            </a:r>
            <a:endParaRPr b="0" lang="en-US" sz="2200" spc="-1" strike="noStrike">
              <a:solidFill>
                <a:srgbClr val="000000"/>
              </a:solidFill>
              <a:latin typeface="Arial"/>
            </a:endParaRPr>
          </a:p>
          <a:p>
            <a:pPr algn="ctr" defTabSz="914400">
              <a:lnSpc>
                <a:spcPct val="100000"/>
              </a:lnSpc>
            </a:pPr>
            <a:endParaRPr b="0" lang="en-US" sz="2200" spc="-1" strike="noStrike">
              <a:solidFill>
                <a:srgbClr val="000000"/>
              </a:solidFill>
              <a:latin typeface="Arial"/>
            </a:endParaRPr>
          </a:p>
          <a:p>
            <a:pPr algn="ctr" defTabSz="914400">
              <a:lnSpc>
                <a:spcPct val="100000"/>
              </a:lnSpc>
            </a:pPr>
            <a:r>
              <a:rPr b="1" i="1" lang="en-US" sz="2200" spc="-1" strike="noStrike">
                <a:solidFill>
                  <a:schemeClr val="lt1"/>
                </a:solidFill>
                <a:latin typeface="Calibri"/>
              </a:rPr>
              <a:t>That will make people cut down on the water – 99% of everything that’s wrong with concrete is the result of people putting in too much water.”</a:t>
            </a:r>
            <a:endParaRPr b="0" lang="en-US" sz="2200" spc="-1" strike="noStrike">
              <a:solidFill>
                <a:srgbClr val="000000"/>
              </a:solidFill>
              <a:latin typeface="Arial"/>
            </a:endParaRPr>
          </a:p>
        </p:txBody>
      </p:sp>
      <p:sp>
        <p:nvSpPr>
          <p:cNvPr id="783" name="TextBox 18"/>
          <p:cNvSpPr/>
          <p:nvPr/>
        </p:nvSpPr>
        <p:spPr>
          <a:xfrm>
            <a:off x="8175240" y="3860640"/>
            <a:ext cx="2200320" cy="363960"/>
          </a:xfrm>
          <a:prstGeom prst="rect">
            <a:avLst/>
          </a:prstGeom>
          <a:noFill/>
          <a:ln w="9525">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Brian Mather, 2000</a:t>
            </a:r>
            <a:endParaRPr b="0" lang="en-US" sz="1800" spc="-1" strike="noStrike">
              <a:solidFill>
                <a:srgbClr val="000000"/>
              </a:solidFill>
              <a:latin typeface="Arial"/>
            </a:endParaRPr>
          </a:p>
        </p:txBody>
      </p:sp>
      <p:pic>
        <p:nvPicPr>
          <p:cNvPr id="784" name="Picture 6" descr="IM001036.JPG"/>
          <p:cNvPicPr/>
          <p:nvPr/>
        </p:nvPicPr>
        <p:blipFill>
          <a:blip r:embed="rId1"/>
          <a:stretch/>
        </p:blipFill>
        <p:spPr>
          <a:xfrm>
            <a:off x="3241800" y="4437000"/>
            <a:ext cx="5590800" cy="2328480"/>
          </a:xfrm>
          <a:prstGeom prst="rect">
            <a:avLst/>
          </a:prstGeom>
          <a:ln w="9525">
            <a:noFill/>
          </a:ln>
        </p:spPr>
      </p:pic>
      <p:sp>
        <p:nvSpPr>
          <p:cNvPr id="3" name="PlaceHolder 2"/>
          <p:cNvSpPr>
            <a:spLocks noGrp="1"/>
          </p:cNvSpPr>
          <p:nvPr>
            <p:ph type="sldNum" idx="26"/>
          </p:nvPr>
        </p:nvSpPr>
        <p:spPr/>
        <p:txBody>
          <a:bodyPr/>
          <a:p>
            <a:fld id="{5B0D8029-CD2B-44C4-9E88-19F84CF4B74D}"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5" name="PlaceHolder 1"/>
          <p:cNvSpPr>
            <a:spLocks noGrp="1"/>
          </p:cNvSpPr>
          <p:nvPr>
            <p:ph type="title"/>
          </p:nvPr>
        </p:nvSpPr>
        <p:spPr>
          <a:xfrm>
            <a:off x="1919520" y="188640"/>
            <a:ext cx="7792560" cy="146160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a:solidFill>
                  <a:schemeClr val="dk1">
                    <a:lumMod val="85000"/>
                    <a:lumOff val="15000"/>
                  </a:schemeClr>
                </a:solidFill>
                <a:latin typeface="Century Gothic"/>
              </a:rPr>
              <a:t>Hardening of concrete</a:t>
            </a:r>
            <a:endParaRPr b="0" lang="en-US" sz="4000" spc="-1" strike="noStrike">
              <a:solidFill>
                <a:schemeClr val="dk1"/>
              </a:solidFill>
              <a:latin typeface="Century Gothic"/>
            </a:endParaRPr>
          </a:p>
        </p:txBody>
      </p:sp>
      <p:sp>
        <p:nvSpPr>
          <p:cNvPr id="786" name="PlaceHolder 2"/>
          <p:cNvSpPr>
            <a:spLocks noGrp="1"/>
          </p:cNvSpPr>
          <p:nvPr>
            <p:ph/>
          </p:nvPr>
        </p:nvSpPr>
        <p:spPr>
          <a:xfrm>
            <a:off x="1552680" y="1412640"/>
            <a:ext cx="4190760" cy="4114440"/>
          </a:xfrm>
          <a:prstGeom prst="rect">
            <a:avLst/>
          </a:prstGeom>
          <a:noFill/>
          <a:ln w="0">
            <a:noFill/>
          </a:ln>
        </p:spPr>
        <p:txBody>
          <a:bodyPr lIns="91440" rIns="91440" tIns="45720" bIns="45720" anchor="t">
            <a:noAutofit/>
          </a:bodyPr>
          <a:p>
            <a:pPr marL="343080" indent="-343080" defTabSz="457200">
              <a:lnSpc>
                <a:spcPct val="100000"/>
              </a:lnSpc>
              <a:spcBef>
                <a:spcPts val="1001"/>
              </a:spcBef>
              <a:buNone/>
              <a:tabLst>
                <a:tab algn="l" pos="0"/>
              </a:tabLst>
            </a:pPr>
            <a:r>
              <a:rPr b="0" lang="en-US" sz="2000" spc="-1" strike="noStrike">
                <a:solidFill>
                  <a:schemeClr val="dk1">
                    <a:lumMod val="75000"/>
                    <a:lumOff val="25000"/>
                  </a:schemeClr>
                </a:solidFill>
                <a:latin typeface="Century Gothic"/>
              </a:rPr>
              <a:t>	</a:t>
            </a:r>
            <a:r>
              <a:rPr b="0" lang="en-US" sz="2400" spc="-1" strike="noStrike">
                <a:solidFill>
                  <a:schemeClr val="dk1">
                    <a:lumMod val="75000"/>
                    <a:lumOff val="25000"/>
                  </a:schemeClr>
                </a:solidFill>
                <a:latin typeface="Century Gothic"/>
              </a:rPr>
              <a:t>Unlike mud which becomes hard as a consequence of drying, concrete sets and gains strength because of a chemical reaction between grains of cement and water.  This chemical reaction is called hydration and is exothermic.  </a:t>
            </a:r>
            <a:endParaRPr b="0" lang="en-US" sz="2400" spc="-1" strike="noStrike">
              <a:solidFill>
                <a:schemeClr val="dk1">
                  <a:lumMod val="75000"/>
                  <a:lumOff val="25000"/>
                </a:schemeClr>
              </a:solidFill>
              <a:latin typeface="Century Gothic"/>
            </a:endParaRPr>
          </a:p>
        </p:txBody>
      </p:sp>
      <p:pic>
        <p:nvPicPr>
          <p:cNvPr id="787" name="Picture 5" descr="DSC00378"/>
          <p:cNvPicPr/>
          <p:nvPr/>
        </p:nvPicPr>
        <p:blipFill>
          <a:blip r:embed="rId1"/>
          <a:stretch/>
        </p:blipFill>
        <p:spPr>
          <a:xfrm>
            <a:off x="5777280" y="1981080"/>
            <a:ext cx="4861800" cy="3646080"/>
          </a:xfrm>
          <a:prstGeom prst="rect">
            <a:avLst/>
          </a:prstGeom>
          <a:ln w="38100">
            <a:solidFill>
              <a:srgbClr val="000000"/>
            </a:solidFill>
            <a:miter/>
          </a:ln>
        </p:spPr>
      </p:pic>
      <p:sp>
        <p:nvSpPr>
          <p:cNvPr id="788" name="Rectangle 4"/>
          <p:cNvSpPr/>
          <p:nvPr/>
        </p:nvSpPr>
        <p:spPr>
          <a:xfrm>
            <a:off x="1523880" y="5638680"/>
            <a:ext cx="9143640" cy="1218960"/>
          </a:xfrm>
          <a:prstGeom prst="rect">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algn="ctr" defTabSz="914400">
              <a:lnSpc>
                <a:spcPct val="100000"/>
              </a:lnSpc>
              <a:spcBef>
                <a:spcPts val="479"/>
              </a:spcBef>
            </a:pPr>
            <a:endParaRPr b="0" lang="en-US" sz="2400" spc="-1" strike="noStrike">
              <a:solidFill>
                <a:srgbClr val="000000"/>
              </a:solidFill>
              <a:latin typeface="Arial"/>
            </a:endParaRPr>
          </a:p>
          <a:p>
            <a:pPr algn="ctr" defTabSz="914400">
              <a:lnSpc>
                <a:spcPct val="100000"/>
              </a:lnSpc>
              <a:spcBef>
                <a:spcPts val="439"/>
              </a:spcBef>
            </a:pPr>
            <a:r>
              <a:rPr b="0" lang="en-US" sz="2200" spc="-1" strike="noStrike">
                <a:solidFill>
                  <a:schemeClr val="dk1"/>
                </a:solidFill>
                <a:latin typeface="Arial"/>
              </a:rPr>
              <a:t>Hydration (and its associated strength gain) will stop if the concrete</a:t>
            </a:r>
            <a:endParaRPr b="0" lang="en-US" sz="2200" spc="-1" strike="noStrike">
              <a:solidFill>
                <a:srgbClr val="000000"/>
              </a:solidFill>
              <a:latin typeface="Arial"/>
            </a:endParaRPr>
          </a:p>
          <a:p>
            <a:pPr algn="ctr" defTabSz="914400">
              <a:lnSpc>
                <a:spcPct val="100000"/>
              </a:lnSpc>
              <a:spcBef>
                <a:spcPts val="439"/>
              </a:spcBef>
            </a:pPr>
            <a:r>
              <a:rPr b="0" lang="en-US" sz="2200" spc="-1" strike="noStrike">
                <a:solidFill>
                  <a:schemeClr val="dk1"/>
                </a:solidFill>
                <a:latin typeface="Arial"/>
              </a:rPr>
              <a:t> </a:t>
            </a:r>
            <a:r>
              <a:rPr b="0" lang="en-US" sz="2200" spc="-1" strike="noStrike">
                <a:solidFill>
                  <a:schemeClr val="dk1"/>
                </a:solidFill>
                <a:latin typeface="Arial"/>
              </a:rPr>
              <a:t>dries out.  Freshly placed concrete must therefore be kept wet (cured).</a:t>
            </a:r>
            <a:endParaRPr b="0" lang="en-US" sz="2200" spc="-1" strike="noStrike">
              <a:solidFill>
                <a:srgbClr val="000000"/>
              </a:solidFill>
              <a:latin typeface="Arial"/>
            </a:endParaRPr>
          </a:p>
          <a:p>
            <a:pPr algn="ctr" defTabSz="914400">
              <a:lnSpc>
                <a:spcPct val="100000"/>
              </a:lnSpc>
            </a:pP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title"/>
          </p:nvPr>
        </p:nvSpPr>
        <p:spPr>
          <a:xfrm>
            <a:off x="1703520" y="40680"/>
            <a:ext cx="9143640" cy="875880"/>
          </a:xfrm>
          <a:prstGeom prst="rect">
            <a:avLst/>
          </a:prstGeom>
          <a:noFill/>
          <a:ln w="0">
            <a:noFill/>
          </a:ln>
        </p:spPr>
        <p:txBody>
          <a:bodyPr lIns="91440" rIns="91440" tIns="45720" bIns="45720" anchor="t">
            <a:noAutofit/>
          </a:bodyPr>
          <a:p>
            <a:pPr indent="0" defTabSz="457200">
              <a:lnSpc>
                <a:spcPct val="100000"/>
              </a:lnSpc>
              <a:buNone/>
            </a:pPr>
            <a:r>
              <a:rPr b="1" lang="en-US" sz="3200" spc="-1" strike="noStrike">
                <a:solidFill>
                  <a:srgbClr val="d95900"/>
                </a:solidFill>
                <a:latin typeface="Arial"/>
              </a:rPr>
              <a:t>The hardening and strengthening process</a:t>
            </a:r>
            <a:endParaRPr b="0" lang="en-US" sz="3200" spc="-1" strike="noStrike">
              <a:solidFill>
                <a:schemeClr val="dk1"/>
              </a:solidFill>
              <a:latin typeface="Century Gothic"/>
            </a:endParaRPr>
          </a:p>
        </p:txBody>
      </p:sp>
      <p:graphicFrame>
        <p:nvGraphicFramePr>
          <p:cNvPr id="790" name="Object 3"/>
          <p:cNvGraphicFramePr/>
          <p:nvPr/>
        </p:nvGraphicFramePr>
        <p:xfrm>
          <a:off x="1523880" y="907920"/>
          <a:ext cx="8675280" cy="4338360"/>
        </p:xfrm>
        <a:graphic>
          <a:graphicData uri="http://schemas.openxmlformats.org/presentationml/2006/ole">
            <p:oleObj progId="ImageExpertImage" r:id="rId1" spid="">
              <p:embed/>
              <p:pic>
                <p:nvPicPr>
                  <p:cNvPr id="791" name="Object 3" descr=""/>
                  <p:cNvPicPr/>
                  <p:nvPr/>
                </p:nvPicPr>
                <p:blipFill>
                  <a:blip r:embed="rId2"/>
                  <a:stretch/>
                </p:blipFill>
                <p:spPr>
                  <a:xfrm>
                    <a:off x="1523880" y="907920"/>
                    <a:ext cx="8675280" cy="4338360"/>
                  </a:xfrm>
                  <a:prstGeom prst="rect">
                    <a:avLst/>
                  </a:prstGeom>
                  <a:ln w="0">
                    <a:noFill/>
                  </a:ln>
                </p:spPr>
              </p:pic>
            </p:oleObj>
          </a:graphicData>
        </a:graphic>
      </p:graphicFrame>
      <p:sp>
        <p:nvSpPr>
          <p:cNvPr id="792" name="Rectangle 4"/>
          <p:cNvSpPr/>
          <p:nvPr/>
        </p:nvSpPr>
        <p:spPr>
          <a:xfrm>
            <a:off x="1523880" y="5334120"/>
            <a:ext cx="9143640" cy="1523520"/>
          </a:xfrm>
          <a:prstGeom prst="rect">
            <a:avLst/>
          </a:prstGeom>
          <a:solidFill>
            <a:srgbClr val="ffff00"/>
          </a:solidFill>
          <a:ln w="9525">
            <a:solidFill>
              <a:srgbClr val="000000"/>
            </a:solidFill>
            <a:miter/>
          </a:ln>
        </p:spPr>
        <p:style>
          <a:lnRef idx="0"/>
          <a:fillRef idx="0"/>
          <a:effectRef idx="0"/>
          <a:fontRef idx="minor"/>
        </p:style>
        <p:txBody>
          <a:bodyPr wrap="none" lIns="90000" rIns="90000" tIns="45000" bIns="45000" anchor="ctr">
            <a:noAutofit/>
          </a:bodyPr>
          <a:p>
            <a:pPr algn="ctr" defTabSz="914400">
              <a:lnSpc>
                <a:spcPct val="100000"/>
              </a:lnSpc>
            </a:pPr>
            <a:endParaRPr b="0" lang="en-GB" sz="2400" spc="-1" strike="noStrike">
              <a:solidFill>
                <a:schemeClr val="dk1"/>
              </a:solidFill>
              <a:latin typeface="Arial"/>
            </a:endParaRPr>
          </a:p>
        </p:txBody>
      </p:sp>
      <p:sp>
        <p:nvSpPr>
          <p:cNvPr id="793" name="Text Box 5"/>
          <p:cNvSpPr/>
          <p:nvPr/>
        </p:nvSpPr>
        <p:spPr>
          <a:xfrm>
            <a:off x="1525320" y="5334120"/>
            <a:ext cx="9143640" cy="1765440"/>
          </a:xfrm>
          <a:prstGeom prst="rect">
            <a:avLst/>
          </a:prstGeom>
          <a:solidFill>
            <a:schemeClr val="bg1">
              <a:lumMod val="85000"/>
            </a:schemeClr>
          </a:solidFill>
          <a:ln w="0">
            <a:noFill/>
          </a:ln>
        </p:spPr>
        <p:style>
          <a:lnRef idx="0"/>
          <a:fillRef idx="0"/>
          <a:effectRef idx="0"/>
          <a:fontRef idx="minor"/>
        </p:style>
        <p:txBody>
          <a:bodyPr lIns="90000" rIns="90000" tIns="45000" bIns="45000" anchor="t">
            <a:spAutoFit/>
          </a:bodyPr>
          <a:p>
            <a:pPr defTabSz="914400">
              <a:lnSpc>
                <a:spcPct val="100000"/>
              </a:lnSpc>
            </a:pPr>
            <a:r>
              <a:rPr b="0" lang="en-US" sz="2200" spc="-1" strike="noStrike">
                <a:solidFill>
                  <a:schemeClr val="dk1"/>
                </a:solidFill>
                <a:latin typeface="Arial"/>
              </a:rPr>
              <a:t>This graph illustrates the typical rate at which normal portland cement concrete gains strength at an ambient temperature of about 20</a:t>
            </a:r>
            <a:r>
              <a:rPr b="0" lang="en-US" sz="2200" spc="-1" strike="noStrike" baseline="30000">
                <a:solidFill>
                  <a:schemeClr val="dk1"/>
                </a:solidFill>
                <a:latin typeface="Arial"/>
              </a:rPr>
              <a:t>0</a:t>
            </a:r>
            <a:r>
              <a:rPr b="0" lang="en-US" sz="2200" spc="-1" strike="noStrike">
                <a:solidFill>
                  <a:schemeClr val="dk1"/>
                </a:solidFill>
                <a:latin typeface="Arial"/>
              </a:rPr>
              <a:t>C.  Alteration of the type of cement and temperature would change the exact shape of the curve.  The curve is an inverse log function.</a:t>
            </a:r>
            <a:endParaRPr b="0" lang="en-US" sz="2200" spc="-1" strike="noStrike">
              <a:solidFill>
                <a:srgbClr val="000000"/>
              </a:solidFill>
              <a:latin typeface="Arial"/>
            </a:endParaRPr>
          </a:p>
          <a:p>
            <a:pPr defTabSz="914400">
              <a:lnSpc>
                <a:spcPct val="100000"/>
              </a:lnSpc>
            </a:pPr>
            <a:endParaRPr b="0" lang="en-US" sz="2200" spc="-1" strike="noStrike">
              <a:solidFill>
                <a:srgbClr val="000000"/>
              </a:solidFill>
              <a:latin typeface="Arial"/>
            </a:endParaRPr>
          </a:p>
        </p:txBody>
      </p:sp>
      <p:sp>
        <p:nvSpPr>
          <p:cNvPr id="794" name="Slide Number Placeholder 3"/>
          <p:cNvSpPr/>
          <p:nvPr/>
        </p:nvSpPr>
        <p:spPr>
          <a:xfrm>
            <a:off x="531720" y="787680"/>
            <a:ext cx="779400" cy="364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fld id="{F06095CF-E0F1-4F3A-BAF6-0B90461A1C46}" type="slidenum">
              <a:rPr b="0" lang="en-US" sz="1800" spc="-1" strike="noStrike">
                <a:solidFill>
                  <a:schemeClr val="dk1"/>
                </a:solidFill>
                <a:latin typeface="Century Gothic"/>
              </a:rPr>
              <a:t>10</a:t>
            </a:fld>
            <a:endParaRPr b="0" lang="en-US" sz="1800" spc="-1" strike="noStrike">
              <a:solidFill>
                <a:srgbClr val="000000"/>
              </a:solidFill>
              <a:latin typeface="Arial"/>
            </a:endParaRPr>
          </a:p>
        </p:txBody>
      </p:sp>
      <p:sp>
        <p:nvSpPr>
          <p:cNvPr id="3" name="PlaceHolder 2"/>
          <p:cNvSpPr>
            <a:spLocks noGrp="1"/>
          </p:cNvSpPr>
          <p:nvPr>
            <p:ph type="sldNum" idx="26"/>
          </p:nvPr>
        </p:nvSpPr>
        <p:spPr/>
        <p:txBody>
          <a:bodyPr/>
          <a:p>
            <a:fld id="{8D139082-B68A-4B2F-AFF8-C464FCAC0BB5}"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title"/>
          </p:nvPr>
        </p:nvSpPr>
        <p:spPr>
          <a:xfrm>
            <a:off x="1631520" y="0"/>
            <a:ext cx="9143640" cy="691920"/>
          </a:xfrm>
          <a:prstGeom prst="rect">
            <a:avLst/>
          </a:prstGeom>
          <a:noFill/>
          <a:ln w="0">
            <a:noFill/>
          </a:ln>
        </p:spPr>
        <p:txBody>
          <a:bodyPr lIns="91440" rIns="91440" tIns="45720" bIns="45720" anchor="t">
            <a:noAutofit/>
          </a:bodyPr>
          <a:p>
            <a:pPr indent="0" defTabSz="457200">
              <a:lnSpc>
                <a:spcPct val="100000"/>
              </a:lnSpc>
              <a:buNone/>
            </a:pPr>
            <a:r>
              <a:rPr b="1" lang="en-US" sz="3200" spc="-1" strike="noStrike">
                <a:solidFill>
                  <a:srgbClr val="d95900"/>
                </a:solidFill>
                <a:latin typeface="Arial"/>
              </a:rPr>
              <a:t>When does concrete reach its full strength?</a:t>
            </a:r>
            <a:endParaRPr b="0" lang="en-US" sz="3200" spc="-1" strike="noStrike">
              <a:solidFill>
                <a:schemeClr val="dk1"/>
              </a:solidFill>
              <a:latin typeface="Century Gothic"/>
            </a:endParaRPr>
          </a:p>
        </p:txBody>
      </p:sp>
      <p:graphicFrame>
        <p:nvGraphicFramePr>
          <p:cNvPr id="796" name="Object 3"/>
          <p:cNvGraphicFramePr/>
          <p:nvPr/>
        </p:nvGraphicFramePr>
        <p:xfrm>
          <a:off x="1523880" y="692280"/>
          <a:ext cx="7605360" cy="3885840"/>
        </p:xfrm>
        <a:graphic>
          <a:graphicData uri="http://schemas.openxmlformats.org/presentationml/2006/ole">
            <p:oleObj progId="ImageExpertImage" r:id="rId1" spid="">
              <p:embed/>
              <p:pic>
                <p:nvPicPr>
                  <p:cNvPr id="797" name="Object 3" descr=""/>
                  <p:cNvPicPr/>
                  <p:nvPr/>
                </p:nvPicPr>
                <p:blipFill>
                  <a:blip r:embed="rId2"/>
                  <a:stretch/>
                </p:blipFill>
                <p:spPr>
                  <a:xfrm>
                    <a:off x="1523880" y="692280"/>
                    <a:ext cx="7605360" cy="3885840"/>
                  </a:xfrm>
                  <a:prstGeom prst="rect">
                    <a:avLst/>
                  </a:prstGeom>
                  <a:ln w="0">
                    <a:noFill/>
                  </a:ln>
                </p:spPr>
              </p:pic>
            </p:oleObj>
          </a:graphicData>
        </a:graphic>
      </p:graphicFrame>
      <p:sp>
        <p:nvSpPr>
          <p:cNvPr id="798" name="Rectangle 4"/>
          <p:cNvSpPr/>
          <p:nvPr/>
        </p:nvSpPr>
        <p:spPr>
          <a:xfrm>
            <a:off x="1523880" y="4572000"/>
            <a:ext cx="9143640" cy="2285640"/>
          </a:xfrm>
          <a:prstGeom prst="rect">
            <a:avLst/>
          </a:prstGeom>
          <a:solidFill>
            <a:schemeClr val="bg1">
              <a:lumMod val="75000"/>
            </a:schemeClr>
          </a:solidFill>
          <a:ln w="9525">
            <a:solidFill>
              <a:srgbClr val="000000"/>
            </a:solidFill>
            <a:miter/>
          </a:ln>
        </p:spPr>
        <p:style>
          <a:lnRef idx="0"/>
          <a:fillRef idx="0"/>
          <a:effectRef idx="0"/>
          <a:fontRef idx="minor"/>
        </p:style>
        <p:txBody>
          <a:bodyPr wrap="none" lIns="90000" rIns="90000" tIns="45000" bIns="45000" anchor="ctr">
            <a:noAutofit/>
          </a:bodyPr>
          <a:p>
            <a:pPr algn="ctr" defTabSz="914400">
              <a:lnSpc>
                <a:spcPct val="100000"/>
              </a:lnSpc>
            </a:pPr>
            <a:endParaRPr b="0" lang="en-GB" sz="2400" spc="-1" strike="noStrike">
              <a:solidFill>
                <a:schemeClr val="dk1"/>
              </a:solidFill>
              <a:latin typeface="Arial"/>
            </a:endParaRPr>
          </a:p>
        </p:txBody>
      </p:sp>
      <p:sp>
        <p:nvSpPr>
          <p:cNvPr id="799" name="Text Box 5"/>
          <p:cNvSpPr/>
          <p:nvPr/>
        </p:nvSpPr>
        <p:spPr>
          <a:xfrm>
            <a:off x="1523880" y="4632480"/>
            <a:ext cx="9143640" cy="2224080"/>
          </a:xfrm>
          <a:prstGeom prst="rect">
            <a:avLst/>
          </a:prstGeom>
          <a:solidFill>
            <a:schemeClr val="bg1">
              <a:lumMod val="85000"/>
            </a:schemeClr>
          </a:solidFill>
          <a:ln w="0">
            <a:noFill/>
          </a:ln>
        </p:spPr>
        <p:style>
          <a:lnRef idx="0"/>
          <a:fillRef idx="0"/>
          <a:effectRef idx="0"/>
          <a:fontRef idx="minor"/>
        </p:style>
        <p:txBody>
          <a:bodyPr lIns="90000" rIns="90000" tIns="45000" bIns="45000" anchor="t">
            <a:spAutoFit/>
          </a:bodyPr>
          <a:p>
            <a:pPr defTabSz="914400">
              <a:lnSpc>
                <a:spcPct val="100000"/>
              </a:lnSpc>
            </a:pPr>
            <a:r>
              <a:rPr b="0" lang="en-US" sz="2000" spc="-1" strike="noStrike">
                <a:solidFill>
                  <a:schemeClr val="dk1"/>
                </a:solidFill>
                <a:latin typeface="Arial"/>
              </a:rPr>
              <a:t>For convenience, engineers often specify concrete strength at 28 days.  This should not be taken to imply that at 28 days the concrete stops gaining strength.  As long as there is both unhydrated cement and water present, concrete has the potential to gain strength.  If fact, measurable strength gains have been recorded after six years and in theory, concrete made in Roman times is becoming stronger day by day.  In large dams, it is not uncommon for engineers to specify strengths at 56 or 90 days.</a:t>
            </a:r>
            <a:endParaRPr b="0" lang="en-US" sz="2000" spc="-1" strike="noStrike">
              <a:solidFill>
                <a:srgbClr val="000000"/>
              </a:solidFill>
              <a:latin typeface="Arial"/>
            </a:endParaRPr>
          </a:p>
        </p:txBody>
      </p:sp>
      <p:sp>
        <p:nvSpPr>
          <p:cNvPr id="800" name="Slide Number Placeholder 7"/>
          <p:cNvSpPr/>
          <p:nvPr/>
        </p:nvSpPr>
        <p:spPr>
          <a:xfrm>
            <a:off x="531720" y="787680"/>
            <a:ext cx="779400" cy="364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fld id="{D4D40A48-67FE-488E-ACCD-98E0EB4F22E5}" type="slidenum">
              <a:rPr b="0" lang="en-US" sz="1800" spc="-1" strike="noStrike">
                <a:solidFill>
                  <a:schemeClr val="dk1"/>
                </a:solidFill>
                <a:latin typeface="Century Gothic"/>
              </a:rPr>
              <a:t>10</a:t>
            </a:fld>
            <a:endParaRPr b="0" lang="en-US" sz="1800" spc="-1" strike="noStrike">
              <a:solidFill>
                <a:srgbClr val="000000"/>
              </a:solidFill>
              <a:latin typeface="Arial"/>
            </a:endParaRPr>
          </a:p>
        </p:txBody>
      </p:sp>
      <p:sp>
        <p:nvSpPr>
          <p:cNvPr id="3" name="PlaceHolder 2"/>
          <p:cNvSpPr>
            <a:spLocks noGrp="1"/>
          </p:cNvSpPr>
          <p:nvPr>
            <p:ph type="sldNum" idx="26"/>
          </p:nvPr>
        </p:nvSpPr>
        <p:spPr/>
        <p:txBody>
          <a:bodyPr/>
          <a:p>
            <a:fld id="{69EC9CCE-6A7D-46F9-9790-3B40E24F3C96}"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title"/>
          </p:nvPr>
        </p:nvSpPr>
        <p:spPr>
          <a:xfrm>
            <a:off x="609480" y="228600"/>
            <a:ext cx="10972440" cy="533160"/>
          </a:xfrm>
          <a:prstGeom prst="rect">
            <a:avLst/>
          </a:prstGeom>
          <a:noFill/>
          <a:ln w="0">
            <a:noFill/>
          </a:ln>
        </p:spPr>
        <p:txBody>
          <a:bodyPr lIns="91440" rIns="91440" tIns="45720" bIns="45720" anchor="t">
            <a:normAutofit fontScale="74433"/>
          </a:bodyPr>
          <a:p>
            <a:pPr indent="0" defTabSz="457200">
              <a:lnSpc>
                <a:spcPct val="100000"/>
              </a:lnSpc>
              <a:buNone/>
            </a:pPr>
            <a:r>
              <a:rPr b="1" lang="en-ZA" sz="4000" spc="-1" strike="noStrike">
                <a:solidFill>
                  <a:srgbClr val="d95900"/>
                </a:solidFill>
                <a:latin typeface="Arial"/>
              </a:rPr>
              <a:t>Specified Characteristic Strength</a:t>
            </a:r>
            <a:endParaRPr b="0" lang="en-US" sz="4000" spc="-1" strike="noStrike">
              <a:solidFill>
                <a:schemeClr val="dk1"/>
              </a:solidFill>
              <a:latin typeface="Century Gothic"/>
            </a:endParaRPr>
          </a:p>
        </p:txBody>
      </p:sp>
      <p:sp>
        <p:nvSpPr>
          <p:cNvPr id="802" name="PlaceHolder 2"/>
          <p:cNvSpPr>
            <a:spLocks noGrp="1"/>
          </p:cNvSpPr>
          <p:nvPr>
            <p:ph/>
          </p:nvPr>
        </p:nvSpPr>
        <p:spPr>
          <a:xfrm>
            <a:off x="609480" y="1189080"/>
            <a:ext cx="10972440" cy="4079520"/>
          </a:xfrm>
          <a:prstGeom prst="rect">
            <a:avLst/>
          </a:prstGeom>
          <a:noFill/>
          <a:ln w="0">
            <a:noFill/>
          </a:ln>
        </p:spPr>
        <p:txBody>
          <a:bodyPr lIns="91440" rIns="91440" tIns="45720" bIns="45720" anchor="t">
            <a:noAutofit/>
          </a:bodyPr>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The strength specified by an engineer is known as the:</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specified strength or </a:t>
            </a:r>
            <a:endParaRPr b="0" lang="en-US" sz="24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characteristic strength or</a:t>
            </a:r>
            <a:endParaRPr b="0" lang="en-US" sz="24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specified characteristic strength (S.C.S) </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It is defined as the strength below which no more than 5% of the test results may fall.</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endParaRPr b="0" lang="en-US" sz="1800" spc="-1" strike="noStrike">
              <a:solidFill>
                <a:schemeClr val="dk1">
                  <a:lumMod val="75000"/>
                  <a:lumOff val="25000"/>
                </a:schemeClr>
              </a:solidFill>
              <a:latin typeface="Century Gothic"/>
            </a:endParaRPr>
          </a:p>
        </p:txBody>
      </p:sp>
      <p:sp>
        <p:nvSpPr>
          <p:cNvPr id="803" name="Slide Number Placeholder 7"/>
          <p:cNvSpPr/>
          <p:nvPr/>
        </p:nvSpPr>
        <p:spPr>
          <a:xfrm>
            <a:off x="531720" y="787680"/>
            <a:ext cx="779400" cy="364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fld id="{2321E996-D2CF-4C1A-9601-CFF0B369DFDD}" type="slidenum">
              <a:rPr b="0" lang="en-US" sz="1800" spc="-1" strike="noStrike">
                <a:solidFill>
                  <a:schemeClr val="dk1"/>
                </a:solidFill>
                <a:latin typeface="Century Gothic"/>
              </a:rPr>
              <a:t>18</a:t>
            </a:fld>
            <a:endParaRPr b="0" lang="en-US" sz="1800" spc="-1" strike="noStrike">
              <a:solidFill>
                <a:srgbClr val="000000"/>
              </a:solidFill>
              <a:latin typeface="Arial"/>
            </a:endParaRPr>
          </a:p>
        </p:txBody>
      </p:sp>
      <p:sp>
        <p:nvSpPr>
          <p:cNvPr id="4" name="PlaceHolder 3"/>
          <p:cNvSpPr>
            <a:spLocks noGrp="1"/>
          </p:cNvSpPr>
          <p:nvPr>
            <p:ph type="sldNum" idx="26"/>
          </p:nvPr>
        </p:nvSpPr>
        <p:spPr/>
        <p:txBody>
          <a:bodyPr/>
          <a:p>
            <a:fld id="{453B129A-B333-44A4-9466-3AA8B2953D4F}"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title"/>
          </p:nvPr>
        </p:nvSpPr>
        <p:spPr>
          <a:xfrm>
            <a:off x="609480" y="228600"/>
            <a:ext cx="10972440" cy="533160"/>
          </a:xfrm>
          <a:prstGeom prst="rect">
            <a:avLst/>
          </a:prstGeom>
          <a:noFill/>
          <a:ln w="0">
            <a:noFill/>
          </a:ln>
        </p:spPr>
        <p:txBody>
          <a:bodyPr lIns="91440" rIns="91440" tIns="45720" bIns="45720" anchor="t">
            <a:normAutofit fontScale="74433"/>
          </a:bodyPr>
          <a:p>
            <a:pPr indent="0" defTabSz="457200">
              <a:lnSpc>
                <a:spcPct val="100000"/>
              </a:lnSpc>
              <a:buNone/>
            </a:pPr>
            <a:r>
              <a:rPr b="1" lang="en-ZA" sz="4000" spc="-1" strike="noStrike">
                <a:solidFill>
                  <a:srgbClr val="d95900"/>
                </a:solidFill>
                <a:latin typeface="Arial"/>
              </a:rPr>
              <a:t>SCS vs. TMS</a:t>
            </a:r>
            <a:endParaRPr b="0" lang="en-US" sz="4000" spc="-1" strike="noStrike">
              <a:solidFill>
                <a:schemeClr val="dk1"/>
              </a:solidFill>
              <a:latin typeface="Century Gothic"/>
            </a:endParaRPr>
          </a:p>
        </p:txBody>
      </p:sp>
      <p:sp>
        <p:nvSpPr>
          <p:cNvPr id="805" name="PlaceHolder 2"/>
          <p:cNvSpPr>
            <a:spLocks noGrp="1"/>
          </p:cNvSpPr>
          <p:nvPr>
            <p:ph/>
          </p:nvPr>
        </p:nvSpPr>
        <p:spPr>
          <a:xfrm>
            <a:off x="609480" y="1189080"/>
            <a:ext cx="10972440" cy="4079520"/>
          </a:xfrm>
          <a:prstGeom prst="rect">
            <a:avLst/>
          </a:prstGeom>
          <a:noFill/>
          <a:ln w="0">
            <a:noFill/>
          </a:ln>
        </p:spPr>
        <p:txBody>
          <a:bodyPr lIns="91440" rIns="91440" tIns="45720" bIns="45720" anchor="t">
            <a:noAutofit/>
          </a:bodyPr>
          <a:p>
            <a:pPr marL="457200" indent="-457200" defTabSz="457200">
              <a:lnSpc>
                <a:spcPct val="100000"/>
              </a:lnSpc>
              <a:spcBef>
                <a:spcPts val="1001"/>
              </a:spcBef>
              <a:buClr>
                <a:srgbClr val="a53010"/>
              </a:buClr>
              <a:buFont typeface="Arial"/>
              <a:buChar char="•"/>
            </a:pPr>
            <a:r>
              <a:rPr b="0" lang="en-ZA" sz="2800" spc="-1" strike="noStrike">
                <a:solidFill>
                  <a:schemeClr val="dk1">
                    <a:lumMod val="75000"/>
                    <a:lumOff val="25000"/>
                  </a:schemeClr>
                </a:solidFill>
                <a:latin typeface="Century Gothic"/>
              </a:rPr>
              <a:t>The strength of the concrete that the </a:t>
            </a:r>
            <a:r>
              <a:rPr b="0" lang="en-US" sz="2800" spc="-1" strike="noStrike">
                <a:solidFill>
                  <a:schemeClr val="dk1">
                    <a:lumMod val="75000"/>
                    <a:lumOff val="25000"/>
                  </a:schemeClr>
                </a:solidFill>
                <a:latin typeface="Century Gothic"/>
              </a:rPr>
              <a:t>C</a:t>
            </a:r>
            <a:r>
              <a:rPr b="0" lang="en-ZA" sz="2800" spc="-1" strike="noStrike">
                <a:solidFill>
                  <a:schemeClr val="dk1">
                    <a:lumMod val="75000"/>
                    <a:lumOff val="25000"/>
                  </a:schemeClr>
                </a:solidFill>
                <a:latin typeface="Century Gothic"/>
              </a:rPr>
              <a:t>ontractor must achieve on site is called the:</a:t>
            </a:r>
            <a:endParaRPr b="0" lang="en-US" sz="2800" spc="-1" strike="noStrike">
              <a:solidFill>
                <a:schemeClr val="dk1">
                  <a:lumMod val="75000"/>
                  <a:lumOff val="25000"/>
                </a:schemeClr>
              </a:solidFill>
              <a:latin typeface="Century Gothic"/>
            </a:endParaRPr>
          </a:p>
          <a:p>
            <a:pPr lvl="1" marL="857160" indent="-457200" defTabSz="457200">
              <a:lnSpc>
                <a:spcPct val="100000"/>
              </a:lnSpc>
              <a:spcBef>
                <a:spcPts val="1001"/>
              </a:spcBef>
              <a:buClr>
                <a:srgbClr val="a53010"/>
              </a:buClr>
              <a:buFont typeface="Arial"/>
              <a:buChar char="•"/>
            </a:pPr>
            <a:r>
              <a:rPr b="0" lang="en-ZA" sz="2400" spc="-1" strike="noStrike">
                <a:solidFill>
                  <a:schemeClr val="accent6">
                    <a:lumMod val="75000"/>
                  </a:schemeClr>
                </a:solidFill>
                <a:latin typeface="Century Gothic"/>
              </a:rPr>
              <a:t>Target Mean Strength (TMS) or</a:t>
            </a:r>
            <a:endParaRPr b="0" lang="en-US" sz="2400" spc="-1" strike="noStrike">
              <a:solidFill>
                <a:schemeClr val="dk1">
                  <a:lumMod val="75000"/>
                  <a:lumOff val="25000"/>
                </a:schemeClr>
              </a:solidFill>
              <a:latin typeface="Century Gothic"/>
            </a:endParaRPr>
          </a:p>
          <a:p>
            <a:pPr lvl="1" marL="857160" indent="-457200" defTabSz="457200">
              <a:lnSpc>
                <a:spcPct val="100000"/>
              </a:lnSpc>
              <a:spcBef>
                <a:spcPts val="1001"/>
              </a:spcBef>
              <a:buClr>
                <a:srgbClr val="a53010"/>
              </a:buClr>
              <a:buFont typeface="Arial"/>
              <a:buChar char="•"/>
            </a:pPr>
            <a:r>
              <a:rPr b="0" lang="en-ZA" sz="2400" spc="-1" strike="noStrike">
                <a:solidFill>
                  <a:schemeClr val="accent6">
                    <a:lumMod val="75000"/>
                  </a:schemeClr>
                </a:solidFill>
                <a:latin typeface="Century Gothic"/>
              </a:rPr>
              <a:t>Target Average Strength (TAS)</a:t>
            </a:r>
            <a:endParaRPr b="0" lang="en-US" sz="2400" spc="-1" strike="noStrike">
              <a:solidFill>
                <a:schemeClr val="dk1">
                  <a:lumMod val="75000"/>
                  <a:lumOff val="25000"/>
                </a:schemeClr>
              </a:solidFill>
              <a:latin typeface="Century Gothic"/>
            </a:endParaRPr>
          </a:p>
          <a:p>
            <a:pPr indent="0" defTabSz="457200">
              <a:lnSpc>
                <a:spcPct val="100000"/>
              </a:lnSpc>
              <a:spcBef>
                <a:spcPts val="1001"/>
              </a:spcBef>
              <a:buNone/>
            </a:pPr>
            <a:endParaRPr b="0" lang="en-US" sz="2800" spc="-1" strike="noStrike">
              <a:solidFill>
                <a:schemeClr val="dk1">
                  <a:lumMod val="75000"/>
                  <a:lumOff val="25000"/>
                </a:schemeClr>
              </a:solidFill>
              <a:latin typeface="Century Gothic"/>
            </a:endParaRPr>
          </a:p>
          <a:p>
            <a:pPr marL="457200" indent="-457200" defTabSz="457200">
              <a:lnSpc>
                <a:spcPct val="100000"/>
              </a:lnSpc>
              <a:spcBef>
                <a:spcPts val="1001"/>
              </a:spcBef>
              <a:buClr>
                <a:srgbClr val="a53010"/>
              </a:buClr>
              <a:buFont typeface="Arial"/>
              <a:buChar char="•"/>
            </a:pPr>
            <a:r>
              <a:rPr b="0" lang="en-ZA" sz="2800" spc="-1" strike="noStrike">
                <a:solidFill>
                  <a:schemeClr val="dk1">
                    <a:lumMod val="75000"/>
                    <a:lumOff val="25000"/>
                  </a:schemeClr>
                </a:solidFill>
                <a:latin typeface="Century Gothic"/>
              </a:rPr>
              <a:t>It is defined as the SCS + the margin of the concrete (dependant on the standard deviation) </a:t>
            </a:r>
            <a:endParaRPr b="0" lang="en-US" sz="2800" spc="-1" strike="noStrike">
              <a:solidFill>
                <a:schemeClr val="dk1">
                  <a:lumMod val="75000"/>
                  <a:lumOff val="25000"/>
                </a:schemeClr>
              </a:solidFill>
              <a:latin typeface="Century Gothic"/>
            </a:endParaRPr>
          </a:p>
        </p:txBody>
      </p:sp>
      <p:sp>
        <p:nvSpPr>
          <p:cNvPr id="806" name="Slide Number Placeholder 7"/>
          <p:cNvSpPr/>
          <p:nvPr/>
        </p:nvSpPr>
        <p:spPr>
          <a:xfrm>
            <a:off x="531720" y="787680"/>
            <a:ext cx="779400" cy="364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fld id="{B4C7318E-2163-4C41-AEE1-FDEE518C7735}" type="slidenum">
              <a:rPr b="0" lang="en-US" sz="1800" spc="-1" strike="noStrike">
                <a:solidFill>
                  <a:schemeClr val="dk1"/>
                </a:solidFill>
                <a:latin typeface="Century Gothic"/>
              </a:rPr>
              <a:t>19</a:t>
            </a:fld>
            <a:endParaRPr b="0" lang="en-US" sz="1800" spc="-1" strike="noStrike">
              <a:solidFill>
                <a:srgbClr val="000000"/>
              </a:solidFill>
              <a:latin typeface="Arial"/>
            </a:endParaRPr>
          </a:p>
        </p:txBody>
      </p:sp>
      <p:sp>
        <p:nvSpPr>
          <p:cNvPr id="4" name="PlaceHolder 3"/>
          <p:cNvSpPr>
            <a:spLocks noGrp="1"/>
          </p:cNvSpPr>
          <p:nvPr>
            <p:ph type="sldNum" idx="26"/>
          </p:nvPr>
        </p:nvSpPr>
        <p:spPr/>
        <p:txBody>
          <a:bodyPr/>
          <a:p>
            <a:fld id="{C38FC512-53AB-41C6-8545-2AA62B89AB2F}"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title"/>
          </p:nvPr>
        </p:nvSpPr>
        <p:spPr>
          <a:xfrm>
            <a:off x="2209680" y="548640"/>
            <a:ext cx="7773480" cy="858600"/>
          </a:xfrm>
          <a:prstGeom prst="rect">
            <a:avLst/>
          </a:prstGeom>
          <a:noFill/>
          <a:ln w="0">
            <a:noFill/>
          </a:ln>
        </p:spPr>
        <p:txBody>
          <a:bodyPr lIns="90360" rIns="90360" tIns="44280" bIns="44280" anchor="t">
            <a:normAutofit fontScale="90696"/>
          </a:bodyPr>
          <a:p>
            <a:pPr indent="0" defTabSz="457200">
              <a:lnSpc>
                <a:spcPct val="100000"/>
              </a:lnSpc>
              <a:buNone/>
            </a:pPr>
            <a:r>
              <a:rPr b="1" lang="en-US" sz="4000" spc="-1" strike="noStrike">
                <a:solidFill>
                  <a:srgbClr val="d95900"/>
                </a:solidFill>
                <a:latin typeface="Arial"/>
              </a:rPr>
              <a:t>Compaction </a:t>
            </a:r>
            <a:br>
              <a:rPr sz="1600"/>
            </a:br>
            <a:endParaRPr b="0" lang="en-US" sz="4000" spc="-1" strike="noStrike">
              <a:solidFill>
                <a:schemeClr val="dk1"/>
              </a:solidFill>
              <a:latin typeface="Century Gothic"/>
            </a:endParaRPr>
          </a:p>
        </p:txBody>
      </p:sp>
      <p:sp>
        <p:nvSpPr>
          <p:cNvPr id="808" name="PlaceHolder 2"/>
          <p:cNvSpPr>
            <a:spLocks noGrp="1"/>
          </p:cNvSpPr>
          <p:nvPr>
            <p:ph/>
          </p:nvPr>
        </p:nvSpPr>
        <p:spPr>
          <a:xfrm>
            <a:off x="2208240" y="1700280"/>
            <a:ext cx="7772040" cy="4876560"/>
          </a:xfrm>
          <a:prstGeom prst="rect">
            <a:avLst/>
          </a:prstGeom>
          <a:noFill/>
          <a:ln w="0">
            <a:noFill/>
          </a:ln>
        </p:spPr>
        <p:txBody>
          <a:bodyPr lIns="90360" rIns="90360" tIns="44280" bIns="44280" anchor="t">
            <a:normAutofit/>
          </a:bodyPr>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Entrapped air in the concrete</a:t>
            </a:r>
            <a:endParaRPr b="0" lang="en-US" sz="28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pPr>
            <a:r>
              <a:rPr b="0" lang="en-US" sz="2400" spc="-1" strike="noStrike">
                <a:solidFill>
                  <a:schemeClr val="accent6"/>
                </a:solidFill>
                <a:latin typeface="Century Gothic"/>
              </a:rPr>
              <a:t>1% air reduces concrete strength by 6%</a:t>
            </a:r>
            <a:endParaRPr b="0" lang="en-US" sz="24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pPr>
            <a:r>
              <a:rPr b="0" lang="en-US" sz="2400" spc="-1" strike="noStrike">
                <a:solidFill>
                  <a:schemeClr val="accent6"/>
                </a:solidFill>
                <a:latin typeface="Century Gothic"/>
              </a:rPr>
              <a:t>It increases permeability</a:t>
            </a:r>
            <a:endParaRPr b="0" lang="en-US" sz="24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pPr>
            <a:r>
              <a:rPr b="0" lang="en-US" sz="2400" spc="-1" strike="noStrike">
                <a:solidFill>
                  <a:schemeClr val="accent6"/>
                </a:solidFill>
                <a:latin typeface="Century Gothic"/>
              </a:rPr>
              <a:t>Reduces bond to steel</a:t>
            </a:r>
            <a:endParaRPr b="0" lang="en-US" sz="24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pPr>
            <a:r>
              <a:rPr b="0" lang="en-US" sz="2400" spc="-1" strike="noStrike">
                <a:solidFill>
                  <a:schemeClr val="accent6"/>
                </a:solidFill>
                <a:latin typeface="Century Gothic"/>
              </a:rPr>
              <a:t>Voids are aesthetically displeasing</a:t>
            </a:r>
            <a:endParaRPr b="0" lang="en-US" sz="2400" spc="-1" strike="noStrike">
              <a:solidFill>
                <a:schemeClr val="dk1">
                  <a:lumMod val="75000"/>
                  <a:lumOff val="25000"/>
                </a:schemeClr>
              </a:solidFill>
              <a:latin typeface="Century Gothic"/>
            </a:endParaRPr>
          </a:p>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Protect steel reinforcement</a:t>
            </a:r>
            <a:endParaRPr b="0" lang="en-US" sz="2800" spc="-1" strike="noStrike">
              <a:solidFill>
                <a:schemeClr val="dk1">
                  <a:lumMod val="75000"/>
                  <a:lumOff val="25000"/>
                </a:schemeClr>
              </a:solidFill>
              <a:latin typeface="Century Gothic"/>
            </a:endParaRPr>
          </a:p>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Off shutter finish-</a:t>
            </a:r>
            <a:endParaRPr b="0" lang="en-US" sz="2800" spc="-1" strike="noStrike">
              <a:solidFill>
                <a:schemeClr val="dk1">
                  <a:lumMod val="75000"/>
                  <a:lumOff val="25000"/>
                </a:schemeClr>
              </a:solidFill>
              <a:latin typeface="Century Gothic"/>
            </a:endParaRPr>
          </a:p>
        </p:txBody>
      </p:sp>
      <p:sp>
        <p:nvSpPr>
          <p:cNvPr id="809" name="Slide Number Placeholder 7"/>
          <p:cNvSpPr/>
          <p:nvPr/>
        </p:nvSpPr>
        <p:spPr>
          <a:xfrm>
            <a:off x="531720" y="787680"/>
            <a:ext cx="779400" cy="364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fld id="{A0C23F29-F9B6-4D36-83AB-D083616B789E}" type="slidenum">
              <a:rPr b="0" lang="en-US" sz="1800" spc="-1" strike="noStrike">
                <a:solidFill>
                  <a:schemeClr val="dk1"/>
                </a:solidFill>
                <a:latin typeface="Century Gothic"/>
              </a:rPr>
              <a:t>20</a:t>
            </a:fld>
            <a:endParaRPr b="0" lang="en-US" sz="1800" spc="-1" strike="noStrike">
              <a:solidFill>
                <a:srgbClr val="000000"/>
              </a:solidFill>
              <a:latin typeface="Arial"/>
            </a:endParaRPr>
          </a:p>
        </p:txBody>
      </p:sp>
      <p:sp>
        <p:nvSpPr>
          <p:cNvPr id="4" name="PlaceHolder 3"/>
          <p:cNvSpPr>
            <a:spLocks noGrp="1"/>
          </p:cNvSpPr>
          <p:nvPr>
            <p:ph type="sldNum" idx="26"/>
          </p:nvPr>
        </p:nvSpPr>
        <p:spPr/>
        <p:txBody>
          <a:bodyPr/>
          <a:p>
            <a:fld id="{35C30D31-79EB-40F9-A789-FEC313B3FCE5}"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0" name="Picture 2" descr="Image11"/>
          <p:cNvPicPr/>
          <p:nvPr/>
        </p:nvPicPr>
        <p:blipFill>
          <a:blip r:embed="rId1"/>
          <a:stretch/>
        </p:blipFill>
        <p:spPr>
          <a:xfrm>
            <a:off x="1523880" y="0"/>
            <a:ext cx="9143640" cy="6857640"/>
          </a:xfrm>
          <a:prstGeom prst="rect">
            <a:avLst/>
          </a:prstGeom>
          <a:ln w="0">
            <a:noFill/>
          </a:ln>
        </p:spPr>
      </p:pic>
      <p:sp>
        <p:nvSpPr>
          <p:cNvPr id="811" name="Rectangle 3"/>
          <p:cNvSpPr/>
          <p:nvPr/>
        </p:nvSpPr>
        <p:spPr>
          <a:xfrm>
            <a:off x="1523880" y="5562720"/>
            <a:ext cx="9143640" cy="1294920"/>
          </a:xfrm>
          <a:prstGeom prst="rect">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algn="ctr" defTabSz="914400">
              <a:lnSpc>
                <a:spcPct val="100000"/>
              </a:lnSpc>
            </a:pPr>
            <a:r>
              <a:rPr b="0" lang="en-US" sz="2400" spc="-1" strike="noStrike">
                <a:solidFill>
                  <a:schemeClr val="dk1"/>
                </a:solidFill>
                <a:latin typeface="Arial"/>
              </a:rPr>
              <a:t>For every 1% excess voids in concrete, we lose 5-6% strength.</a:t>
            </a:r>
            <a:endParaRPr b="0" lang="en-US" sz="2400" spc="-1" strike="noStrike">
              <a:solidFill>
                <a:srgbClr val="000000"/>
              </a:solidFill>
              <a:latin typeface="Arial"/>
            </a:endParaRPr>
          </a:p>
          <a:p>
            <a:pPr algn="ctr" defTabSz="914400">
              <a:lnSpc>
                <a:spcPct val="100000"/>
              </a:lnSpc>
            </a:pPr>
            <a:r>
              <a:rPr b="0" lang="en-US" sz="2400" spc="-1" strike="noStrike">
                <a:solidFill>
                  <a:schemeClr val="dk1"/>
                </a:solidFill>
                <a:latin typeface="Arial"/>
              </a:rPr>
              <a:t>In this cube there are about 5% excess voids.  </a:t>
            </a:r>
            <a:endParaRPr b="0" lang="en-US" sz="2400" spc="-1" strike="noStrike">
              <a:solidFill>
                <a:srgbClr val="000000"/>
              </a:solidFill>
              <a:latin typeface="Arial"/>
            </a:endParaRPr>
          </a:p>
          <a:p>
            <a:pPr algn="ctr" defTabSz="914400">
              <a:lnSpc>
                <a:spcPct val="100000"/>
              </a:lnSpc>
            </a:pPr>
            <a:r>
              <a:rPr b="0" lang="en-US" sz="2400" spc="-1" strike="noStrike">
                <a:solidFill>
                  <a:schemeClr val="dk1"/>
                </a:solidFill>
                <a:latin typeface="Arial"/>
              </a:rPr>
              <a:t>What would you estimate the loss in strength to be?</a:t>
            </a:r>
            <a:endParaRPr b="0" lang="en-US" sz="2400" spc="-1" strike="noStrike">
              <a:solidFill>
                <a:srgbClr val="000000"/>
              </a:solidFill>
              <a:latin typeface="Arial"/>
            </a:endParaRPr>
          </a:p>
        </p:txBody>
      </p:sp>
      <p:sp>
        <p:nvSpPr>
          <p:cNvPr id="2" name="PlaceHolder 1"/>
          <p:cNvSpPr>
            <a:spLocks noGrp="1"/>
          </p:cNvSpPr>
          <p:nvPr>
            <p:ph type="sldNum" idx="50"/>
          </p:nvPr>
        </p:nvSpPr>
        <p:spPr/>
        <p:txBody>
          <a:bodyPr/>
          <a:p>
            <a:fld id="{9950E7BE-00CC-409E-A615-B479DFED59A1}"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2" name="PlaceHolder 1"/>
          <p:cNvSpPr>
            <a:spLocks noGrp="1"/>
          </p:cNvSpPr>
          <p:nvPr>
            <p:ph type="title"/>
          </p:nvPr>
        </p:nvSpPr>
        <p:spPr>
          <a:xfrm>
            <a:off x="1905120" y="116640"/>
            <a:ext cx="8762760" cy="1066320"/>
          </a:xfrm>
          <a:prstGeom prst="rect">
            <a:avLst/>
          </a:prstGeom>
          <a:noFill/>
          <a:ln w="0">
            <a:noFill/>
          </a:ln>
        </p:spPr>
        <p:txBody>
          <a:bodyPr lIns="91440" rIns="91440" tIns="45720" bIns="45720" anchor="t">
            <a:normAutofit fontScale="90070"/>
          </a:bodyPr>
          <a:p>
            <a:pPr indent="0" defTabSz="457200">
              <a:lnSpc>
                <a:spcPct val="100000"/>
              </a:lnSpc>
              <a:buNone/>
            </a:pPr>
            <a:r>
              <a:rPr b="1" lang="en-US" sz="3600" spc="-1" strike="noStrike">
                <a:solidFill>
                  <a:srgbClr val="d95900"/>
                </a:solidFill>
                <a:latin typeface="Arial"/>
              </a:rPr>
              <a:t>But there is no such thing as “pure” compression</a:t>
            </a:r>
            <a:endParaRPr b="0" lang="en-US" sz="3600" spc="-1" strike="noStrike">
              <a:solidFill>
                <a:schemeClr val="dk1"/>
              </a:solidFill>
              <a:latin typeface="Century Gothic"/>
            </a:endParaRPr>
          </a:p>
        </p:txBody>
      </p:sp>
      <p:pic>
        <p:nvPicPr>
          <p:cNvPr id="813" name="Picture 2" descr="Image01"/>
          <p:cNvPicPr/>
          <p:nvPr/>
        </p:nvPicPr>
        <p:blipFill>
          <a:blip r:embed="rId1"/>
          <a:srcRect l="0" t="20624" r="0" b="0"/>
          <a:stretch/>
        </p:blipFill>
        <p:spPr>
          <a:xfrm>
            <a:off x="3086280" y="1266840"/>
            <a:ext cx="6019560" cy="3533400"/>
          </a:xfrm>
          <a:prstGeom prst="rect">
            <a:avLst/>
          </a:prstGeom>
          <a:ln w="0">
            <a:noFill/>
          </a:ln>
        </p:spPr>
      </p:pic>
      <p:sp>
        <p:nvSpPr>
          <p:cNvPr id="814" name="Rectangle 4"/>
          <p:cNvSpPr/>
          <p:nvPr/>
        </p:nvSpPr>
        <p:spPr>
          <a:xfrm>
            <a:off x="1523880" y="4800600"/>
            <a:ext cx="9143640" cy="2057040"/>
          </a:xfrm>
          <a:prstGeom prst="rect">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r>
              <a:rPr b="0" lang="en-US" sz="2400" spc="-1" strike="noStrike">
                <a:solidFill>
                  <a:schemeClr val="dk1"/>
                </a:solidFill>
                <a:latin typeface="Arial"/>
              </a:rPr>
              <a:t>Even as we apply a ‘pure’ uniaxial compressive load to this</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concrete cube, it experiences tension forces as it tries to dilate</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(bulge).  It is concrete’s ability to resist these secondary tensile</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forces that ultimately determines its strength.  In this respect,</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the strength of concrete is like the strength of a chain. </a:t>
            </a:r>
            <a:endParaRPr b="0" lang="en-US" sz="2400" spc="-1" strike="noStrike">
              <a:solidFill>
                <a:srgbClr val="000000"/>
              </a:solidFill>
              <a:latin typeface="Arial"/>
            </a:endParaRPr>
          </a:p>
        </p:txBody>
      </p:sp>
      <p:sp>
        <p:nvSpPr>
          <p:cNvPr id="815" name="AutoShape 5"/>
          <p:cNvSpPr/>
          <p:nvPr/>
        </p:nvSpPr>
        <p:spPr>
          <a:xfrm>
            <a:off x="6629400" y="3505320"/>
            <a:ext cx="975960" cy="485280"/>
          </a:xfrm>
          <a:prstGeom prst="rightArrow">
            <a:avLst>
              <a:gd name="adj1" fmla="val 50000"/>
              <a:gd name="adj2" fmla="val 50245"/>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816" name="AutoShape 6"/>
          <p:cNvSpPr/>
          <p:nvPr/>
        </p:nvSpPr>
        <p:spPr>
          <a:xfrm>
            <a:off x="4876920" y="3505320"/>
            <a:ext cx="975960" cy="485280"/>
          </a:xfrm>
          <a:prstGeom prst="leftArrow">
            <a:avLst>
              <a:gd name="adj1" fmla="val 50000"/>
              <a:gd name="adj2" fmla="val 50245"/>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endParaRPr b="0" lang="en-US" sz="1800" spc="-1" strike="noStrike">
              <a:solidFill>
                <a:schemeClr val="dk1"/>
              </a:solidFill>
              <a:latin typeface="Century Gothic"/>
            </a:endParaRPr>
          </a:p>
        </p:txBody>
      </p:sp>
      <p:sp>
        <p:nvSpPr>
          <p:cNvPr id="817" name="Slide Number Placeholder 7"/>
          <p:cNvSpPr/>
          <p:nvPr/>
        </p:nvSpPr>
        <p:spPr>
          <a:xfrm>
            <a:off x="531720" y="787680"/>
            <a:ext cx="779400" cy="364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fld id="{34799661-69B5-446D-83B8-C10EF74BB466}" type="slidenum">
              <a:rPr b="0" lang="en-US" sz="1800" spc="-1" strike="noStrike">
                <a:solidFill>
                  <a:schemeClr val="dk1"/>
                </a:solidFill>
                <a:latin typeface="Century Gothic"/>
              </a:rPr>
              <a:t>22</a:t>
            </a:fld>
            <a:endParaRPr b="0" lang="en-US" sz="1800" spc="-1" strike="noStrike">
              <a:solidFill>
                <a:srgbClr val="000000"/>
              </a:solidFill>
              <a:latin typeface="Arial"/>
            </a:endParaRPr>
          </a:p>
        </p:txBody>
      </p:sp>
      <p:sp>
        <p:nvSpPr>
          <p:cNvPr id="3" name="PlaceHolder 2"/>
          <p:cNvSpPr>
            <a:spLocks noGrp="1"/>
          </p:cNvSpPr>
          <p:nvPr>
            <p:ph type="sldNum" idx="26"/>
          </p:nvPr>
        </p:nvSpPr>
        <p:spPr/>
        <p:txBody>
          <a:bodyPr/>
          <a:p>
            <a:fld id="{B69BAF65-40A9-477E-AE6B-89DA708E5896}"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8" name="Picture 2" descr="Picture 001"/>
          <p:cNvPicPr/>
          <p:nvPr/>
        </p:nvPicPr>
        <p:blipFill>
          <a:blip r:embed="rId1"/>
          <a:stretch/>
        </p:blipFill>
        <p:spPr>
          <a:xfrm>
            <a:off x="1523880" y="914400"/>
            <a:ext cx="9143640" cy="5943240"/>
          </a:xfrm>
          <a:prstGeom prst="rect">
            <a:avLst/>
          </a:prstGeom>
          <a:ln w="0">
            <a:noFill/>
          </a:ln>
        </p:spPr>
      </p:pic>
      <p:sp>
        <p:nvSpPr>
          <p:cNvPr id="819" name="Rectangle 3"/>
          <p:cNvSpPr/>
          <p:nvPr/>
        </p:nvSpPr>
        <p:spPr>
          <a:xfrm>
            <a:off x="1523880" y="0"/>
            <a:ext cx="9143640" cy="914040"/>
          </a:xfrm>
          <a:prstGeom prst="rect">
            <a:avLst/>
          </a:prstGeom>
          <a:solidFill>
            <a:schemeClr val="bg2">
              <a:lumMod val="25000"/>
              <a:lumOff val="75000"/>
            </a:schemeClr>
          </a:solidFill>
          <a:ln w="9525">
            <a:solidFill>
              <a:srgbClr val="000000"/>
            </a:solidFill>
            <a:miter/>
          </a:ln>
        </p:spPr>
        <p:style>
          <a:lnRef idx="0"/>
          <a:fillRef idx="0"/>
          <a:effectRef idx="0"/>
          <a:fontRef idx="minor"/>
        </p:style>
        <p:txBody>
          <a:bodyPr wrap="none" lIns="90000" rIns="90000" tIns="45000" bIns="45000" anchor="ctr">
            <a:noAutofit/>
          </a:bodyPr>
          <a:p>
            <a:pPr algn="ctr" defTabSz="914400">
              <a:lnSpc>
                <a:spcPct val="100000"/>
              </a:lnSpc>
            </a:pPr>
            <a:r>
              <a:rPr b="1" lang="en-US" sz="3600" spc="-1" strike="noStrike">
                <a:solidFill>
                  <a:schemeClr val="accent6">
                    <a:lumMod val="75000"/>
                  </a:schemeClr>
                </a:solidFill>
                <a:latin typeface="Arial"/>
              </a:rPr>
              <a:t>The chain is as strong as its weakest link</a:t>
            </a:r>
            <a:endParaRPr b="0" lang="en-US" sz="3600" spc="-1" strike="noStrike">
              <a:solidFill>
                <a:srgbClr val="000000"/>
              </a:solidFill>
              <a:latin typeface="Arial"/>
            </a:endParaRPr>
          </a:p>
        </p:txBody>
      </p:sp>
      <p:sp>
        <p:nvSpPr>
          <p:cNvPr id="820" name="Rectangle 4"/>
          <p:cNvSpPr/>
          <p:nvPr/>
        </p:nvSpPr>
        <p:spPr>
          <a:xfrm>
            <a:off x="1523880" y="5486400"/>
            <a:ext cx="9143640" cy="1371240"/>
          </a:xfrm>
          <a:prstGeom prst="rect">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r>
              <a:rPr b="0" lang="en-US" sz="2400" spc="-1" strike="noStrike">
                <a:solidFill>
                  <a:schemeClr val="dk1"/>
                </a:solidFill>
                <a:latin typeface="Arial"/>
              </a:rPr>
              <a:t>Imagine a chain with only weak plastic links.  If we were to </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remove some of these weak plastic links and substitute some</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strong steel links, would we be making the chain stronger? </a:t>
            </a:r>
            <a:endParaRPr b="0" lang="en-US" sz="2400" spc="-1" strike="noStrike">
              <a:solidFill>
                <a:srgbClr val="000000"/>
              </a:solidFill>
              <a:latin typeface="Arial"/>
            </a:endParaRPr>
          </a:p>
        </p:txBody>
      </p:sp>
      <p:sp>
        <p:nvSpPr>
          <p:cNvPr id="2" name="PlaceHolder 1"/>
          <p:cNvSpPr>
            <a:spLocks noGrp="1"/>
          </p:cNvSpPr>
          <p:nvPr>
            <p:ph type="sldNum" idx="50"/>
          </p:nvPr>
        </p:nvSpPr>
        <p:spPr/>
        <p:txBody>
          <a:bodyPr/>
          <a:p>
            <a:fld id="{60989D1E-3B55-4B91-8E0B-582D45A75EC9}"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1" name="Picture 2" descr="Picture 002"/>
          <p:cNvPicPr/>
          <p:nvPr/>
        </p:nvPicPr>
        <p:blipFill>
          <a:blip r:embed="rId1"/>
          <a:stretch/>
        </p:blipFill>
        <p:spPr>
          <a:xfrm>
            <a:off x="1523880" y="-1219320"/>
            <a:ext cx="9143640" cy="6857640"/>
          </a:xfrm>
          <a:prstGeom prst="rect">
            <a:avLst/>
          </a:prstGeom>
          <a:ln w="0">
            <a:noFill/>
          </a:ln>
        </p:spPr>
      </p:pic>
      <p:sp>
        <p:nvSpPr>
          <p:cNvPr id="822" name="Rectangle 3"/>
          <p:cNvSpPr/>
          <p:nvPr/>
        </p:nvSpPr>
        <p:spPr>
          <a:xfrm>
            <a:off x="1523880" y="4191120"/>
            <a:ext cx="9143640" cy="2666520"/>
          </a:xfrm>
          <a:prstGeom prst="rect">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r>
              <a:rPr b="0" lang="en-US" sz="2400" spc="-1" strike="noStrike">
                <a:solidFill>
                  <a:schemeClr val="dk1"/>
                </a:solidFill>
                <a:latin typeface="Arial"/>
              </a:rPr>
              <a:t>In the analogy of the chain, the plastic links represent the weaker </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cement paste matrix and the steel links represent the strong </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aggregate particles.  Aggregate strength has little effect on the</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strength of the concrete.  To make concrete stronger, we have to </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strengthen the weakest links.  Aggregates are therefore used </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not primarily for imparting strength to concrete but mainly for </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economy and to combat concrete’s shrinkage.</a:t>
            </a:r>
            <a:endParaRPr b="0" lang="en-US" sz="2400" spc="-1" strike="noStrike">
              <a:solidFill>
                <a:srgbClr val="000000"/>
              </a:solidFill>
              <a:latin typeface="Arial"/>
            </a:endParaRPr>
          </a:p>
        </p:txBody>
      </p:sp>
      <p:sp>
        <p:nvSpPr>
          <p:cNvPr id="2" name="PlaceHolder 1"/>
          <p:cNvSpPr>
            <a:spLocks noGrp="1"/>
          </p:cNvSpPr>
          <p:nvPr>
            <p:ph type="sldNum" idx="50"/>
          </p:nvPr>
        </p:nvSpPr>
        <p:spPr/>
        <p:txBody>
          <a:bodyPr/>
          <a:p>
            <a:fld id="{7BFA3ADD-30FE-4D55-8B9E-077A0CC4A72A}"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3" name="PlaceHolder 1"/>
          <p:cNvSpPr>
            <a:spLocks noGrp="1"/>
          </p:cNvSpPr>
          <p:nvPr>
            <p:ph type="title"/>
          </p:nvPr>
        </p:nvSpPr>
        <p:spPr>
          <a:xfrm>
            <a:off x="1847520" y="24120"/>
            <a:ext cx="8278560" cy="98064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a:solidFill>
                  <a:srgbClr val="d95900"/>
                </a:solidFill>
                <a:latin typeface="Arial"/>
              </a:rPr>
              <a:t>Relative density of concrete</a:t>
            </a:r>
            <a:endParaRPr b="0" lang="en-US" sz="4000" spc="-1" strike="noStrike">
              <a:solidFill>
                <a:schemeClr val="dk1"/>
              </a:solidFill>
              <a:latin typeface="Century Gothic"/>
            </a:endParaRPr>
          </a:p>
        </p:txBody>
      </p:sp>
      <p:pic>
        <p:nvPicPr>
          <p:cNvPr id="824" name="Picture 3" descr="Image04"/>
          <p:cNvPicPr/>
          <p:nvPr/>
        </p:nvPicPr>
        <p:blipFill>
          <a:blip r:embed="rId1"/>
          <a:stretch/>
        </p:blipFill>
        <p:spPr>
          <a:xfrm>
            <a:off x="3215520" y="836640"/>
            <a:ext cx="5486040" cy="4114440"/>
          </a:xfrm>
          <a:prstGeom prst="rect">
            <a:avLst/>
          </a:prstGeom>
          <a:ln w="0">
            <a:noFill/>
          </a:ln>
        </p:spPr>
      </p:pic>
      <p:sp>
        <p:nvSpPr>
          <p:cNvPr id="825" name="Rectangle 4"/>
          <p:cNvSpPr/>
          <p:nvPr/>
        </p:nvSpPr>
        <p:spPr>
          <a:xfrm>
            <a:off x="1523880" y="4572000"/>
            <a:ext cx="9143640" cy="2285640"/>
          </a:xfrm>
          <a:prstGeom prst="rect">
            <a:avLst/>
          </a:prstGeom>
          <a:solidFill>
            <a:schemeClr val="bg1">
              <a:lumMod val="85000"/>
            </a:schemeClr>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r>
              <a:rPr b="0" lang="en-US" sz="2400" spc="-1" strike="noStrike">
                <a:solidFill>
                  <a:schemeClr val="dk1"/>
                </a:solidFill>
                <a:latin typeface="Arial"/>
              </a:rPr>
              <a:t>The RD or SG of concrete depends upon our choice of materials.</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If we use conventional materials, the RD will be close to 2.4</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a:rPr>
              <a:t>In other words, a 100mm cube (which has a volume of 1</a:t>
            </a:r>
            <a:r>
              <a:rPr b="0" lang="en-US" sz="2400" spc="-1" strike="noStrike">
                <a:solidFill>
                  <a:schemeClr val="dk1"/>
                </a:solidFill>
                <a:latin typeface="Arial Unicode MS"/>
                <a:ea typeface="Arial Unicode MS"/>
              </a:rPr>
              <a:t>ℓ) weighs</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Unicode MS"/>
                <a:ea typeface="Arial Unicode MS"/>
              </a:rPr>
              <a:t>2.4 kg and a cubic metre (which has a volume of 1000ℓ) will weigh</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Arial Unicode MS"/>
                <a:ea typeface="Arial Unicode MS"/>
              </a:rPr>
              <a:t>2400 kg or 2,4 tonnes.</a:t>
            </a:r>
            <a:r>
              <a:rPr b="0" lang="en-US" sz="2400" spc="-1" strike="noStrike">
                <a:solidFill>
                  <a:schemeClr val="dk1"/>
                </a:solidFill>
                <a:latin typeface="Arial"/>
                <a:ea typeface="Arial Unicode MS"/>
              </a:rPr>
              <a:t> </a:t>
            </a:r>
            <a:endParaRPr b="0" lang="en-US" sz="2400" spc="-1" strike="noStrike">
              <a:solidFill>
                <a:srgbClr val="000000"/>
              </a:solidFill>
              <a:latin typeface="Arial"/>
            </a:endParaRPr>
          </a:p>
        </p:txBody>
      </p:sp>
      <p:sp>
        <p:nvSpPr>
          <p:cNvPr id="826" name="Slide Number Placeholder 7"/>
          <p:cNvSpPr/>
          <p:nvPr/>
        </p:nvSpPr>
        <p:spPr>
          <a:xfrm>
            <a:off x="531720" y="787680"/>
            <a:ext cx="779400" cy="364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fld id="{F20D7280-695D-439C-A830-ADBE2AF27C2B}" type="slidenum">
              <a:rPr b="0" lang="en-US" sz="1800" spc="-1" strike="noStrike">
                <a:solidFill>
                  <a:schemeClr val="dk1"/>
                </a:solidFill>
                <a:latin typeface="Century Gothic"/>
              </a:rPr>
              <a:t>22</a:t>
            </a:fld>
            <a:endParaRPr b="0" lang="en-US" sz="1800" spc="-1" strike="noStrike">
              <a:solidFill>
                <a:srgbClr val="000000"/>
              </a:solidFill>
              <a:latin typeface="Arial"/>
            </a:endParaRPr>
          </a:p>
        </p:txBody>
      </p:sp>
      <p:sp>
        <p:nvSpPr>
          <p:cNvPr id="3" name="PlaceHolder 2"/>
          <p:cNvSpPr>
            <a:spLocks noGrp="1"/>
          </p:cNvSpPr>
          <p:nvPr>
            <p:ph type="sldNum" idx="26"/>
          </p:nvPr>
        </p:nvSpPr>
        <p:spPr/>
        <p:txBody>
          <a:bodyPr/>
          <a:p>
            <a:fld id="{982D804A-D237-499E-8EB8-99E9D0A7B318}"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7" name="PlaceHolder 1"/>
          <p:cNvSpPr>
            <a:spLocks noGrp="1"/>
          </p:cNvSpPr>
          <p:nvPr>
            <p:ph type="title"/>
          </p:nvPr>
        </p:nvSpPr>
        <p:spPr>
          <a:xfrm>
            <a:off x="1752480" y="171360"/>
            <a:ext cx="9143640" cy="106632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a:solidFill>
                  <a:schemeClr val="dk1">
                    <a:lumMod val="85000"/>
                    <a:lumOff val="15000"/>
                  </a:schemeClr>
                </a:solidFill>
                <a:latin typeface="Arial"/>
              </a:rPr>
              <a:t>REINFORCED CONCRETE</a:t>
            </a:r>
            <a:endParaRPr b="0" lang="en-US" sz="4000" spc="-1" strike="noStrike">
              <a:solidFill>
                <a:schemeClr val="dk1"/>
              </a:solidFill>
              <a:latin typeface="Century Gothic"/>
            </a:endParaRPr>
          </a:p>
        </p:txBody>
      </p:sp>
      <p:sp>
        <p:nvSpPr>
          <p:cNvPr id="828" name="Text Box 3"/>
          <p:cNvSpPr/>
          <p:nvPr/>
        </p:nvSpPr>
        <p:spPr>
          <a:xfrm>
            <a:off x="1752480" y="1238400"/>
            <a:ext cx="5943240" cy="295452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spcBef>
                <a:spcPts val="1199"/>
              </a:spcBef>
              <a:buClr>
                <a:srgbClr val="4b866e"/>
              </a:buClr>
              <a:buFont typeface="Arial"/>
              <a:buChar char="•"/>
            </a:pPr>
            <a:r>
              <a:rPr b="0" lang="en-US" sz="2400" spc="-1" strike="noStrike">
                <a:solidFill>
                  <a:schemeClr val="dk1"/>
                </a:solidFill>
                <a:latin typeface="Arial"/>
              </a:rPr>
              <a:t>Principle of reinforced concrete is that concrete is strong in compression &amp; weak in tension</a:t>
            </a:r>
            <a:endParaRPr b="0" lang="en-US" sz="2400" spc="-1" strike="noStrike">
              <a:solidFill>
                <a:srgbClr val="000000"/>
              </a:solidFill>
              <a:latin typeface="Arial"/>
            </a:endParaRPr>
          </a:p>
          <a:p>
            <a:pPr marL="343080" indent="-343080" defTabSz="914400">
              <a:lnSpc>
                <a:spcPct val="100000"/>
              </a:lnSpc>
              <a:spcBef>
                <a:spcPts val="1199"/>
              </a:spcBef>
              <a:buClr>
                <a:srgbClr val="4b866e"/>
              </a:buClr>
              <a:buFont typeface="Arial"/>
              <a:buChar char="•"/>
            </a:pPr>
            <a:r>
              <a:rPr b="0" lang="en-US" sz="2400" spc="-1" strike="noStrike">
                <a:solidFill>
                  <a:schemeClr val="dk1"/>
                </a:solidFill>
                <a:latin typeface="Arial"/>
              </a:rPr>
              <a:t>Invented by the Romans but failed who used bronze rods </a:t>
            </a:r>
            <a:endParaRPr b="0" lang="en-US" sz="2400" spc="-1" strike="noStrike">
              <a:solidFill>
                <a:srgbClr val="000000"/>
              </a:solidFill>
              <a:latin typeface="Arial"/>
            </a:endParaRPr>
          </a:p>
          <a:p>
            <a:pPr marL="343080" indent="-343080" defTabSz="914400">
              <a:lnSpc>
                <a:spcPct val="100000"/>
              </a:lnSpc>
              <a:spcBef>
                <a:spcPts val="1199"/>
              </a:spcBef>
              <a:buClr>
                <a:srgbClr val="4b866e"/>
              </a:buClr>
              <a:buFont typeface="Arial"/>
              <a:buChar char="•"/>
            </a:pPr>
            <a:r>
              <a:rPr b="0" lang="en-US" sz="2400" spc="-1" strike="noStrike">
                <a:solidFill>
                  <a:schemeClr val="dk1"/>
                </a:solidFill>
                <a:latin typeface="Arial"/>
              </a:rPr>
              <a:t>First successfully used in 1854 (steel rods) </a:t>
            </a:r>
            <a:endParaRPr b="0" lang="en-US" sz="2400" spc="-1" strike="noStrike">
              <a:solidFill>
                <a:srgbClr val="000000"/>
              </a:solidFill>
              <a:latin typeface="Arial"/>
            </a:endParaRPr>
          </a:p>
        </p:txBody>
      </p:sp>
      <p:pic>
        <p:nvPicPr>
          <p:cNvPr id="829" name="Picture 4" descr="js00059"/>
          <p:cNvPicPr/>
          <p:nvPr/>
        </p:nvPicPr>
        <p:blipFill>
          <a:blip r:embed="rId1"/>
          <a:stretch/>
        </p:blipFill>
        <p:spPr>
          <a:xfrm>
            <a:off x="3143520" y="4077000"/>
            <a:ext cx="4190760" cy="2317320"/>
          </a:xfrm>
          <a:prstGeom prst="rect">
            <a:avLst/>
          </a:prstGeom>
          <a:ln w="0">
            <a:noFill/>
          </a:ln>
        </p:spPr>
      </p:pic>
      <p:pic>
        <p:nvPicPr>
          <p:cNvPr id="830" name="Picture 5" descr="js00060"/>
          <p:cNvPicPr/>
          <p:nvPr/>
        </p:nvPicPr>
        <p:blipFill>
          <a:blip r:embed="rId2"/>
          <a:stretch/>
        </p:blipFill>
        <p:spPr>
          <a:xfrm>
            <a:off x="7688160" y="2057400"/>
            <a:ext cx="2903040" cy="4438440"/>
          </a:xfrm>
          <a:prstGeom prst="rect">
            <a:avLst/>
          </a:prstGeom>
          <a:ln w="0">
            <a:noFill/>
          </a:ln>
        </p:spPr>
      </p:pic>
      <p:sp>
        <p:nvSpPr>
          <p:cNvPr id="3" name="PlaceHolder 2"/>
          <p:cNvSpPr>
            <a:spLocks noGrp="1"/>
          </p:cNvSpPr>
          <p:nvPr>
            <p:ph type="sldNum" idx="47"/>
          </p:nvPr>
        </p:nvSpPr>
        <p:spPr/>
        <p:txBody>
          <a:bodyPr/>
          <a:p>
            <a:fld id="{1BD3E9CF-A4A9-49DF-908A-EA2081425498}"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GB" sz="3600" spc="-1" strike="noStrike">
                <a:solidFill>
                  <a:schemeClr val="dk1">
                    <a:lumMod val="85000"/>
                    <a:lumOff val="15000"/>
                  </a:schemeClr>
                </a:solidFill>
                <a:latin typeface="Century Gothic"/>
              </a:rPr>
              <a:t>REINFORCED CONCRETE</a:t>
            </a:r>
            <a:endParaRPr b="0" lang="en-US" sz="3600" spc="-1" strike="noStrike">
              <a:solidFill>
                <a:schemeClr val="dk1"/>
              </a:solidFill>
              <a:latin typeface="Century Gothic"/>
            </a:endParaRPr>
          </a:p>
        </p:txBody>
      </p:sp>
      <p:sp>
        <p:nvSpPr>
          <p:cNvPr id="832" name="PlaceHolder 2"/>
          <p:cNvSpPr>
            <a:spLocks noGrp="1"/>
          </p:cNvSpPr>
          <p:nvPr>
            <p:ph/>
          </p:nvPr>
        </p:nvSpPr>
        <p:spPr>
          <a:xfrm>
            <a:off x="2589120" y="2133720"/>
            <a:ext cx="8915040" cy="37771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Arial"/>
              </a:rPr>
              <a:t>Principle of reinforced concrete is that concrete is strong in compression &amp; weak in tension</a:t>
            </a:r>
            <a:endParaRPr b="0" lang="en-US" sz="1800" spc="-1" strike="noStrike">
              <a:solidFill>
                <a:schemeClr val="dk1">
                  <a:lumMod val="75000"/>
                  <a:lumOff val="25000"/>
                </a:schemeClr>
              </a:solidFill>
              <a:latin typeface="Century Gothic"/>
            </a:endParaRPr>
          </a:p>
          <a:p>
            <a:pPr indent="0" defTabSz="457200">
              <a:lnSpc>
                <a:spcPct val="100000"/>
              </a:lnSpc>
              <a:spcBef>
                <a:spcPts val="1001"/>
              </a:spcBef>
              <a:buNone/>
            </a:pPr>
            <a:endParaRPr b="0" lang="en-US" sz="1800" spc="-1" strike="noStrike">
              <a:solidFill>
                <a:schemeClr val="dk1">
                  <a:lumMod val="75000"/>
                  <a:lumOff val="25000"/>
                </a:schemeClr>
              </a:solidFill>
              <a:latin typeface="Century Gothic"/>
            </a:endParaRPr>
          </a:p>
        </p:txBody>
      </p:sp>
      <p:pic>
        <p:nvPicPr>
          <p:cNvPr id="833" name="Picture 3" descr=""/>
          <p:cNvPicPr/>
          <p:nvPr/>
        </p:nvPicPr>
        <p:blipFill>
          <a:blip r:embed="rId1"/>
          <a:stretch/>
        </p:blipFill>
        <p:spPr>
          <a:xfrm>
            <a:off x="3866760" y="2882880"/>
            <a:ext cx="5590440" cy="3385080"/>
          </a:xfrm>
          <a:prstGeom prst="rect">
            <a:avLst/>
          </a:prstGeom>
          <a:ln w="0">
            <a:noFill/>
          </a:ln>
        </p:spPr>
      </p:pic>
      <p:sp>
        <p:nvSpPr>
          <p:cNvPr id="4" name="PlaceHolder 3"/>
          <p:cNvSpPr>
            <a:spLocks noGrp="1"/>
          </p:cNvSpPr>
          <p:nvPr>
            <p:ph type="sldNum" idx="33"/>
          </p:nvPr>
        </p:nvSpPr>
        <p:spPr/>
        <p:txBody>
          <a:bodyPr/>
          <a:p>
            <a:fld id="{807727B4-4169-4042-A1FB-F540A745B5AC}"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GB" sz="3600" spc="-1" strike="noStrike">
                <a:solidFill>
                  <a:schemeClr val="dk1">
                    <a:lumMod val="85000"/>
                    <a:lumOff val="15000"/>
                  </a:schemeClr>
                </a:solidFill>
                <a:latin typeface="Century Gothic"/>
              </a:rPr>
              <a:t>REINFORCED CONCRETE </a:t>
            </a:r>
            <a:endParaRPr b="0" lang="en-US" sz="3600" spc="-1" strike="noStrike">
              <a:solidFill>
                <a:schemeClr val="dk1"/>
              </a:solidFill>
              <a:latin typeface="Century Gothic"/>
            </a:endParaRPr>
          </a:p>
        </p:txBody>
      </p:sp>
      <p:pic>
        <p:nvPicPr>
          <p:cNvPr id="835" name="Content Placeholder 5" descr=""/>
          <p:cNvPicPr/>
          <p:nvPr/>
        </p:nvPicPr>
        <p:blipFill>
          <a:blip r:embed="rId1"/>
          <a:srcRect l="0" t="0" r="0" b="41842"/>
          <a:stretch/>
        </p:blipFill>
        <p:spPr>
          <a:xfrm>
            <a:off x="3288960" y="1539720"/>
            <a:ext cx="4680000" cy="2196720"/>
          </a:xfrm>
          <a:prstGeom prst="rect">
            <a:avLst/>
          </a:prstGeom>
          <a:ln w="0">
            <a:noFill/>
          </a:ln>
        </p:spPr>
      </p:pic>
      <p:pic>
        <p:nvPicPr>
          <p:cNvPr id="836" name="Picture 6" descr=""/>
          <p:cNvPicPr/>
          <p:nvPr/>
        </p:nvPicPr>
        <p:blipFill>
          <a:blip r:embed="rId2"/>
          <a:srcRect l="11307" t="57151" r="6545" b="0"/>
          <a:stretch/>
        </p:blipFill>
        <p:spPr>
          <a:xfrm rot="10800000">
            <a:off x="3763800" y="4484160"/>
            <a:ext cx="3962160" cy="1668240"/>
          </a:xfrm>
          <a:prstGeom prst="rect">
            <a:avLst/>
          </a:prstGeom>
          <a:ln w="0">
            <a:noFill/>
          </a:ln>
        </p:spPr>
      </p:pic>
      <p:sp>
        <p:nvSpPr>
          <p:cNvPr id="3" name="PlaceHolder 2"/>
          <p:cNvSpPr>
            <a:spLocks noGrp="1"/>
          </p:cNvSpPr>
          <p:nvPr>
            <p:ph type="sldNum" idx="33"/>
          </p:nvPr>
        </p:nvSpPr>
        <p:spPr/>
        <p:txBody>
          <a:bodyPr/>
          <a:p>
            <a:fld id="{27422132-A22F-4855-8068-C3D035539795}"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TextBox 7"/>
          <p:cNvSpPr/>
          <p:nvPr/>
        </p:nvSpPr>
        <p:spPr>
          <a:xfrm>
            <a:off x="2495520" y="1484640"/>
            <a:ext cx="2876040" cy="16747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ZA" sz="3600" spc="-1" strike="noStrike">
                <a:solidFill>
                  <a:schemeClr val="dk1"/>
                </a:solidFill>
                <a:latin typeface="Century Gothic"/>
              </a:rPr>
              <a:t>The End</a:t>
            </a:r>
            <a:endParaRPr b="0" lang="en-US" sz="3600" spc="-1" strike="noStrike">
              <a:solidFill>
                <a:srgbClr val="000000"/>
              </a:solidFill>
              <a:latin typeface="Arial"/>
            </a:endParaRPr>
          </a:p>
          <a:p>
            <a:pPr algn="ctr" defTabSz="914400">
              <a:lnSpc>
                <a:spcPct val="100000"/>
              </a:lnSpc>
            </a:pPr>
            <a:endParaRPr b="0" lang="en-US" sz="3600" spc="-1" strike="noStrike">
              <a:solidFill>
                <a:srgbClr val="000000"/>
              </a:solidFill>
              <a:latin typeface="Arial"/>
            </a:endParaRPr>
          </a:p>
          <a:p>
            <a:pPr algn="ctr" defTabSz="914400">
              <a:lnSpc>
                <a:spcPct val="100000"/>
              </a:lnSpc>
            </a:pPr>
            <a:r>
              <a:rPr b="0" lang="en-US" sz="3200" spc="-1" strike="noStrike">
                <a:solidFill>
                  <a:schemeClr val="dk1"/>
                </a:solidFill>
                <a:latin typeface="Century Gothic"/>
              </a:rPr>
              <a:t>Feedback</a:t>
            </a:r>
            <a:endParaRPr b="0" lang="en-US" sz="3200" spc="-1" strike="noStrike">
              <a:solidFill>
                <a:srgbClr val="000000"/>
              </a:solidFill>
              <a:latin typeface="Arial"/>
            </a:endParaRPr>
          </a:p>
        </p:txBody>
      </p:sp>
      <p:pic>
        <p:nvPicPr>
          <p:cNvPr id="838" name="Picture 5" descr="calatrava - turning torso pic 1"/>
          <p:cNvPicPr/>
          <p:nvPr/>
        </p:nvPicPr>
        <p:blipFill>
          <a:blip r:embed="rId1"/>
          <a:srcRect l="21267" t="2849" r="23485" b="0"/>
          <a:stretch/>
        </p:blipFill>
        <p:spPr>
          <a:xfrm>
            <a:off x="5945040" y="0"/>
            <a:ext cx="4722480" cy="6857640"/>
          </a:xfrm>
          <a:prstGeom prst="rect">
            <a:avLst/>
          </a:prstGeom>
          <a:ln w="9525">
            <a:noFill/>
          </a:ln>
        </p:spPr>
      </p:pic>
      <p:sp>
        <p:nvSpPr>
          <p:cNvPr id="2" name="PlaceHolder 1"/>
          <p:cNvSpPr>
            <a:spLocks noGrp="1"/>
          </p:cNvSpPr>
          <p:nvPr>
            <p:ph type="sldNum" idx="3"/>
          </p:nvPr>
        </p:nvSpPr>
        <p:spPr/>
        <p:txBody>
          <a:bodyPr/>
          <a:p>
            <a:fld id="{3B0C4366-7EAF-4262-8717-27D77DA70B2C}" type="slidenum">
              <a:t>29</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8.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9.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TM02892315[[fn=Wisp]]</Template>
  <TotalTime>55</TotalTime>
  <Application>LibreOffice/24.2.7.2$Linux_X86_64 LibreOffice_project/420$Build-2</Application>
  <AppVersion>15.0000</AppVersion>
  <Words>7587</Words>
  <Paragraphs>296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2018-09-25T15:18:00Z</dcterms:created>
  <dc:creator>Muthomi</dc:creator>
  <dc:description/>
  <dc:language>en-US</dc:language>
  <cp:lastModifiedBy/>
  <cp:lastPrinted>2024-06-07T12:04:00Z</cp:lastPrinted>
  <dcterms:modified xsi:type="dcterms:W3CDTF">2025-04-20T18:56:58Z</dcterms:modified>
  <cp:revision>120</cp:revision>
  <dc:subject/>
  <dc:title>BAR 303: THEORY AND DESIGN OF STRUCTURES 3</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674095F037C54B7B889ECBB8035A9737_12</vt:lpwstr>
  </property>
  <property fmtid="{D5CDD505-2E9C-101B-9397-08002B2CF9AE}" pid="3" name="KSOProductBuildVer">
    <vt:lpwstr>1033-12.2.0.20323</vt:lpwstr>
  </property>
  <property fmtid="{D5CDD505-2E9C-101B-9397-08002B2CF9AE}" pid="4" name="MMClips">
    <vt:i4>1</vt:i4>
  </property>
  <property fmtid="{D5CDD505-2E9C-101B-9397-08002B2CF9AE}" pid="5" name="Notes">
    <vt:i4>12</vt:i4>
  </property>
  <property fmtid="{D5CDD505-2E9C-101B-9397-08002B2CF9AE}" pid="6" name="PresentationFormat">
    <vt:lpwstr>Widescreen</vt:lpwstr>
  </property>
  <property fmtid="{D5CDD505-2E9C-101B-9397-08002B2CF9AE}" pid="7" name="Slides">
    <vt:i4>29</vt:i4>
  </property>
</Properties>
</file>