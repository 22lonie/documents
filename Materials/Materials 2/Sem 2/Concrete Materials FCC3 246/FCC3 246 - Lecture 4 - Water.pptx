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Lst>
  <p:sldSz cx="12192000" cy="6858000"/>
  <p:notesSz cx="7099300" cy="102346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3"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4" name="PlaceHolder 2"/>
          <p:cNvSpPr>
            <a:spLocks noGrp="1"/>
          </p:cNvSpPr>
          <p:nvPr>
            <p:ph type="subTitle"/>
          </p:nvPr>
        </p:nvSpPr>
        <p:spPr>
          <a:xfrm>
            <a:off x="2589120" y="2133720"/>
            <a:ext cx="8915040" cy="37771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0E649FC-AEB2-4D0D-A641-C166230A792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EEC06F68-5CBD-4359-A3AB-E3E5F87AEFF8}"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43679F8B-8A30-434C-92C0-BB744FE420AC}"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52C78721-487A-4773-B65F-4B52D1C32324}"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E2D1D1CA-BA66-4246-94B1-BABE45235BF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7211501-FD4E-4853-AABF-FECB9BA12D10}"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4CC502E-E276-4DF2-80A0-760CE9F8F4AC}"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06378566-3954-4CD1-8FFC-4C93F3FDBAD6}"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1_Title and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Text, and 2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38" name="PlaceHolder 2"/>
          <p:cNvSpPr>
            <a:spLocks noGrp="1"/>
          </p:cNvSpPr>
          <p:nvPr>
            <p:ph/>
          </p:nvPr>
        </p:nvSpPr>
        <p:spPr>
          <a:xfrm>
            <a:off x="2589120" y="2133720"/>
            <a:ext cx="43502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39" name="PlaceHolder 3"/>
          <p:cNvSpPr>
            <a:spLocks noGrp="1"/>
          </p:cNvSpPr>
          <p:nvPr>
            <p:ph/>
          </p:nvPr>
        </p:nvSpPr>
        <p:spPr>
          <a:xfrm>
            <a:off x="7157160" y="2133720"/>
            <a:ext cx="4350240" cy="18014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40" name="PlaceHolder 4"/>
          <p:cNvSpPr>
            <a:spLocks noGrp="1"/>
          </p:cNvSpPr>
          <p:nvPr>
            <p:ph/>
          </p:nvPr>
        </p:nvSpPr>
        <p:spPr>
          <a:xfrm>
            <a:off x="7157160" y="4106520"/>
            <a:ext cx="4350240" cy="180144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6" name="PlaceHolder 5"/>
          <p:cNvSpPr>
            <a:spLocks noGrp="1"/>
          </p:cNvSpPr>
          <p:nvPr>
            <p:ph type="ftr" idx="27"/>
          </p:nvPr>
        </p:nvSpPr>
        <p:spPr/>
        <p:txBody>
          <a:bodyPr/>
          <a:p>
            <a:r>
              <a:t>Footer</a:t>
            </a:r>
          </a:p>
        </p:txBody>
      </p:sp>
      <p:sp>
        <p:nvSpPr>
          <p:cNvPr id="7" name="PlaceHolder 6"/>
          <p:cNvSpPr>
            <a:spLocks noGrp="1"/>
          </p:cNvSpPr>
          <p:nvPr>
            <p:ph type="dt" idx="26"/>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Title, Content and Text">
    <p:spTree>
      <p:nvGrpSpPr>
        <p:cNvPr id="1" name=""/>
        <p:cNvGrpSpPr/>
        <p:nvPr/>
      </p:nvGrpSpPr>
      <p:grpSpPr>
        <a:xfrm>
          <a:off x="0" y="0"/>
          <a:ext cx="0" cy="0"/>
          <a:chOff x="0" y="0"/>
          <a:chExt cx="0" cy="0"/>
        </a:xfrm>
      </p:grpSpPr>
      <p:sp>
        <p:nvSpPr>
          <p:cNvPr id="371"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72" name="PlaceHolder 2"/>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73" name="PlaceHolder 3"/>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407"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408" name="PlaceHolder 2"/>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696FD64B-B615-4A25-B760-1934D731A160}" type="slidenum">
              <a:t>&lt;#&gt;</a:t>
            </a:fld>
          </a:p>
        </p:txBody>
      </p:sp>
      <p:sp>
        <p:nvSpPr>
          <p:cNvPr id="6" name="PlaceHolder 5"/>
          <p:cNvSpPr>
            <a:spLocks noGrp="1"/>
          </p:cNvSpPr>
          <p:nvPr>
            <p:ph type="dt" idx="28"/>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9_Title and Conten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75_Title and Conten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FC1A63B2-B48E-45CD-81EC-5ACDDF534912}"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37"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538" name="PlaceHolder 2"/>
          <p:cNvSpPr>
            <a:spLocks noGrp="1"/>
          </p:cNvSpPr>
          <p:nvPr>
            <p:ph/>
          </p:nvPr>
        </p:nvSpPr>
        <p:spPr>
          <a:xfrm>
            <a:off x="2589120" y="2133720"/>
            <a:ext cx="43502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39" name="PlaceHolder 3"/>
          <p:cNvSpPr>
            <a:spLocks noGrp="1"/>
          </p:cNvSpPr>
          <p:nvPr>
            <p:ph/>
          </p:nvPr>
        </p:nvSpPr>
        <p:spPr>
          <a:xfrm>
            <a:off x="7157160" y="2133720"/>
            <a:ext cx="43502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 name="PlaceHolder 4"/>
          <p:cNvSpPr>
            <a:spLocks noGrp="1"/>
          </p:cNvSpPr>
          <p:nvPr>
            <p:ph type="ftr" idx="37"/>
          </p:nvPr>
        </p:nvSpPr>
        <p:spPr/>
        <p:txBody>
          <a:bodyPr/>
          <a:p>
            <a:r>
              <a:t>Footer</a:t>
            </a:r>
          </a:p>
        </p:txBody>
      </p:sp>
      <p:sp>
        <p:nvSpPr>
          <p:cNvPr id="6" name="PlaceHolder 5"/>
          <p:cNvSpPr>
            <a:spLocks noGrp="1"/>
          </p:cNvSpPr>
          <p:nvPr>
            <p:ph type="sldNum" idx="38"/>
          </p:nvPr>
        </p:nvSpPr>
        <p:spPr/>
        <p:txBody>
          <a:bodyPr/>
          <a:p>
            <a:fld id="{A53D3F4D-029D-4F2A-937B-8D3BA48F0188}" type="slidenum">
              <a:t>&lt;#&gt;</a:t>
            </a:fld>
          </a:p>
        </p:txBody>
      </p:sp>
      <p:sp>
        <p:nvSpPr>
          <p:cNvPr id="7" name="PlaceHolder 6"/>
          <p:cNvSpPr>
            <a:spLocks noGrp="1"/>
          </p:cNvSpPr>
          <p:nvPr>
            <p:ph type="dt" idx="3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DB890FD7-BA81-483F-A68A-9D58090E2CE9}"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09"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 name="PlaceHolder 2"/>
          <p:cNvSpPr>
            <a:spLocks noGrp="1"/>
          </p:cNvSpPr>
          <p:nvPr>
            <p:ph type="ftr" idx="43"/>
          </p:nvPr>
        </p:nvSpPr>
        <p:spPr/>
        <p:txBody>
          <a:bodyPr/>
          <a:p>
            <a:r>
              <a:t>Footer</a:t>
            </a:r>
          </a:p>
        </p:txBody>
      </p:sp>
      <p:sp>
        <p:nvSpPr>
          <p:cNvPr id="4" name="PlaceHolder 3"/>
          <p:cNvSpPr>
            <a:spLocks noGrp="1"/>
          </p:cNvSpPr>
          <p:nvPr>
            <p:ph type="sldNum" idx="44"/>
          </p:nvPr>
        </p:nvSpPr>
        <p:spPr/>
        <p:txBody>
          <a:bodyPr/>
          <a:p>
            <a:fld id="{CF1D8A7B-6276-4E68-B053-544AD0CB2192}" type="slidenum">
              <a:t>&lt;#&gt;</a:t>
            </a:fld>
          </a:p>
        </p:txBody>
      </p:sp>
      <p:sp>
        <p:nvSpPr>
          <p:cNvPr id="5" name="PlaceHolder 4"/>
          <p:cNvSpPr>
            <a:spLocks noGrp="1"/>
          </p:cNvSpPr>
          <p:nvPr>
            <p:ph type="dt" idx="42"/>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06CD8CD5-8492-4108-BBB4-AB43BEB41931}" type="slidenum">
              <a:t>&lt;#&gt;</a:t>
            </a:fld>
          </a:p>
        </p:txBody>
      </p:sp>
      <p:sp>
        <p:nvSpPr>
          <p:cNvPr id="4" name="PlaceHolder 3"/>
          <p:cNvSpPr>
            <a:spLocks noGrp="1"/>
          </p:cNvSpPr>
          <p:nvPr>
            <p:ph type="dt" idx="45"/>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5C90C1EA-E880-4855-9203-54BFEC1CC0B8}"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E02B2591-2999-4B12-BAA4-C4ABB6F5371D}" type="slidenum">
              <a:t>&lt;#&gt;</a:t>
            </a:fld>
          </a:p>
        </p:txBody>
      </p:sp>
      <p:sp>
        <p:nvSpPr>
          <p:cNvPr id="4" name="PlaceHolder 3"/>
          <p:cNvSpPr>
            <a:spLocks noGrp="1"/>
          </p:cNvSpPr>
          <p:nvPr>
            <p:ph type="dt" idx="5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0" name="Group 22"/>
          <p:cNvGrpSpPr/>
          <p:nvPr/>
        </p:nvGrpSpPr>
        <p:grpSpPr>
          <a:xfrm>
            <a:off x="0" y="228600"/>
            <a:ext cx="2851200" cy="6638400"/>
            <a:chOff x="0" y="228600"/>
            <a:chExt cx="2851200" cy="6638400"/>
          </a:xfrm>
        </p:grpSpPr>
        <p:sp>
          <p:nvSpPr>
            <p:cNvPr id="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 name="Group 9"/>
          <p:cNvGrpSpPr/>
          <p:nvPr/>
        </p:nvGrpSpPr>
        <p:grpSpPr>
          <a:xfrm>
            <a:off x="27360" y="-720"/>
            <a:ext cx="2356200" cy="6853680"/>
            <a:chOff x="27360" y="-720"/>
            <a:chExt cx="2356200" cy="6853680"/>
          </a:xfrm>
        </p:grpSpPr>
        <p:sp>
          <p:nvSpPr>
            <p:cNvPr id="1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PlaceHolder 1"/>
          <p:cNvSpPr>
            <a:spLocks noGrp="1"/>
          </p:cNvSpPr>
          <p:nvPr>
            <p:ph type="title"/>
          </p:nvPr>
        </p:nvSpPr>
        <p:spPr>
          <a:xfrm>
            <a:off x="2589120" y="2514600"/>
            <a:ext cx="8915040" cy="2262600"/>
          </a:xfrm>
          <a:prstGeom prst="rect">
            <a:avLst/>
          </a:prstGeom>
          <a:noFill/>
          <a:ln w="0">
            <a:noFill/>
          </a:ln>
        </p:spPr>
        <p:txBody>
          <a:bodyPr lIns="91440" rIns="91440" tIns="45720" bIns="45720" anchor="b">
            <a:normAutofit/>
          </a:bodyPr>
          <a:p>
            <a:pPr indent="0" defTabSz="457200">
              <a:lnSpc>
                <a:spcPct val="100000"/>
              </a:lnSpc>
              <a:buNone/>
            </a:pPr>
            <a:r>
              <a:rPr b="0" lang="en-US" sz="5400" spc="-1" strike="noStrike">
                <a:solidFill>
                  <a:schemeClr val="dk1">
                    <a:lumMod val="85000"/>
                    <a:lumOff val="15000"/>
                  </a:schemeClr>
                </a:solidFill>
                <a:latin typeface="Century Gothic"/>
              </a:rPr>
              <a:t>Click to edit Master title style</a:t>
            </a:r>
            <a:endParaRPr b="0" lang="en-US" sz="5400" spc="-1" strike="noStrike">
              <a:solidFill>
                <a:schemeClr val="dk1"/>
              </a:solidFill>
              <a:latin typeface="Century Gothic"/>
            </a:endParaRPr>
          </a:p>
        </p:txBody>
      </p:sp>
      <p:sp>
        <p:nvSpPr>
          <p:cNvPr id="28" name="PlaceHolder 2"/>
          <p:cNvSpPr>
            <a:spLocks noGrp="1"/>
          </p:cNvSpPr>
          <p:nvPr>
            <p:ph type="dt" idx="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 name="PlaceHolder 3"/>
          <p:cNvSpPr>
            <a:spLocks noGrp="1"/>
          </p:cNvSpPr>
          <p:nvPr>
            <p:ph type="ftr" idx="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Freeform 6"/>
          <p:cNvSpPr/>
          <p:nvPr/>
        </p:nvSpPr>
        <p:spPr>
          <a:xfrm>
            <a:off x="0" y="4323960"/>
            <a:ext cx="1744200" cy="778320"/>
          </a:xfrm>
          <a:custGeom>
            <a:avLst/>
            <a:gdLst>
              <a:gd name="textAreaLeft" fmla="*/ 0 w 1744200"/>
              <a:gd name="textAreaRight" fmla="*/ 1744560 w 1744200"/>
              <a:gd name="textAreaTop" fmla="*/ 0 h 778320"/>
              <a:gd name="textAreaBottom" fmla="*/ 778680 h 778320"/>
            </a:gdLst>
            <a:ah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PlaceHolder 4"/>
          <p:cNvSpPr>
            <a:spLocks noGrp="1"/>
          </p:cNvSpPr>
          <p:nvPr>
            <p:ph type="sldNum" idx="3"/>
          </p:nvPr>
        </p:nvSpPr>
        <p:spPr>
          <a:xfrm>
            <a:off x="531720" y="45295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3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a:t>
            </a:r>
            <a:r>
              <a:rPr b="0" lang="en-US" sz="1800" spc="-1" strike="noStrike">
                <a:solidFill>
                  <a:schemeClr val="dk1">
                    <a:lumMod val="75000"/>
                    <a:lumOff val="25000"/>
                  </a:schemeClr>
                </a:solidFill>
                <a:latin typeface="Century Gothic"/>
              </a:rPr>
              <a:t>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a:t>
            </a:r>
            <a:r>
              <a:rPr b="0" lang="en-US" sz="2000" spc="-1" strike="noStrike">
                <a:solidFill>
                  <a:schemeClr val="dk1">
                    <a:lumMod val="75000"/>
                    <a:lumOff val="25000"/>
                  </a:schemeClr>
                </a:solidFill>
                <a:latin typeface="Century Gothic"/>
              </a:rPr>
              <a:t>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a:t>
            </a:r>
            <a:r>
              <a:rPr b="0" lang="en-US" sz="2000" spc="-1" strike="noStrike">
                <a:solidFill>
                  <a:schemeClr val="dk1">
                    <a:lumMod val="75000"/>
                    <a:lumOff val="25000"/>
                  </a:schemeClr>
                </a:solidFill>
                <a:latin typeface="Century Gothic"/>
              </a:rPr>
              <a:t>Outline </a:t>
            </a:r>
            <a:r>
              <a:rPr b="0" lang="en-US" sz="2000" spc="-1" strike="noStrike">
                <a:solidFill>
                  <a:schemeClr val="dk1">
                    <a:lumMod val="75000"/>
                    <a:lumOff val="25000"/>
                  </a:schemeClr>
                </a:solidFill>
                <a:latin typeface="Century Gothic"/>
              </a:rPr>
              <a:t>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a:t>
            </a:r>
            <a:r>
              <a:rPr b="0" lang="en-US" sz="2000" spc="-1" strike="noStrike">
                <a:solidFill>
                  <a:schemeClr val="dk1">
                    <a:lumMod val="75000"/>
                    <a:lumOff val="25000"/>
                  </a:schemeClr>
                </a:solidFill>
                <a:latin typeface="Century Gothic"/>
              </a:rPr>
              <a:t>th </a:t>
            </a:r>
            <a:r>
              <a:rPr b="0" lang="en-US" sz="2000" spc="-1" strike="noStrike">
                <a:solidFill>
                  <a:schemeClr val="dk1">
                    <a:lumMod val="75000"/>
                    <a:lumOff val="25000"/>
                  </a:schemeClr>
                </a:solidFill>
                <a:latin typeface="Century Gothic"/>
              </a:rPr>
              <a:t>Outlin</a:t>
            </a:r>
            <a:r>
              <a:rPr b="0" lang="en-US" sz="2000" spc="-1" strike="noStrike">
                <a:solidFill>
                  <a:schemeClr val="dk1">
                    <a:lumMod val="75000"/>
                    <a:lumOff val="25000"/>
                  </a:schemeClr>
                </a:solidFill>
                <a:latin typeface="Century Gothic"/>
              </a:rPr>
              <a:t>e </a:t>
            </a:r>
            <a:r>
              <a:rPr b="0" lang="en-US" sz="2000" spc="-1" strike="noStrike">
                <a:solidFill>
                  <a:schemeClr val="dk1">
                    <a:lumMod val="75000"/>
                    <a:lumOff val="25000"/>
                  </a:schemeClr>
                </a:solidFill>
                <a:latin typeface="Century Gothic"/>
              </a:rPr>
              <a:t>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5" name="Group 22"/>
          <p:cNvGrpSpPr/>
          <p:nvPr/>
        </p:nvGrpSpPr>
        <p:grpSpPr>
          <a:xfrm>
            <a:off x="0" y="228600"/>
            <a:ext cx="2851200" cy="6638400"/>
            <a:chOff x="0" y="228600"/>
            <a:chExt cx="2851200" cy="6638400"/>
          </a:xfrm>
        </p:grpSpPr>
        <p:sp>
          <p:nvSpPr>
            <p:cNvPr id="3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8" name="Group 9"/>
          <p:cNvGrpSpPr/>
          <p:nvPr/>
        </p:nvGrpSpPr>
        <p:grpSpPr>
          <a:xfrm>
            <a:off x="27360" y="-720"/>
            <a:ext cx="2356200" cy="6853680"/>
            <a:chOff x="27360" y="-720"/>
            <a:chExt cx="2356200" cy="6853680"/>
          </a:xfrm>
        </p:grpSpPr>
        <p:sp>
          <p:nvSpPr>
            <p:cNvPr id="4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PlaceHolder 1"/>
          <p:cNvSpPr>
            <a:spLocks noGrp="1"/>
          </p:cNvSpPr>
          <p:nvPr>
            <p:ph type="title"/>
          </p:nvPr>
        </p:nvSpPr>
        <p:spPr>
          <a:xfrm>
            <a:off x="2589120" y="609480"/>
            <a:ext cx="8915040" cy="31165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63" name="PlaceHolder 2"/>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64" name="PlaceHolder 3"/>
          <p:cNvSpPr>
            <a:spLocks noGrp="1"/>
          </p:cNvSpPr>
          <p:nvPr>
            <p:ph type="dt" idx="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 name="PlaceHolder 4"/>
          <p:cNvSpPr>
            <a:spLocks noGrp="1"/>
          </p:cNvSpPr>
          <p:nvPr>
            <p:ph type="ftr" idx="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PlaceHolder 5"/>
          <p:cNvSpPr>
            <a:spLocks noGrp="1"/>
          </p:cNvSpPr>
          <p:nvPr>
            <p:ph type="sldNum" idx="6"/>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8" name="Group 22"/>
          <p:cNvGrpSpPr/>
          <p:nvPr/>
        </p:nvGrpSpPr>
        <p:grpSpPr>
          <a:xfrm>
            <a:off x="0" y="228600"/>
            <a:ext cx="2851200" cy="6638400"/>
            <a:chOff x="0" y="228600"/>
            <a:chExt cx="2851200" cy="6638400"/>
          </a:xfrm>
        </p:grpSpPr>
        <p:sp>
          <p:nvSpPr>
            <p:cNvPr id="69"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5"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1" name="Group 9"/>
          <p:cNvGrpSpPr/>
          <p:nvPr/>
        </p:nvGrpSpPr>
        <p:grpSpPr>
          <a:xfrm>
            <a:off x="27360" y="-720"/>
            <a:ext cx="2356200" cy="6853680"/>
            <a:chOff x="27360" y="-720"/>
            <a:chExt cx="2356200" cy="6853680"/>
          </a:xfrm>
        </p:grpSpPr>
        <p:sp>
          <p:nvSpPr>
            <p:cNvPr id="82"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94"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96" name="PlaceHolder 2"/>
          <p:cNvSpPr>
            <a:spLocks noGrp="1"/>
          </p:cNvSpPr>
          <p:nvPr>
            <p:ph type="body"/>
          </p:nvPr>
        </p:nvSpPr>
        <p:spPr>
          <a:xfrm>
            <a:off x="3274920" y="3505320"/>
            <a:ext cx="753624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Century Gothic"/>
              </a:rPr>
              <a:t>Edit Master text styles</a:t>
            </a:r>
            <a:endParaRPr b="0" lang="en-US" sz="1600" spc="-1" strike="noStrike">
              <a:solidFill>
                <a:schemeClr val="dk1">
                  <a:lumMod val="75000"/>
                  <a:lumOff val="25000"/>
                </a:schemeClr>
              </a:solidFill>
              <a:latin typeface="Century Gothic"/>
            </a:endParaRPr>
          </a:p>
        </p:txBody>
      </p:sp>
      <p:sp>
        <p:nvSpPr>
          <p:cNvPr id="97" name="PlaceHolder 3"/>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98" name="PlaceHolder 4"/>
          <p:cNvSpPr>
            <a:spLocks noGrp="1"/>
          </p:cNvSpPr>
          <p:nvPr>
            <p:ph type="dt" idx="7"/>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9" name="PlaceHolder 5"/>
          <p:cNvSpPr>
            <a:spLocks noGrp="1"/>
          </p:cNvSpPr>
          <p:nvPr>
            <p:ph type="ftr" idx="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0"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PlaceHolder 6"/>
          <p:cNvSpPr>
            <a:spLocks noGrp="1"/>
          </p:cNvSpPr>
          <p:nvPr>
            <p:ph type="sldNum" idx="9"/>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02" name="TextBox 13"/>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03" name="TextBox 14"/>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04" name="Group 22"/>
          <p:cNvGrpSpPr/>
          <p:nvPr/>
        </p:nvGrpSpPr>
        <p:grpSpPr>
          <a:xfrm>
            <a:off x="0" y="228600"/>
            <a:ext cx="2851200" cy="6638400"/>
            <a:chOff x="0" y="228600"/>
            <a:chExt cx="2851200" cy="6638400"/>
          </a:xfrm>
        </p:grpSpPr>
        <p:sp>
          <p:nvSpPr>
            <p:cNvPr id="10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7" name="Group 9"/>
          <p:cNvGrpSpPr/>
          <p:nvPr/>
        </p:nvGrpSpPr>
        <p:grpSpPr>
          <a:xfrm>
            <a:off x="27360" y="-720"/>
            <a:ext cx="2356200" cy="6853680"/>
            <a:chOff x="27360" y="-720"/>
            <a:chExt cx="2356200" cy="6853680"/>
          </a:xfrm>
        </p:grpSpPr>
        <p:sp>
          <p:nvSpPr>
            <p:cNvPr id="118"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3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31" name="PlaceHolder 1"/>
          <p:cNvSpPr>
            <a:spLocks noGrp="1"/>
          </p:cNvSpPr>
          <p:nvPr>
            <p:ph type="title"/>
          </p:nvPr>
        </p:nvSpPr>
        <p:spPr>
          <a:xfrm>
            <a:off x="2589120" y="2438280"/>
            <a:ext cx="8915040" cy="2724480"/>
          </a:xfrm>
          <a:prstGeom prst="rect">
            <a:avLst/>
          </a:prstGeom>
          <a:noFill/>
          <a:ln w="0">
            <a:noFill/>
          </a:ln>
        </p:spPr>
        <p:txBody>
          <a:bodyPr lIns="91440" rIns="91440" tIns="45720" bIns="45720" anchor="b">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32" name="PlaceHolder 2"/>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33" name="PlaceHolder 3"/>
          <p:cNvSpPr>
            <a:spLocks noGrp="1"/>
          </p:cNvSpPr>
          <p:nvPr>
            <p:ph type="dt" idx="1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4" name="PlaceHolder 4"/>
          <p:cNvSpPr>
            <a:spLocks noGrp="1"/>
          </p:cNvSpPr>
          <p:nvPr>
            <p:ph type="ftr" idx="1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PlaceHolder 5"/>
          <p:cNvSpPr>
            <a:spLocks noGrp="1"/>
          </p:cNvSpPr>
          <p:nvPr>
            <p:ph type="sldNum" idx="12"/>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37" name="Group 22"/>
          <p:cNvGrpSpPr/>
          <p:nvPr/>
        </p:nvGrpSpPr>
        <p:grpSpPr>
          <a:xfrm>
            <a:off x="0" y="228600"/>
            <a:ext cx="2851200" cy="6638400"/>
            <a:chOff x="0" y="228600"/>
            <a:chExt cx="2851200" cy="6638400"/>
          </a:xfrm>
        </p:grpSpPr>
        <p:sp>
          <p:nvSpPr>
            <p:cNvPr id="13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50" name="Group 9"/>
          <p:cNvGrpSpPr/>
          <p:nvPr/>
        </p:nvGrpSpPr>
        <p:grpSpPr>
          <a:xfrm>
            <a:off x="27360" y="-720"/>
            <a:ext cx="2356200" cy="6853680"/>
            <a:chOff x="27360" y="-720"/>
            <a:chExt cx="2356200" cy="6853680"/>
          </a:xfrm>
        </p:grpSpPr>
        <p:sp>
          <p:nvSpPr>
            <p:cNvPr id="15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6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65"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166"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67" name="PlaceHolder 4"/>
          <p:cNvSpPr>
            <a:spLocks noGrp="1"/>
          </p:cNvSpPr>
          <p:nvPr>
            <p:ph type="dt" idx="1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8" name="PlaceHolder 5"/>
          <p:cNvSpPr>
            <a:spLocks noGrp="1"/>
          </p:cNvSpPr>
          <p:nvPr>
            <p:ph type="ftr" idx="1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9"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0" name="PlaceHolder 6"/>
          <p:cNvSpPr>
            <a:spLocks noGrp="1"/>
          </p:cNvSpPr>
          <p:nvPr>
            <p:ph type="sldNum" idx="15"/>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71" name="TextBox 16"/>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72" name="TextBox 17"/>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73" name="Group 22"/>
          <p:cNvGrpSpPr/>
          <p:nvPr/>
        </p:nvGrpSpPr>
        <p:grpSpPr>
          <a:xfrm>
            <a:off x="0" y="228600"/>
            <a:ext cx="2851200" cy="6638400"/>
            <a:chOff x="0" y="228600"/>
            <a:chExt cx="2851200" cy="6638400"/>
          </a:xfrm>
        </p:grpSpPr>
        <p:sp>
          <p:nvSpPr>
            <p:cNvPr id="1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86" name="Group 9"/>
          <p:cNvGrpSpPr/>
          <p:nvPr/>
        </p:nvGrpSpPr>
        <p:grpSpPr>
          <a:xfrm>
            <a:off x="27360" y="-720"/>
            <a:ext cx="2356200" cy="6853680"/>
            <a:chOff x="27360" y="-720"/>
            <a:chExt cx="2356200" cy="6853680"/>
          </a:xfrm>
        </p:grpSpPr>
        <p:sp>
          <p:nvSpPr>
            <p:cNvPr id="1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PlaceHolder 1"/>
          <p:cNvSpPr>
            <a:spLocks noGrp="1"/>
          </p:cNvSpPr>
          <p:nvPr>
            <p:ph type="title"/>
          </p:nvPr>
        </p:nvSpPr>
        <p:spPr>
          <a:xfrm>
            <a:off x="2589120" y="627480"/>
            <a:ext cx="8915040" cy="287964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201"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202"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203" name="PlaceHolder 4"/>
          <p:cNvSpPr>
            <a:spLocks noGrp="1"/>
          </p:cNvSpPr>
          <p:nvPr>
            <p:ph type="dt" idx="1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04" name="PlaceHolder 5"/>
          <p:cNvSpPr>
            <a:spLocks noGrp="1"/>
          </p:cNvSpPr>
          <p:nvPr>
            <p:ph type="ftr" idx="1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6" name="PlaceHolder 6"/>
          <p:cNvSpPr>
            <a:spLocks noGrp="1"/>
          </p:cNvSpPr>
          <p:nvPr>
            <p:ph type="sldNum" idx="18"/>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07" name="Group 22"/>
          <p:cNvGrpSpPr/>
          <p:nvPr/>
        </p:nvGrpSpPr>
        <p:grpSpPr>
          <a:xfrm>
            <a:off x="0" y="228600"/>
            <a:ext cx="2851200" cy="6638400"/>
            <a:chOff x="0" y="228600"/>
            <a:chExt cx="2851200" cy="6638400"/>
          </a:xfrm>
        </p:grpSpPr>
        <p:sp>
          <p:nvSpPr>
            <p:cNvPr id="20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20" name="Group 9"/>
          <p:cNvGrpSpPr/>
          <p:nvPr/>
        </p:nvGrpSpPr>
        <p:grpSpPr>
          <a:xfrm>
            <a:off x="27360" y="-720"/>
            <a:ext cx="2356200" cy="6853680"/>
            <a:chOff x="27360" y="-720"/>
            <a:chExt cx="2356200" cy="6853680"/>
          </a:xfrm>
        </p:grpSpPr>
        <p:sp>
          <p:nvSpPr>
            <p:cNvPr id="22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3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35" name="PlaceHolder 2"/>
          <p:cNvSpPr>
            <a:spLocks noGrp="1"/>
          </p:cNvSpPr>
          <p:nvPr>
            <p:ph type="body"/>
          </p:nvPr>
        </p:nvSpPr>
        <p:spPr>
          <a:xfrm>
            <a:off x="2589120" y="2133720"/>
            <a:ext cx="8915040" cy="38858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36" name="PlaceHolder 3"/>
          <p:cNvSpPr>
            <a:spLocks noGrp="1"/>
          </p:cNvSpPr>
          <p:nvPr>
            <p:ph type="dt" idx="1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7" name="PlaceHolder 4"/>
          <p:cNvSpPr>
            <a:spLocks noGrp="1"/>
          </p:cNvSpPr>
          <p:nvPr>
            <p:ph type="ftr" idx="2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PlaceHolder 5"/>
          <p:cNvSpPr>
            <a:spLocks noGrp="1"/>
          </p:cNvSpPr>
          <p:nvPr>
            <p:ph type="sldNum" idx="2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40" name="Group 22"/>
          <p:cNvGrpSpPr/>
          <p:nvPr/>
        </p:nvGrpSpPr>
        <p:grpSpPr>
          <a:xfrm>
            <a:off x="0" y="228600"/>
            <a:ext cx="2851200" cy="6638400"/>
            <a:chOff x="0" y="228600"/>
            <a:chExt cx="2851200" cy="6638400"/>
          </a:xfrm>
        </p:grpSpPr>
        <p:sp>
          <p:nvSpPr>
            <p:cNvPr id="2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53" name="Group 9"/>
          <p:cNvGrpSpPr/>
          <p:nvPr/>
        </p:nvGrpSpPr>
        <p:grpSpPr>
          <a:xfrm>
            <a:off x="27360" y="-720"/>
            <a:ext cx="2356200" cy="6853680"/>
            <a:chOff x="27360" y="-720"/>
            <a:chExt cx="2356200" cy="6853680"/>
          </a:xfrm>
        </p:grpSpPr>
        <p:sp>
          <p:nvSpPr>
            <p:cNvPr id="2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7" name="PlaceHolder 1"/>
          <p:cNvSpPr>
            <a:spLocks noGrp="1"/>
          </p:cNvSpPr>
          <p:nvPr>
            <p:ph type="title"/>
          </p:nvPr>
        </p:nvSpPr>
        <p:spPr>
          <a:xfrm>
            <a:off x="9294840" y="627480"/>
            <a:ext cx="2207160" cy="52833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68" name="PlaceHolder 2"/>
          <p:cNvSpPr>
            <a:spLocks noGrp="1"/>
          </p:cNvSpPr>
          <p:nvPr>
            <p:ph type="body"/>
          </p:nvPr>
        </p:nvSpPr>
        <p:spPr>
          <a:xfrm>
            <a:off x="2589120" y="627480"/>
            <a:ext cx="6476760" cy="5283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69" name="PlaceHolder 3"/>
          <p:cNvSpPr>
            <a:spLocks noGrp="1"/>
          </p:cNvSpPr>
          <p:nvPr>
            <p:ph type="dt" idx="2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0" name="PlaceHolder 4"/>
          <p:cNvSpPr>
            <a:spLocks noGrp="1"/>
          </p:cNvSpPr>
          <p:nvPr>
            <p:ph type="ftr" idx="2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PlaceHolder 5"/>
          <p:cNvSpPr>
            <a:spLocks noGrp="1"/>
          </p:cNvSpPr>
          <p:nvPr>
            <p:ph type="sldNum" idx="2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73" name="Group 22"/>
          <p:cNvGrpSpPr/>
          <p:nvPr/>
        </p:nvGrpSpPr>
        <p:grpSpPr>
          <a:xfrm>
            <a:off x="0" y="228600"/>
            <a:ext cx="2851200" cy="6638400"/>
            <a:chOff x="0" y="228600"/>
            <a:chExt cx="2851200" cy="6638400"/>
          </a:xfrm>
        </p:grpSpPr>
        <p:sp>
          <p:nvSpPr>
            <p:cNvPr id="2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86" name="Group 9"/>
          <p:cNvGrpSpPr/>
          <p:nvPr/>
        </p:nvGrpSpPr>
        <p:grpSpPr>
          <a:xfrm>
            <a:off x="27360" y="-720"/>
            <a:ext cx="2356200" cy="6853680"/>
            <a:chOff x="27360" y="-720"/>
            <a:chExt cx="2356200" cy="6853680"/>
          </a:xfrm>
        </p:grpSpPr>
        <p:sp>
          <p:nvSpPr>
            <p:cNvPr id="2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00"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301"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302" name="PlaceHolder 3"/>
          <p:cNvSpPr>
            <a:spLocks noGrp="1"/>
          </p:cNvSpPr>
          <p:nvPr>
            <p:ph type="ftr" idx="25"/>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03" name="Group 22"/>
          <p:cNvGrpSpPr/>
          <p:nvPr/>
        </p:nvGrpSpPr>
        <p:grpSpPr>
          <a:xfrm>
            <a:off x="0" y="228600"/>
            <a:ext cx="2851200" cy="6638400"/>
            <a:chOff x="0" y="228600"/>
            <a:chExt cx="2851200" cy="6638400"/>
          </a:xfrm>
        </p:grpSpPr>
        <p:sp>
          <p:nvSpPr>
            <p:cNvPr id="30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16" name="Group 9"/>
          <p:cNvGrpSpPr/>
          <p:nvPr/>
        </p:nvGrpSpPr>
        <p:grpSpPr>
          <a:xfrm>
            <a:off x="27360" y="-720"/>
            <a:ext cx="2356200" cy="6853680"/>
            <a:chOff x="27360" y="-720"/>
            <a:chExt cx="2356200" cy="6853680"/>
          </a:xfrm>
        </p:grpSpPr>
        <p:sp>
          <p:nvSpPr>
            <p:cNvPr id="31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2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0" name="PlaceHolder 1"/>
          <p:cNvSpPr>
            <a:spLocks noGrp="1"/>
          </p:cNvSpPr>
          <p:nvPr>
            <p:ph type="title"/>
          </p:nvPr>
        </p:nvSpPr>
        <p:spPr>
          <a:xfrm>
            <a:off x="1534680" y="214200"/>
            <a:ext cx="10390320" cy="146160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31" name="PlaceHolder 2"/>
          <p:cNvSpPr>
            <a:spLocks noGrp="1"/>
          </p:cNvSpPr>
          <p:nvPr>
            <p:ph type="body"/>
          </p:nvPr>
        </p:nvSpPr>
        <p:spPr>
          <a:xfrm>
            <a:off x="1576800" y="2017800"/>
            <a:ext cx="5079600" cy="4114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32" name="PlaceHolder 3"/>
          <p:cNvSpPr>
            <a:spLocks noGrp="1"/>
          </p:cNvSpPr>
          <p:nvPr>
            <p:ph type="body"/>
          </p:nvPr>
        </p:nvSpPr>
        <p:spPr>
          <a:xfrm>
            <a:off x="6860160" y="2017800"/>
            <a:ext cx="5079600" cy="1980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33" name="PlaceHolder 4"/>
          <p:cNvSpPr>
            <a:spLocks noGrp="1"/>
          </p:cNvSpPr>
          <p:nvPr>
            <p:ph type="body"/>
          </p:nvPr>
        </p:nvSpPr>
        <p:spPr>
          <a:xfrm>
            <a:off x="6860160" y="4151160"/>
            <a:ext cx="5079600" cy="1980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34" name="PlaceHolder 5"/>
          <p:cNvSpPr>
            <a:spLocks noGrp="1"/>
          </p:cNvSpPr>
          <p:nvPr>
            <p:ph type="dt" idx="2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35" name="PlaceHolder 6"/>
          <p:cNvSpPr>
            <a:spLocks noGrp="1"/>
          </p:cNvSpPr>
          <p:nvPr>
            <p:ph type="ftr" idx="2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6" name="Slide Number Placeholder 3"/>
          <p:cNvSpPr/>
          <p:nvPr/>
        </p:nvSpPr>
        <p:spPr>
          <a:xfrm>
            <a:off x="684360" y="940320"/>
            <a:ext cx="779400" cy="364680"/>
          </a:xfrm>
          <a:prstGeom prst="rect">
            <a:avLst/>
          </a:prstGeom>
          <a:noFill/>
          <a:ln w="0">
            <a:noFill/>
          </a:ln>
        </p:spPr>
        <p:style>
          <a:lnRef idx="0"/>
          <a:fillRef idx="0"/>
          <a:effectRef idx="0"/>
          <a:fontRef idx="minor"/>
        </p:style>
        <p:txBody>
          <a:bodyPr anchor="ctr">
            <a:noAutofit/>
          </a:bodyPr>
          <a:p>
            <a:pPr algn="r" defTabSz="914400">
              <a:lnSpc>
                <a:spcPct val="100000"/>
              </a:lnSpc>
            </a:pPr>
            <a:fld id="{B6A62E45-C27B-4BD0-9DBF-B3BCD02EA824}" type="slidenum">
              <a:rPr b="0" lang="en-US" sz="2000" spc="-1" strike="noStrike">
                <a:solidFill>
                  <a:srgbClr val="feffff"/>
                </a:solidFill>
                <a:latin typeface="Century Gothic"/>
              </a:rPr>
              <a:t>&lt;number&gt;</a:t>
            </a:fld>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41" name="Group 22"/>
          <p:cNvGrpSpPr/>
          <p:nvPr/>
        </p:nvGrpSpPr>
        <p:grpSpPr>
          <a:xfrm>
            <a:off x="0" y="228600"/>
            <a:ext cx="2851200" cy="6638400"/>
            <a:chOff x="0" y="228600"/>
            <a:chExt cx="2851200" cy="6638400"/>
          </a:xfrm>
        </p:grpSpPr>
        <p:sp>
          <p:nvSpPr>
            <p:cNvPr id="342"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8"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9"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0"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1"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3"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54" name="Group 9"/>
          <p:cNvGrpSpPr/>
          <p:nvPr/>
        </p:nvGrpSpPr>
        <p:grpSpPr>
          <a:xfrm>
            <a:off x="27360" y="-720"/>
            <a:ext cx="2356200" cy="6853680"/>
            <a:chOff x="27360" y="-720"/>
            <a:chExt cx="2356200" cy="6853680"/>
          </a:xfrm>
        </p:grpSpPr>
        <p:sp>
          <p:nvSpPr>
            <p:cNvPr id="355"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7"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8"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9"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3"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4"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6"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67" name="Rectangle 6" hidden="1"/>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68"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69" name="PlaceHolder 2"/>
          <p:cNvSpPr>
            <a:spLocks noGrp="1"/>
          </p:cNvSpPr>
          <p:nvPr>
            <p:ph type="body"/>
          </p:nvPr>
        </p:nvSpPr>
        <p:spPr>
          <a:xfrm>
            <a:off x="624240" y="162864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70" name="PlaceHolder 3"/>
          <p:cNvSpPr>
            <a:spLocks noGrp="1"/>
          </p:cNvSpPr>
          <p:nvPr>
            <p:ph type="body"/>
          </p:nvPr>
        </p:nvSpPr>
        <p:spPr>
          <a:xfrm>
            <a:off x="6212520" y="162864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74" name="Group 22"/>
          <p:cNvGrpSpPr/>
          <p:nvPr/>
        </p:nvGrpSpPr>
        <p:grpSpPr>
          <a:xfrm>
            <a:off x="0" y="228600"/>
            <a:ext cx="2851200" cy="6638400"/>
            <a:chOff x="0" y="228600"/>
            <a:chExt cx="2851200" cy="6638400"/>
          </a:xfrm>
        </p:grpSpPr>
        <p:sp>
          <p:nvSpPr>
            <p:cNvPr id="37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87" name="Group 9"/>
          <p:cNvGrpSpPr/>
          <p:nvPr/>
        </p:nvGrpSpPr>
        <p:grpSpPr>
          <a:xfrm>
            <a:off x="27360" y="-720"/>
            <a:ext cx="2356200" cy="6853680"/>
            <a:chOff x="27360" y="-720"/>
            <a:chExt cx="2356200" cy="6853680"/>
          </a:xfrm>
        </p:grpSpPr>
        <p:sp>
          <p:nvSpPr>
            <p:cNvPr id="388"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0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01"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02" name="PlaceHolder 2"/>
          <p:cNvSpPr>
            <a:spLocks noGrp="1"/>
          </p:cNvSpPr>
          <p:nvPr>
            <p:ph type="body"/>
          </p:nvPr>
        </p:nvSpPr>
        <p:spPr>
          <a:xfrm>
            <a:off x="2589120" y="2133720"/>
            <a:ext cx="891504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03" name="PlaceHolder 3"/>
          <p:cNvSpPr>
            <a:spLocks noGrp="1"/>
          </p:cNvSpPr>
          <p:nvPr>
            <p:ph type="dt" idx="28"/>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04" name="PlaceHolder 4"/>
          <p:cNvSpPr>
            <a:spLocks noGrp="1"/>
          </p:cNvSpPr>
          <p:nvPr>
            <p:ph type="ftr" idx="2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5"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6" name="PlaceHolder 5"/>
          <p:cNvSpPr>
            <a:spLocks noGrp="1"/>
          </p:cNvSpPr>
          <p:nvPr>
            <p:ph type="sldNum" idx="30"/>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09" name="Group 22"/>
          <p:cNvGrpSpPr/>
          <p:nvPr/>
        </p:nvGrpSpPr>
        <p:grpSpPr>
          <a:xfrm>
            <a:off x="0" y="228600"/>
            <a:ext cx="2851200" cy="6638400"/>
            <a:chOff x="0" y="228600"/>
            <a:chExt cx="2851200" cy="6638400"/>
          </a:xfrm>
        </p:grpSpPr>
        <p:sp>
          <p:nvSpPr>
            <p:cNvPr id="41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22" name="Group 9"/>
          <p:cNvGrpSpPr/>
          <p:nvPr/>
        </p:nvGrpSpPr>
        <p:grpSpPr>
          <a:xfrm>
            <a:off x="27360" y="-720"/>
            <a:ext cx="2356200" cy="6853680"/>
            <a:chOff x="27360" y="-720"/>
            <a:chExt cx="2356200" cy="6853680"/>
          </a:xfrm>
        </p:grpSpPr>
        <p:sp>
          <p:nvSpPr>
            <p:cNvPr id="423"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3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6"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437"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438" name="PlaceHolder 3"/>
          <p:cNvSpPr>
            <a:spLocks noGrp="1"/>
          </p:cNvSpPr>
          <p:nvPr>
            <p:ph type="ftr" idx="31"/>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9" name="Freeform 11"/>
          <p:cNvSpPr/>
          <p:nvPr/>
        </p:nvSpPr>
        <p:spPr>
          <a:xfrm flipV="1">
            <a:off x="174960" y="7322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entury Gothic"/>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40" name="Group 22"/>
          <p:cNvGrpSpPr/>
          <p:nvPr/>
        </p:nvGrpSpPr>
        <p:grpSpPr>
          <a:xfrm>
            <a:off x="0" y="228600"/>
            <a:ext cx="2851200" cy="6638400"/>
            <a:chOff x="0" y="228600"/>
            <a:chExt cx="2851200" cy="6638400"/>
          </a:xfrm>
        </p:grpSpPr>
        <p:sp>
          <p:nvSpPr>
            <p:cNvPr id="4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53" name="Group 9"/>
          <p:cNvGrpSpPr/>
          <p:nvPr/>
        </p:nvGrpSpPr>
        <p:grpSpPr>
          <a:xfrm>
            <a:off x="27360" y="-720"/>
            <a:ext cx="2356200" cy="6853680"/>
            <a:chOff x="27360" y="-720"/>
            <a:chExt cx="2356200" cy="6853680"/>
          </a:xfrm>
        </p:grpSpPr>
        <p:sp>
          <p:nvSpPr>
            <p:cNvPr id="4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67"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468"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469" name="PlaceHolder 3"/>
          <p:cNvSpPr>
            <a:spLocks noGrp="1"/>
          </p:cNvSpPr>
          <p:nvPr>
            <p:ph type="ftr" idx="32"/>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70" name="Group 22"/>
          <p:cNvGrpSpPr/>
          <p:nvPr/>
        </p:nvGrpSpPr>
        <p:grpSpPr>
          <a:xfrm>
            <a:off x="0" y="228600"/>
            <a:ext cx="2851200" cy="6638400"/>
            <a:chOff x="0" y="228600"/>
            <a:chExt cx="2851200" cy="6638400"/>
          </a:xfrm>
        </p:grpSpPr>
        <p:sp>
          <p:nvSpPr>
            <p:cNvPr id="47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83" name="Group 9"/>
          <p:cNvGrpSpPr/>
          <p:nvPr/>
        </p:nvGrpSpPr>
        <p:grpSpPr>
          <a:xfrm>
            <a:off x="27360" y="-720"/>
            <a:ext cx="2356200" cy="6853680"/>
            <a:chOff x="27360" y="-720"/>
            <a:chExt cx="2356200" cy="6853680"/>
          </a:xfrm>
        </p:grpSpPr>
        <p:sp>
          <p:nvSpPr>
            <p:cNvPr id="48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9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97" name="PlaceHolder 1"/>
          <p:cNvSpPr>
            <a:spLocks noGrp="1"/>
          </p:cNvSpPr>
          <p:nvPr>
            <p:ph type="title"/>
          </p:nvPr>
        </p:nvSpPr>
        <p:spPr>
          <a:xfrm>
            <a:off x="2589120" y="2058840"/>
            <a:ext cx="8915040" cy="146844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dk1">
                    <a:lumMod val="85000"/>
                    <a:lumOff val="15000"/>
                  </a:schemeClr>
                </a:solidFill>
                <a:latin typeface="Century Gothic"/>
              </a:rPr>
              <a:t>Click to edit Master title style</a:t>
            </a:r>
            <a:endParaRPr b="0" lang="en-US" sz="4000" spc="-1" strike="noStrike">
              <a:solidFill>
                <a:schemeClr val="dk1"/>
              </a:solidFill>
              <a:latin typeface="Century Gothic"/>
            </a:endParaRPr>
          </a:p>
        </p:txBody>
      </p:sp>
      <p:sp>
        <p:nvSpPr>
          <p:cNvPr id="498" name="PlaceHolder 2"/>
          <p:cNvSpPr>
            <a:spLocks noGrp="1"/>
          </p:cNvSpPr>
          <p:nvPr>
            <p:ph type="body"/>
          </p:nvPr>
        </p:nvSpPr>
        <p:spPr>
          <a:xfrm>
            <a:off x="2589120" y="3530160"/>
            <a:ext cx="89150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65000"/>
                    <a:lumOff val="35000"/>
                  </a:schemeClr>
                </a:solidFill>
                <a:latin typeface="Century Gothic"/>
              </a:rPr>
              <a:t>Edit Master text styles</a:t>
            </a:r>
            <a:endParaRPr b="0" lang="en-US" sz="2000" spc="-1" strike="noStrike">
              <a:solidFill>
                <a:schemeClr val="dk1">
                  <a:lumMod val="75000"/>
                  <a:lumOff val="25000"/>
                </a:schemeClr>
              </a:solidFill>
              <a:latin typeface="Century Gothic"/>
            </a:endParaRPr>
          </a:p>
        </p:txBody>
      </p:sp>
      <p:sp>
        <p:nvSpPr>
          <p:cNvPr id="499" name="PlaceHolder 3"/>
          <p:cNvSpPr>
            <a:spLocks noGrp="1"/>
          </p:cNvSpPr>
          <p:nvPr>
            <p:ph type="dt" idx="3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00" name="PlaceHolder 4"/>
          <p:cNvSpPr>
            <a:spLocks noGrp="1"/>
          </p:cNvSpPr>
          <p:nvPr>
            <p:ph type="ftr" idx="3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1"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2" name="PlaceHolder 5"/>
          <p:cNvSpPr>
            <a:spLocks noGrp="1"/>
          </p:cNvSpPr>
          <p:nvPr>
            <p:ph type="sldNum" idx="35"/>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03" name="Group 22"/>
          <p:cNvGrpSpPr/>
          <p:nvPr/>
        </p:nvGrpSpPr>
        <p:grpSpPr>
          <a:xfrm>
            <a:off x="0" y="228600"/>
            <a:ext cx="2851200" cy="6638400"/>
            <a:chOff x="0" y="228600"/>
            <a:chExt cx="2851200" cy="6638400"/>
          </a:xfrm>
        </p:grpSpPr>
        <p:sp>
          <p:nvSpPr>
            <p:cNvPr id="50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16" name="Group 9"/>
          <p:cNvGrpSpPr/>
          <p:nvPr/>
        </p:nvGrpSpPr>
        <p:grpSpPr>
          <a:xfrm>
            <a:off x="27360" y="-720"/>
            <a:ext cx="2356200" cy="6853680"/>
            <a:chOff x="27360" y="-720"/>
            <a:chExt cx="2356200" cy="6853680"/>
          </a:xfrm>
        </p:grpSpPr>
        <p:sp>
          <p:nvSpPr>
            <p:cNvPr id="51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2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3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31" name="PlaceHolder 2"/>
          <p:cNvSpPr>
            <a:spLocks noGrp="1"/>
          </p:cNvSpPr>
          <p:nvPr>
            <p:ph type="body"/>
          </p:nvPr>
        </p:nvSpPr>
        <p:spPr>
          <a:xfrm>
            <a:off x="2589120" y="213372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32" name="PlaceHolder 3"/>
          <p:cNvSpPr>
            <a:spLocks noGrp="1"/>
          </p:cNvSpPr>
          <p:nvPr>
            <p:ph type="body"/>
          </p:nvPr>
        </p:nvSpPr>
        <p:spPr>
          <a:xfrm>
            <a:off x="7190640" y="212616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33" name="PlaceHolder 4"/>
          <p:cNvSpPr>
            <a:spLocks noGrp="1"/>
          </p:cNvSpPr>
          <p:nvPr>
            <p:ph type="dt" idx="3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34" name="PlaceHolder 5"/>
          <p:cNvSpPr>
            <a:spLocks noGrp="1"/>
          </p:cNvSpPr>
          <p:nvPr>
            <p:ph type="ftr" idx="3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5"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6" name="PlaceHolder 6"/>
          <p:cNvSpPr>
            <a:spLocks noGrp="1"/>
          </p:cNvSpPr>
          <p:nvPr>
            <p:ph type="sldNum" idx="38"/>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40" name="Group 22"/>
          <p:cNvGrpSpPr/>
          <p:nvPr/>
        </p:nvGrpSpPr>
        <p:grpSpPr>
          <a:xfrm>
            <a:off x="0" y="228600"/>
            <a:ext cx="2851200" cy="6638400"/>
            <a:chOff x="0" y="228600"/>
            <a:chExt cx="2851200" cy="6638400"/>
          </a:xfrm>
        </p:grpSpPr>
        <p:sp>
          <p:nvSpPr>
            <p:cNvPr id="5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53" name="Group 9"/>
          <p:cNvGrpSpPr/>
          <p:nvPr/>
        </p:nvGrpSpPr>
        <p:grpSpPr>
          <a:xfrm>
            <a:off x="27360" y="-720"/>
            <a:ext cx="2356200" cy="6853680"/>
            <a:chOff x="27360" y="-720"/>
            <a:chExt cx="2356200" cy="6853680"/>
          </a:xfrm>
        </p:grpSpPr>
        <p:sp>
          <p:nvSpPr>
            <p:cNvPr id="5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67"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68" name="PlaceHolder 2"/>
          <p:cNvSpPr>
            <a:spLocks noGrp="1"/>
          </p:cNvSpPr>
          <p:nvPr>
            <p:ph type="body"/>
          </p:nvPr>
        </p:nvSpPr>
        <p:spPr>
          <a:xfrm>
            <a:off x="2939400" y="1972800"/>
            <a:ext cx="399240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569" name="PlaceHolder 3"/>
          <p:cNvSpPr>
            <a:spLocks noGrp="1"/>
          </p:cNvSpPr>
          <p:nvPr>
            <p:ph type="body"/>
          </p:nvPr>
        </p:nvSpPr>
        <p:spPr>
          <a:xfrm>
            <a:off x="2589120" y="2548800"/>
            <a:ext cx="434268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70" name="PlaceHolder 4"/>
          <p:cNvSpPr>
            <a:spLocks noGrp="1"/>
          </p:cNvSpPr>
          <p:nvPr>
            <p:ph type="body"/>
          </p:nvPr>
        </p:nvSpPr>
        <p:spPr>
          <a:xfrm>
            <a:off x="7506720" y="1969560"/>
            <a:ext cx="399852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571" name="PlaceHolder 5"/>
          <p:cNvSpPr>
            <a:spLocks noGrp="1"/>
          </p:cNvSpPr>
          <p:nvPr>
            <p:ph type="body"/>
          </p:nvPr>
        </p:nvSpPr>
        <p:spPr>
          <a:xfrm>
            <a:off x="7166880" y="2545560"/>
            <a:ext cx="433836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72" name="PlaceHolder 6"/>
          <p:cNvSpPr>
            <a:spLocks noGrp="1"/>
          </p:cNvSpPr>
          <p:nvPr>
            <p:ph type="dt" idx="3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3" name="PlaceHolder 7"/>
          <p:cNvSpPr>
            <a:spLocks noGrp="1"/>
          </p:cNvSpPr>
          <p:nvPr>
            <p:ph type="ftr" idx="4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4"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5" name="PlaceHolder 8"/>
          <p:cNvSpPr>
            <a:spLocks noGrp="1"/>
          </p:cNvSpPr>
          <p:nvPr>
            <p:ph type="sldNum" idx="4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76" name="Group 22"/>
          <p:cNvGrpSpPr/>
          <p:nvPr/>
        </p:nvGrpSpPr>
        <p:grpSpPr>
          <a:xfrm>
            <a:off x="0" y="228600"/>
            <a:ext cx="2851200" cy="6638400"/>
            <a:chOff x="0" y="228600"/>
            <a:chExt cx="2851200" cy="6638400"/>
          </a:xfrm>
        </p:grpSpPr>
        <p:sp>
          <p:nvSpPr>
            <p:cNvPr id="57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89" name="Group 9"/>
          <p:cNvGrpSpPr/>
          <p:nvPr/>
        </p:nvGrpSpPr>
        <p:grpSpPr>
          <a:xfrm>
            <a:off x="27360" y="-720"/>
            <a:ext cx="2356200" cy="6853680"/>
            <a:chOff x="27360" y="-720"/>
            <a:chExt cx="2356200" cy="6853680"/>
          </a:xfrm>
        </p:grpSpPr>
        <p:sp>
          <p:nvSpPr>
            <p:cNvPr id="590"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0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03"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604" name="PlaceHolder 2"/>
          <p:cNvSpPr>
            <a:spLocks noGrp="1"/>
          </p:cNvSpPr>
          <p:nvPr>
            <p:ph type="dt" idx="4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05" name="PlaceHolder 3"/>
          <p:cNvSpPr>
            <a:spLocks noGrp="1"/>
          </p:cNvSpPr>
          <p:nvPr>
            <p:ph type="ftr" idx="4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6"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7" name="PlaceHolder 4"/>
          <p:cNvSpPr>
            <a:spLocks noGrp="1"/>
          </p:cNvSpPr>
          <p:nvPr>
            <p:ph type="sldNum" idx="4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60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10" name="Group 22"/>
          <p:cNvGrpSpPr/>
          <p:nvPr/>
        </p:nvGrpSpPr>
        <p:grpSpPr>
          <a:xfrm>
            <a:off x="0" y="228600"/>
            <a:ext cx="2851200" cy="6638400"/>
            <a:chOff x="0" y="228600"/>
            <a:chExt cx="2851200" cy="6638400"/>
          </a:xfrm>
        </p:grpSpPr>
        <p:sp>
          <p:nvSpPr>
            <p:cNvPr id="61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23" name="Group 9"/>
          <p:cNvGrpSpPr/>
          <p:nvPr/>
        </p:nvGrpSpPr>
        <p:grpSpPr>
          <a:xfrm>
            <a:off x="27360" y="-720"/>
            <a:ext cx="2356200" cy="6853680"/>
            <a:chOff x="27360" y="-720"/>
            <a:chExt cx="2356200" cy="6853680"/>
          </a:xfrm>
        </p:grpSpPr>
        <p:sp>
          <p:nvSpPr>
            <p:cNvPr id="62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3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37" name="PlaceHolder 1"/>
          <p:cNvSpPr>
            <a:spLocks noGrp="1"/>
          </p:cNvSpPr>
          <p:nvPr>
            <p:ph type="dt" idx="45"/>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38" name="PlaceHolder 2"/>
          <p:cNvSpPr>
            <a:spLocks noGrp="1"/>
          </p:cNvSpPr>
          <p:nvPr>
            <p:ph type="ftr" idx="46"/>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39"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0" name="PlaceHolder 3"/>
          <p:cNvSpPr>
            <a:spLocks noGrp="1"/>
          </p:cNvSpPr>
          <p:nvPr>
            <p:ph type="sldNum" idx="4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41" name="Group 22"/>
          <p:cNvGrpSpPr/>
          <p:nvPr/>
        </p:nvGrpSpPr>
        <p:grpSpPr>
          <a:xfrm>
            <a:off x="0" y="228600"/>
            <a:ext cx="2851200" cy="6638400"/>
            <a:chOff x="0" y="228600"/>
            <a:chExt cx="2851200" cy="6638400"/>
          </a:xfrm>
        </p:grpSpPr>
        <p:sp>
          <p:nvSpPr>
            <p:cNvPr id="642"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3"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4"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5"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6"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7"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8"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9"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0"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1"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2"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3"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54" name="Group 9"/>
          <p:cNvGrpSpPr/>
          <p:nvPr/>
        </p:nvGrpSpPr>
        <p:grpSpPr>
          <a:xfrm>
            <a:off x="27360" y="-720"/>
            <a:ext cx="2356200" cy="6853680"/>
            <a:chOff x="27360" y="-720"/>
            <a:chExt cx="2356200" cy="6853680"/>
          </a:xfrm>
        </p:grpSpPr>
        <p:sp>
          <p:nvSpPr>
            <p:cNvPr id="655"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6"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7"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8"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9"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0"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1"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2"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3"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4"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5"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6"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67"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68" name="PlaceHolder 1"/>
          <p:cNvSpPr>
            <a:spLocks noGrp="1"/>
          </p:cNvSpPr>
          <p:nvPr>
            <p:ph type="title"/>
          </p:nvPr>
        </p:nvSpPr>
        <p:spPr>
          <a:xfrm>
            <a:off x="2589120" y="446040"/>
            <a:ext cx="3504960" cy="975960"/>
          </a:xfrm>
          <a:prstGeom prst="rect">
            <a:avLst/>
          </a:prstGeom>
          <a:noFill/>
          <a:ln w="0">
            <a:noFill/>
          </a:ln>
        </p:spPr>
        <p:txBody>
          <a:bodyPr lIns="91440" rIns="91440" tIns="45720" bIns="45720" anchor="b">
            <a:noAutofit/>
          </a:bodyPr>
          <a:p>
            <a:pPr indent="0" defTabSz="457200">
              <a:lnSpc>
                <a:spcPct val="100000"/>
              </a:lnSpc>
              <a:buNone/>
            </a:pPr>
            <a:r>
              <a:rPr b="0" lang="en-US" sz="2000" spc="-1" strike="noStrike">
                <a:solidFill>
                  <a:schemeClr val="dk1">
                    <a:lumMod val="85000"/>
                    <a:lumOff val="15000"/>
                  </a:schemeClr>
                </a:solidFill>
                <a:latin typeface="Century Gothic"/>
              </a:rPr>
              <a:t>Click to edit Master title style</a:t>
            </a:r>
            <a:endParaRPr b="0" lang="en-US" sz="2000" spc="-1" strike="noStrike">
              <a:solidFill>
                <a:schemeClr val="dk1"/>
              </a:solidFill>
              <a:latin typeface="Century Gothic"/>
            </a:endParaRPr>
          </a:p>
        </p:txBody>
      </p:sp>
      <p:sp>
        <p:nvSpPr>
          <p:cNvPr id="669" name="PlaceHolder 2"/>
          <p:cNvSpPr>
            <a:spLocks noGrp="1"/>
          </p:cNvSpPr>
          <p:nvPr>
            <p:ph type="body"/>
          </p:nvPr>
        </p:nvSpPr>
        <p:spPr>
          <a:xfrm>
            <a:off x="6323040" y="446040"/>
            <a:ext cx="5181120" cy="541476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670" name="PlaceHolder 3"/>
          <p:cNvSpPr>
            <a:spLocks noGrp="1"/>
          </p:cNvSpPr>
          <p:nvPr>
            <p:ph type="body"/>
          </p:nvPr>
        </p:nvSpPr>
        <p:spPr>
          <a:xfrm>
            <a:off x="2589120" y="1598760"/>
            <a:ext cx="3504960" cy="4262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Century Gothic"/>
              </a:rPr>
              <a:t>Edit Master text styles</a:t>
            </a:r>
            <a:endParaRPr b="0" lang="en-US" sz="1400" spc="-1" strike="noStrike">
              <a:solidFill>
                <a:schemeClr val="dk1">
                  <a:lumMod val="75000"/>
                  <a:lumOff val="25000"/>
                </a:schemeClr>
              </a:solidFill>
              <a:latin typeface="Century Gothic"/>
            </a:endParaRPr>
          </a:p>
        </p:txBody>
      </p:sp>
      <p:sp>
        <p:nvSpPr>
          <p:cNvPr id="671" name="PlaceHolder 4"/>
          <p:cNvSpPr>
            <a:spLocks noGrp="1"/>
          </p:cNvSpPr>
          <p:nvPr>
            <p:ph type="dt" idx="48"/>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72" name="PlaceHolder 5"/>
          <p:cNvSpPr>
            <a:spLocks noGrp="1"/>
          </p:cNvSpPr>
          <p:nvPr>
            <p:ph type="ftr" idx="4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73"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4" name="PlaceHolder 6"/>
          <p:cNvSpPr>
            <a:spLocks noGrp="1"/>
          </p:cNvSpPr>
          <p:nvPr>
            <p:ph type="sldNum" idx="50"/>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75" name="Group 22"/>
          <p:cNvGrpSpPr/>
          <p:nvPr/>
        </p:nvGrpSpPr>
        <p:grpSpPr>
          <a:xfrm>
            <a:off x="0" y="228600"/>
            <a:ext cx="2851200" cy="6638400"/>
            <a:chOff x="0" y="228600"/>
            <a:chExt cx="2851200" cy="6638400"/>
          </a:xfrm>
        </p:grpSpPr>
        <p:sp>
          <p:nvSpPr>
            <p:cNvPr id="67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88" name="Group 9"/>
          <p:cNvGrpSpPr/>
          <p:nvPr/>
        </p:nvGrpSpPr>
        <p:grpSpPr>
          <a:xfrm>
            <a:off x="27360" y="-720"/>
            <a:ext cx="2356200" cy="6853680"/>
            <a:chOff x="27360" y="-720"/>
            <a:chExt cx="2356200" cy="6853680"/>
          </a:xfrm>
        </p:grpSpPr>
        <p:sp>
          <p:nvSpPr>
            <p:cNvPr id="68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70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02" name="PlaceHolder 1"/>
          <p:cNvSpPr>
            <a:spLocks noGrp="1"/>
          </p:cNvSpPr>
          <p:nvPr>
            <p:ph type="title"/>
          </p:nvPr>
        </p:nvSpPr>
        <p:spPr>
          <a:xfrm>
            <a:off x="2589120" y="4800600"/>
            <a:ext cx="89150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dk1">
                    <a:lumMod val="85000"/>
                    <a:lumOff val="15000"/>
                  </a:schemeClr>
                </a:solidFill>
                <a:latin typeface="Century Gothic"/>
              </a:rPr>
              <a:t>Click to edit Master title style</a:t>
            </a:r>
            <a:endParaRPr b="0" lang="en-US" sz="2400" spc="-1" strike="noStrike">
              <a:solidFill>
                <a:schemeClr val="dk1"/>
              </a:solidFill>
              <a:latin typeface="Century Gothic"/>
            </a:endParaRPr>
          </a:p>
        </p:txBody>
      </p:sp>
      <p:sp>
        <p:nvSpPr>
          <p:cNvPr id="703" name="PlaceHolder 2"/>
          <p:cNvSpPr>
            <a:spLocks noGrp="1"/>
          </p:cNvSpPr>
          <p:nvPr>
            <p:ph type="body"/>
          </p:nvPr>
        </p:nvSpPr>
        <p:spPr>
          <a:xfrm>
            <a:off x="2589120" y="635040"/>
            <a:ext cx="8915040" cy="385452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1600" spc="-1" strike="noStrike">
                <a:solidFill>
                  <a:schemeClr val="dk1"/>
                </a:solidFill>
                <a:latin typeface="Century Gothic"/>
              </a:rPr>
              <a:t>Click icon to add picture</a:t>
            </a:r>
            <a:endParaRPr b="0" lang="en-US" sz="1600" spc="-1" strike="noStrike">
              <a:solidFill>
                <a:schemeClr val="dk1">
                  <a:lumMod val="75000"/>
                  <a:lumOff val="25000"/>
                </a:schemeClr>
              </a:solidFill>
              <a:latin typeface="Century Gothic"/>
            </a:endParaRPr>
          </a:p>
        </p:txBody>
      </p:sp>
      <p:sp>
        <p:nvSpPr>
          <p:cNvPr id="704" name="PlaceHolder 3"/>
          <p:cNvSpPr>
            <a:spLocks noGrp="1"/>
          </p:cNvSpPr>
          <p:nvPr>
            <p:ph type="body"/>
          </p:nvPr>
        </p:nvSpPr>
        <p:spPr>
          <a:xfrm>
            <a:off x="2589120" y="5367240"/>
            <a:ext cx="8915040" cy="49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Century Gothic"/>
              </a:rPr>
              <a:t>Edit Master text styles</a:t>
            </a:r>
            <a:endParaRPr b="0" lang="en-US" sz="1200" spc="-1" strike="noStrike">
              <a:solidFill>
                <a:schemeClr val="dk1">
                  <a:lumMod val="75000"/>
                  <a:lumOff val="25000"/>
                </a:schemeClr>
              </a:solidFill>
              <a:latin typeface="Century Gothic"/>
            </a:endParaRPr>
          </a:p>
        </p:txBody>
      </p:sp>
      <p:sp>
        <p:nvSpPr>
          <p:cNvPr id="705" name="PlaceHolder 4"/>
          <p:cNvSpPr>
            <a:spLocks noGrp="1"/>
          </p:cNvSpPr>
          <p:nvPr>
            <p:ph type="dt" idx="5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06" name="PlaceHolder 5"/>
          <p:cNvSpPr>
            <a:spLocks noGrp="1"/>
          </p:cNvSpPr>
          <p:nvPr>
            <p:ph type="ftr" idx="5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07"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8" name="PlaceHolder 6"/>
          <p:cNvSpPr>
            <a:spLocks noGrp="1"/>
          </p:cNvSpPr>
          <p:nvPr>
            <p:ph type="sldNum" idx="53"/>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s/_rels/slide1.xml.rels><?xml version="1.0" encoding="UTF-8"?>
<Relationships xmlns="http://schemas.openxmlformats.org/package/2006/relationships"><Relationship Id="rId1" Type="http://schemas.openxmlformats.org/officeDocument/2006/relationships/hyperlink" Target="mailto:muthomi@uonbi.ac.ke" TargetMode="External"/><Relationship Id="rId2" Type="http://schemas.openxmlformats.org/officeDocument/2006/relationships/hyperlink" Target="mailto:muthomi@uonbi.ac.ke" TargetMode="External"/><Relationship Id="rId3" Type="http://schemas.openxmlformats.org/officeDocument/2006/relationships/hyperlink" Target="mailto:muthomi@uonbi.ac.ke" TargetMode="External"/><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2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2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title"/>
          </p:nvPr>
        </p:nvSpPr>
        <p:spPr>
          <a:xfrm>
            <a:off x="1044720" y="1400040"/>
            <a:ext cx="10766880" cy="2262240"/>
          </a:xfrm>
          <a:prstGeom prst="rect">
            <a:avLst/>
          </a:prstGeom>
          <a:noFill/>
          <a:ln w="0">
            <a:noFill/>
          </a:ln>
        </p:spPr>
        <p:txBody>
          <a:bodyPr lIns="91440" rIns="91440" tIns="45720" bIns="45720" anchor="b">
            <a:normAutofit fontScale="93703" lnSpcReduction="10000"/>
          </a:bodyPr>
          <a:p>
            <a:pPr indent="0" algn="ctr" defTabSz="457200">
              <a:lnSpc>
                <a:spcPct val="100000"/>
              </a:lnSpc>
              <a:buNone/>
            </a:pPr>
            <a:r>
              <a:rPr b="1" lang="en-GB" sz="4000" spc="-1" strike="noStrike">
                <a:solidFill>
                  <a:schemeClr val="dk1">
                    <a:lumMod val="85000"/>
                    <a:lumOff val="15000"/>
                  </a:schemeClr>
                </a:solidFill>
                <a:latin typeface="Century Gothic"/>
              </a:rPr>
              <a:t>FCC3 246: CONCRETE MATERIALS</a:t>
            </a:r>
            <a:br>
              <a:rPr sz="4000"/>
            </a:br>
            <a:br>
              <a:rPr sz="4000"/>
            </a:br>
            <a:r>
              <a:rPr b="1" lang="en-US" sz="4000" spc="-1" strike="noStrike">
                <a:solidFill>
                  <a:schemeClr val="dk1">
                    <a:lumMod val="85000"/>
                    <a:lumOff val="15000"/>
                  </a:schemeClr>
                </a:solidFill>
                <a:latin typeface="Century Gothic"/>
              </a:rPr>
              <a:t>Lecture 4: WATER AND CONCRETE HYDRATION</a:t>
            </a:r>
            <a:endParaRPr b="0" lang="en-US" sz="4000" spc="-1" strike="noStrike">
              <a:solidFill>
                <a:schemeClr val="dk1"/>
              </a:solidFill>
              <a:latin typeface="Century Gothic"/>
            </a:endParaRPr>
          </a:p>
        </p:txBody>
      </p:sp>
      <p:sp>
        <p:nvSpPr>
          <p:cNvPr id="710" name="PlaceHolder 2"/>
          <p:cNvSpPr>
            <a:spLocks noGrp="1"/>
          </p:cNvSpPr>
          <p:nvPr>
            <p:ph type="subTitle"/>
          </p:nvPr>
        </p:nvSpPr>
        <p:spPr>
          <a:xfrm>
            <a:off x="2589120" y="4777200"/>
            <a:ext cx="8915040" cy="1126080"/>
          </a:xfrm>
          <a:prstGeom prst="rect">
            <a:avLst/>
          </a:prstGeom>
          <a:noFill/>
          <a:ln w="0">
            <a:noFill/>
          </a:ln>
        </p:spPr>
        <p:txBody>
          <a:bodyPr lIns="91440" rIns="91440" tIns="45720" bIns="45720" anchor="t">
            <a:normAutofit fontScale="87222"/>
          </a:bodyPr>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Department of Civil &amp; Construction Engineering</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University of Nairobi</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i="1" lang="en-GB" sz="1800" spc="-1" strike="noStrike" u="sng">
                <a:solidFill>
                  <a:srgbClr val="fb4a18"/>
                </a:solidFill>
                <a:uFillTx/>
                <a:latin typeface="Century Gothic"/>
                <a:hlinkClick r:id="rId1"/>
              </a:rPr>
              <a:t>m</a:t>
            </a:r>
            <a:r>
              <a:rPr b="0" i="1" lang="en-US" sz="1800" spc="-1" strike="noStrike" u="sng">
                <a:solidFill>
                  <a:srgbClr val="fb4a18"/>
                </a:solidFill>
                <a:uFillTx/>
                <a:latin typeface="Century Gothic"/>
                <a:hlinkClick r:id="rId2"/>
              </a:rPr>
              <a:t>wauras</a:t>
            </a:r>
            <a:r>
              <a:rPr b="0" i="1" lang="en-GB" sz="1800" spc="-1" strike="noStrike" u="sng">
                <a:solidFill>
                  <a:srgbClr val="fb4a18"/>
                </a:solidFill>
                <a:uFillTx/>
                <a:latin typeface="Century Gothic"/>
                <a:hlinkClick r:id="rId3"/>
              </a:rPr>
              <a:t>@uonbi.ac.ke</a:t>
            </a:r>
            <a:r>
              <a:rPr b="0" i="1" lang="en-GB" sz="1800" spc="-1" strike="noStrike">
                <a:solidFill>
                  <a:srgbClr val="0070c0"/>
                </a:solidFill>
                <a:latin typeface="Century Gothic"/>
              </a:rPr>
              <a:t> </a:t>
            </a:r>
            <a:endParaRPr b="0" lang="en-US" sz="1800" spc="-1" strike="noStrike">
              <a:solidFill>
                <a:srgbClr val="000000"/>
              </a:solidFill>
              <a:latin typeface="Arial"/>
            </a:endParaRPr>
          </a:p>
          <a:p>
            <a:pPr indent="0" defTabSz="457200">
              <a:lnSpc>
                <a:spcPct val="100000"/>
              </a:lnSpc>
              <a:spcBef>
                <a:spcPts val="1001"/>
              </a:spcBef>
              <a:buNone/>
              <a:tabLst>
                <a:tab algn="l" pos="0"/>
              </a:tabLst>
            </a:pPr>
            <a:endParaRPr b="0" lang="en-US" sz="1800" spc="-1" strike="noStrike">
              <a:solidFill>
                <a:srgbClr val="000000"/>
              </a:solidFill>
              <a:latin typeface="Arial"/>
            </a:endParaRPr>
          </a:p>
        </p:txBody>
      </p:sp>
      <p:sp>
        <p:nvSpPr>
          <p:cNvPr id="711" name="PlaceHolder 3"/>
          <p:cNvSpPr>
            <a:spLocks noGrp="1"/>
          </p:cNvSpPr>
          <p:nvPr>
            <p:ph type="sldNum" idx="54"/>
          </p:nvPr>
        </p:nvSpPr>
        <p:spPr>
          <a:xfrm>
            <a:off x="160920" y="4412160"/>
            <a:ext cx="952200" cy="5968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title"/>
          </p:nvPr>
        </p:nvSpPr>
        <p:spPr>
          <a:xfrm>
            <a:off x="2208240" y="189000"/>
            <a:ext cx="7772040" cy="129564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Mixing Water</a:t>
            </a:r>
            <a:br>
              <a:rPr sz="2800"/>
            </a:br>
            <a:endParaRPr b="0" lang="en-US" sz="4000" spc="-1" strike="noStrike">
              <a:solidFill>
                <a:schemeClr val="dk1"/>
              </a:solidFill>
              <a:latin typeface="Century Gothic"/>
            </a:endParaRPr>
          </a:p>
        </p:txBody>
      </p:sp>
      <p:sp>
        <p:nvSpPr>
          <p:cNvPr id="713" name="PlaceHolder 2"/>
          <p:cNvSpPr>
            <a:spLocks noGrp="1"/>
          </p:cNvSpPr>
          <p:nvPr>
            <p:ph/>
          </p:nvPr>
        </p:nvSpPr>
        <p:spPr>
          <a:xfrm>
            <a:off x="1119600" y="1353240"/>
            <a:ext cx="10380600" cy="2437920"/>
          </a:xfrm>
          <a:prstGeom prst="rect">
            <a:avLst/>
          </a:prstGeom>
          <a:noFill/>
          <a:ln w="0">
            <a:noFill/>
          </a:ln>
        </p:spPr>
        <p:txBody>
          <a:bodyPr lIns="90360" rIns="90360" tIns="44280" bIns="44280" anchor="t">
            <a:normAutofit fontScale="86530" lnSpcReduction="10000"/>
          </a:bodyPr>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The water used to prepare concrete must be clean and free of impurities or organic matter. Clean, drinking water is generally preferable</a:t>
            </a:r>
            <a:endParaRPr b="0" lang="en-US" sz="28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Any clear fresh water is acceptable</a:t>
            </a:r>
            <a:endParaRPr b="0" lang="en-US" sz="28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Salty water if it has to be used may lead to reduced concrete strength and may further complicate reinforcing steel use through accelerating rusting</a:t>
            </a:r>
            <a:endParaRPr b="0" lang="en-US" sz="2800" spc="-1" strike="noStrike">
              <a:solidFill>
                <a:schemeClr val="dk1">
                  <a:lumMod val="75000"/>
                  <a:lumOff val="25000"/>
                </a:schemeClr>
              </a:solidFill>
              <a:latin typeface="Century Gothic"/>
            </a:endParaRPr>
          </a:p>
          <a:p>
            <a:pPr indent="0" algn="just" defTabSz="914400">
              <a:lnSpc>
                <a:spcPct val="100000"/>
              </a:lnSpc>
              <a:buNone/>
            </a:pPr>
            <a:endParaRPr b="0" lang="en-US" sz="2800" spc="-1" strike="noStrike">
              <a:solidFill>
                <a:schemeClr val="dk1">
                  <a:lumMod val="75000"/>
                  <a:lumOff val="25000"/>
                </a:schemeClr>
              </a:solidFill>
              <a:latin typeface="Century Gothic"/>
            </a:endParaRPr>
          </a:p>
        </p:txBody>
      </p:sp>
      <p:pic>
        <p:nvPicPr>
          <p:cNvPr id="714" name="Picture 4" descr="IM001036.JPG"/>
          <p:cNvPicPr/>
          <p:nvPr/>
        </p:nvPicPr>
        <p:blipFill>
          <a:blip r:embed="rId1"/>
          <a:stretch/>
        </p:blipFill>
        <p:spPr>
          <a:xfrm flipH="1" rot="10800000">
            <a:off x="2798280" y="3593160"/>
            <a:ext cx="6649200" cy="2770200"/>
          </a:xfrm>
          <a:prstGeom prst="rect">
            <a:avLst/>
          </a:prstGeom>
          <a:ln w="9525">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title"/>
          </p:nvPr>
        </p:nvSpPr>
        <p:spPr>
          <a:xfrm>
            <a:off x="2208240" y="189000"/>
            <a:ext cx="7772040" cy="129564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Mixing Water</a:t>
            </a:r>
            <a:br>
              <a:rPr sz="2800"/>
            </a:br>
            <a:endParaRPr b="0" lang="en-US" sz="4000" spc="-1" strike="noStrike">
              <a:solidFill>
                <a:schemeClr val="dk1"/>
              </a:solidFill>
              <a:latin typeface="Century Gothic"/>
            </a:endParaRPr>
          </a:p>
        </p:txBody>
      </p:sp>
      <p:sp>
        <p:nvSpPr>
          <p:cNvPr id="716" name="PlaceHolder 2"/>
          <p:cNvSpPr>
            <a:spLocks noGrp="1"/>
          </p:cNvSpPr>
          <p:nvPr>
            <p:ph/>
          </p:nvPr>
        </p:nvSpPr>
        <p:spPr>
          <a:xfrm>
            <a:off x="1119600" y="980280"/>
            <a:ext cx="10380600" cy="2437920"/>
          </a:xfrm>
          <a:prstGeom prst="rect">
            <a:avLst/>
          </a:prstGeom>
          <a:noFill/>
          <a:ln w="0">
            <a:noFill/>
          </a:ln>
        </p:spPr>
        <p:txBody>
          <a:bodyPr lIns="90360" rIns="90360" tIns="44280" bIns="44280" anchor="t">
            <a:normAutofit fontScale="96514" lnSpcReduction="10000"/>
          </a:bodyPr>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Water suspected to have any contaminants should be tested before use. This is the same for discoloured or smelly water before use</a:t>
            </a:r>
            <a:endParaRPr b="0" lang="en-US" sz="28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If dirty or muddy water MUST be used,  the water should be let to settle in a drum or huge pan or tank to remove most of the dirt</a:t>
            </a:r>
            <a:endParaRPr b="0" lang="en-US" sz="2800" spc="-1" strike="noStrike">
              <a:solidFill>
                <a:schemeClr val="dk1">
                  <a:lumMod val="75000"/>
                  <a:lumOff val="25000"/>
                </a:schemeClr>
              </a:solidFill>
              <a:latin typeface="Century Gothic"/>
            </a:endParaRPr>
          </a:p>
          <a:p>
            <a:pPr indent="0" algn="just" defTabSz="914400">
              <a:lnSpc>
                <a:spcPct val="100000"/>
              </a:lnSpc>
              <a:buNone/>
            </a:pPr>
            <a:endParaRPr b="0" lang="en-US" sz="2800" spc="-1" strike="noStrike">
              <a:solidFill>
                <a:schemeClr val="dk1">
                  <a:lumMod val="75000"/>
                  <a:lumOff val="25000"/>
                </a:schemeClr>
              </a:solidFill>
              <a:latin typeface="Century Gothic"/>
            </a:endParaRPr>
          </a:p>
        </p:txBody>
      </p:sp>
      <p:pic>
        <p:nvPicPr>
          <p:cNvPr id="717" name="Picture 4" descr="IM001036.JPG"/>
          <p:cNvPicPr/>
          <p:nvPr/>
        </p:nvPicPr>
        <p:blipFill>
          <a:blip r:embed="rId1"/>
          <a:stretch/>
        </p:blipFill>
        <p:spPr>
          <a:xfrm flipH="1" rot="10800000">
            <a:off x="1838160" y="3192480"/>
            <a:ext cx="8569440" cy="3569760"/>
          </a:xfrm>
          <a:prstGeom prst="rect">
            <a:avLst/>
          </a:prstGeom>
          <a:ln w="9525">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title"/>
          </p:nvPr>
        </p:nvSpPr>
        <p:spPr>
          <a:xfrm>
            <a:off x="2208600" y="188640"/>
            <a:ext cx="7772040" cy="129564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Mixing Water</a:t>
            </a:r>
            <a:br>
              <a:rPr sz="2800"/>
            </a:br>
            <a:endParaRPr b="0" lang="en-US" sz="4000" spc="-1" strike="noStrike">
              <a:solidFill>
                <a:schemeClr val="dk1"/>
              </a:solidFill>
              <a:latin typeface="Century Gothic"/>
            </a:endParaRPr>
          </a:p>
        </p:txBody>
      </p:sp>
      <p:sp>
        <p:nvSpPr>
          <p:cNvPr id="719" name="PlaceHolder 2"/>
          <p:cNvSpPr>
            <a:spLocks noGrp="1"/>
          </p:cNvSpPr>
          <p:nvPr>
            <p:ph/>
          </p:nvPr>
        </p:nvSpPr>
        <p:spPr>
          <a:xfrm>
            <a:off x="2284200" y="2441520"/>
            <a:ext cx="7772040" cy="3888000"/>
          </a:xfrm>
          <a:prstGeom prst="rect">
            <a:avLst/>
          </a:prstGeom>
          <a:noFill/>
          <a:ln w="0">
            <a:noFill/>
          </a:ln>
        </p:spPr>
        <p:txBody>
          <a:bodyPr lIns="90360" rIns="90360" tIns="44280" bIns="44280" anchor="t">
            <a:normAutofit/>
          </a:bodyPr>
          <a:p>
            <a:pPr indent="-324000" algn="r" defTabSz="914400">
              <a:lnSpc>
                <a:spcPct val="100000"/>
              </a:lnSpc>
              <a:buClr>
                <a:srgbClr val="4b866e"/>
              </a:buClr>
              <a:buFont typeface="Arial"/>
              <a:buChar char="•"/>
            </a:pPr>
            <a:r>
              <a:rPr b="0" lang="en-US" sz="2400" spc="-1" strike="noStrike">
                <a:solidFill>
                  <a:schemeClr val="accent6">
                    <a:lumMod val="75000"/>
                  </a:schemeClr>
                </a:solidFill>
                <a:latin typeface="Times New Roman"/>
              </a:rPr>
              <a:t>Recovered  water from the concrete industry</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4b866e"/>
              </a:buClr>
              <a:buFont typeface="Arial"/>
              <a:buChar char="•"/>
            </a:pPr>
            <a:r>
              <a:rPr b="0" lang="en-US" sz="2400" spc="-1" strike="noStrike">
                <a:solidFill>
                  <a:schemeClr val="accent6">
                    <a:lumMod val="75000"/>
                  </a:schemeClr>
                </a:solidFill>
                <a:latin typeface="Times New Roman"/>
              </a:rPr>
              <a:t>Water from underground sources</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4b866e"/>
              </a:buClr>
              <a:buFont typeface="Arial"/>
              <a:buChar char="•"/>
            </a:pPr>
            <a:r>
              <a:rPr b="0" lang="en-US" sz="2400" spc="-1" strike="noStrike">
                <a:solidFill>
                  <a:schemeClr val="accent6">
                    <a:lumMod val="75000"/>
                  </a:schemeClr>
                </a:solidFill>
                <a:latin typeface="Times New Roman"/>
              </a:rPr>
              <a:t>Natural surface and industrial waste water</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4b866e"/>
              </a:buClr>
              <a:buFont typeface="Arial"/>
              <a:buChar char="•"/>
            </a:pPr>
            <a:r>
              <a:rPr b="0" lang="en-US" sz="2400" spc="-1" strike="noStrike">
                <a:solidFill>
                  <a:schemeClr val="accent6">
                    <a:lumMod val="75000"/>
                  </a:schemeClr>
                </a:solidFill>
                <a:latin typeface="Times New Roman"/>
              </a:rPr>
              <a:t>Sea or brackish water</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4b866e"/>
              </a:buClr>
              <a:buFont typeface="Arial"/>
              <a:buChar char="•"/>
            </a:pPr>
            <a:r>
              <a:rPr b="0" lang="en-US" sz="2400" spc="-1" strike="noStrike">
                <a:solidFill>
                  <a:schemeClr val="accent6">
                    <a:lumMod val="75000"/>
                  </a:schemeClr>
                </a:solidFill>
                <a:latin typeface="Times New Roman"/>
              </a:rPr>
              <a:t>Treated sewage water (Raw sewage water is unsuitable)</a:t>
            </a:r>
            <a:endParaRPr b="0" lang="en-US" sz="2400" spc="-1" strike="noStrike">
              <a:solidFill>
                <a:schemeClr val="dk1">
                  <a:lumMod val="75000"/>
                  <a:lumOff val="25000"/>
                </a:schemeClr>
              </a:solidFill>
              <a:latin typeface="Century Gothic"/>
            </a:endParaRPr>
          </a:p>
        </p:txBody>
      </p:sp>
      <p:sp>
        <p:nvSpPr>
          <p:cNvPr id="720" name="Rectangle 5"/>
          <p:cNvSpPr/>
          <p:nvPr/>
        </p:nvSpPr>
        <p:spPr>
          <a:xfrm>
            <a:off x="560880" y="1484640"/>
            <a:ext cx="11286000" cy="942120"/>
          </a:xfrm>
          <a:prstGeom prst="rect">
            <a:avLst/>
          </a:prstGeom>
          <a:noFill/>
          <a:ln w="12700">
            <a:noFill/>
          </a:ln>
        </p:spPr>
        <p:style>
          <a:lnRef idx="0"/>
          <a:fillRef idx="0"/>
          <a:effectRef idx="0"/>
          <a:fontRef idx="minor"/>
        </p:style>
        <p:txBody>
          <a:bodyPr lIns="90360" rIns="90360" tIns="44280" bIns="44280" anchor="t">
            <a:spAutoFit/>
          </a:bodyPr>
          <a:p>
            <a:pPr algn="ctr" defTabSz="914400">
              <a:lnSpc>
                <a:spcPct val="100000"/>
              </a:lnSpc>
            </a:pPr>
            <a:r>
              <a:rPr b="0" lang="en-US" sz="2800" spc="-1" strike="noStrike">
                <a:solidFill>
                  <a:schemeClr val="dk1"/>
                </a:solidFill>
                <a:latin typeface="Century Gothic"/>
              </a:rPr>
              <a:t>Test </a:t>
            </a:r>
            <a:r>
              <a:rPr b="0" lang="en-US" sz="2800" spc="-1" strike="noStrike">
                <a:solidFill>
                  <a:schemeClr val="dk1"/>
                </a:solidFill>
                <a:latin typeface="Times New Roman"/>
              </a:rPr>
              <a:t>the</a:t>
            </a:r>
            <a:r>
              <a:rPr b="0" lang="en-US" sz="2800" spc="-1" strike="noStrike">
                <a:solidFill>
                  <a:schemeClr val="dk1"/>
                </a:solidFill>
                <a:latin typeface="Century Gothic"/>
              </a:rPr>
              <a:t> water from the following sources (check BS 3148):-</a:t>
            </a:r>
            <a:endParaRPr b="0" lang="en-US" sz="2800" spc="-1" strike="noStrike">
              <a:solidFill>
                <a:srgbClr val="000000"/>
              </a:solidFill>
              <a:latin typeface="Arial"/>
            </a:endParaRPr>
          </a:p>
          <a:p>
            <a:pPr algn="ctr" defTabSz="914400">
              <a:lnSpc>
                <a:spcPct val="10000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title"/>
          </p:nvPr>
        </p:nvSpPr>
        <p:spPr>
          <a:xfrm>
            <a:off x="2592720" y="624240"/>
            <a:ext cx="8911080" cy="81180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Impurities</a:t>
            </a:r>
            <a:endParaRPr b="0" lang="en-US" sz="4000" spc="-1" strike="noStrike">
              <a:solidFill>
                <a:schemeClr val="dk1"/>
              </a:solidFill>
              <a:latin typeface="Century Gothic"/>
            </a:endParaRPr>
          </a:p>
        </p:txBody>
      </p:sp>
      <p:sp>
        <p:nvSpPr>
          <p:cNvPr id="722" name="PlaceHolder 2"/>
          <p:cNvSpPr>
            <a:spLocks noGrp="1"/>
          </p:cNvSpPr>
          <p:nvPr>
            <p:ph/>
          </p:nvPr>
        </p:nvSpPr>
        <p:spPr>
          <a:xfrm>
            <a:off x="1980000" y="1644480"/>
            <a:ext cx="8659800" cy="4525920"/>
          </a:xfrm>
          <a:prstGeom prst="rect">
            <a:avLst/>
          </a:prstGeom>
          <a:noFill/>
          <a:ln w="0">
            <a:noFill/>
          </a:ln>
        </p:spPr>
        <p:txBody>
          <a:bodyPr lIns="90360" rIns="90360" tIns="44280" bIns="44280" anchor="t">
            <a:normAutofit/>
          </a:bodyPr>
          <a:p>
            <a:pPr indent="0" algn="r" defTabSz="914400">
              <a:lnSpc>
                <a:spcPct val="100000"/>
              </a:lnSpc>
              <a:buNone/>
            </a:pPr>
            <a:r>
              <a:rPr b="0" lang="en-US" sz="2800" spc="-1" strike="noStrike">
                <a:solidFill>
                  <a:schemeClr val="dk1">
                    <a:tint val="75000"/>
                  </a:schemeClr>
                </a:solidFill>
                <a:latin typeface="Century Gothic"/>
              </a:rPr>
              <a:t>Organic impurities</a:t>
            </a:r>
            <a:endParaRPr b="0" lang="en-US" sz="2800" spc="-1" strike="noStrike">
              <a:solidFill>
                <a:schemeClr val="dk1">
                  <a:lumMod val="75000"/>
                  <a:lumOff val="25000"/>
                </a:schemeClr>
              </a:solidFill>
              <a:latin typeface="Century Gothic"/>
            </a:endParaRPr>
          </a:p>
          <a:p>
            <a:pPr marL="457200" indent="0" defTabSz="914400">
              <a:lnSpc>
                <a:spcPct val="100000"/>
              </a:lnSpc>
              <a:buNone/>
            </a:pPr>
            <a:r>
              <a:rPr b="0" lang="en-US" sz="2400" spc="-1" strike="noStrike">
                <a:solidFill>
                  <a:schemeClr val="accent6">
                    <a:lumMod val="75000"/>
                  </a:schemeClr>
                </a:solidFill>
                <a:latin typeface="Century Gothic"/>
              </a:rPr>
              <a:t>Generally have early age effect</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Retardation of setting time</a:t>
            </a:r>
            <a:endParaRPr b="0" lang="en-US" sz="20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Retard rate of gain of strength</a:t>
            </a:r>
            <a:endParaRPr b="0" lang="en-US" sz="2000" spc="-1" strike="noStrike">
              <a:solidFill>
                <a:schemeClr val="dk1">
                  <a:lumMod val="75000"/>
                  <a:lumOff val="25000"/>
                </a:schemeClr>
              </a:solidFill>
              <a:latin typeface="Century Gothic"/>
            </a:endParaRPr>
          </a:p>
          <a:p>
            <a:pPr indent="0" algn="r" defTabSz="914400">
              <a:lnSpc>
                <a:spcPct val="100000"/>
              </a:lnSpc>
              <a:buNone/>
            </a:pPr>
            <a:endParaRPr b="0" lang="en-US" sz="2800" spc="-1" strike="noStrike">
              <a:solidFill>
                <a:schemeClr val="dk1">
                  <a:lumMod val="75000"/>
                  <a:lumOff val="25000"/>
                </a:schemeClr>
              </a:solidFill>
              <a:latin typeface="Century Gothic"/>
            </a:endParaRPr>
          </a:p>
          <a:p>
            <a:pPr indent="0" algn="r" defTabSz="914400">
              <a:lnSpc>
                <a:spcPct val="100000"/>
              </a:lnSpc>
              <a:buNone/>
            </a:pPr>
            <a:r>
              <a:rPr b="0" lang="en-US" sz="2800" spc="-1" strike="noStrike">
                <a:solidFill>
                  <a:schemeClr val="dk1">
                    <a:tint val="75000"/>
                  </a:schemeClr>
                </a:solidFill>
                <a:latin typeface="Century Gothic"/>
              </a:rPr>
              <a:t>Inorganic impurities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Can cause gradual deterioration</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Sulphates attack C</a:t>
            </a:r>
            <a:r>
              <a:rPr b="0" lang="en-US" sz="2000" spc="-1" strike="noStrike" baseline="-25000">
                <a:solidFill>
                  <a:schemeClr val="accent6">
                    <a:lumMod val="75000"/>
                  </a:schemeClr>
                </a:solidFill>
                <a:latin typeface="Century Gothic"/>
              </a:rPr>
              <a:t>3</a:t>
            </a:r>
            <a:r>
              <a:rPr b="0" lang="en-US" sz="2000" spc="-1" strike="noStrike">
                <a:solidFill>
                  <a:schemeClr val="accent6">
                    <a:lumMod val="75000"/>
                  </a:schemeClr>
                </a:solidFill>
                <a:latin typeface="Century Gothic"/>
              </a:rPr>
              <a:t>A</a:t>
            </a:r>
            <a:endParaRPr b="0" lang="en-US" sz="20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Chlorides help corrode steel</a:t>
            </a:r>
            <a:endParaRPr b="0" lang="en-US" sz="20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GB" sz="4000" spc="-1" strike="noStrike">
                <a:solidFill>
                  <a:schemeClr val="dk1">
                    <a:lumMod val="85000"/>
                    <a:lumOff val="15000"/>
                  </a:schemeClr>
                </a:solidFill>
                <a:latin typeface="Century Gothic"/>
              </a:rPr>
              <a:t>Impurities</a:t>
            </a:r>
            <a:endParaRPr b="0" lang="en-US" sz="4000" spc="-1" strike="noStrike">
              <a:solidFill>
                <a:schemeClr val="dk1"/>
              </a:solidFill>
              <a:latin typeface="Century Gothic"/>
            </a:endParaRPr>
          </a:p>
        </p:txBody>
      </p:sp>
      <p:sp>
        <p:nvSpPr>
          <p:cNvPr id="724" name="PlaceHolder 2"/>
          <p:cNvSpPr>
            <a:spLocks noGrp="1"/>
          </p:cNvSpPr>
          <p:nvPr>
            <p:ph/>
          </p:nvPr>
        </p:nvSpPr>
        <p:spPr>
          <a:xfrm>
            <a:off x="2351520" y="1700640"/>
            <a:ext cx="7772040" cy="4114440"/>
          </a:xfrm>
          <a:prstGeom prst="rect">
            <a:avLst/>
          </a:prstGeom>
          <a:noFill/>
          <a:ln w="0">
            <a:noFill/>
          </a:ln>
        </p:spPr>
        <p:txBody>
          <a:bodyPr lIns="91440" rIns="91440" tIns="45720" bIns="45720" anchor="t">
            <a:noAutofit/>
          </a:bodyPr>
          <a:p>
            <a:pPr indent="0" algn="r" defTabSz="914400">
              <a:lnSpc>
                <a:spcPct val="100000"/>
              </a:lnSpc>
              <a:buNone/>
            </a:pPr>
            <a:r>
              <a:rPr b="0" lang="en-US" sz="2800" spc="-1" strike="noStrike">
                <a:solidFill>
                  <a:schemeClr val="dk1">
                    <a:tint val="75000"/>
                  </a:schemeClr>
                </a:solidFill>
                <a:latin typeface="Century Gothic"/>
              </a:rPr>
              <a:t>SALTS  (in Sea and brackish water)</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Causes efflorescence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Corrosion of reinforcement</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Drop in final strength</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Could accelerate hardening</a:t>
            </a:r>
            <a:endParaRPr b="0" lang="en-US" sz="24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Use of Water</a:t>
            </a:r>
            <a:endParaRPr b="0" lang="en-US" sz="4000" spc="-1" strike="noStrike">
              <a:solidFill>
                <a:schemeClr val="dk1"/>
              </a:solidFill>
              <a:latin typeface="Century Gothic"/>
            </a:endParaRPr>
          </a:p>
        </p:txBody>
      </p:sp>
      <p:sp>
        <p:nvSpPr>
          <p:cNvPr id="726" name="PlaceHolder 2"/>
          <p:cNvSpPr>
            <a:spLocks noGrp="1"/>
          </p:cNvSpPr>
          <p:nvPr>
            <p:ph/>
          </p:nvPr>
        </p:nvSpPr>
        <p:spPr>
          <a:xfrm>
            <a:off x="732960" y="1700640"/>
            <a:ext cx="11009160" cy="4114440"/>
          </a:xfrm>
          <a:prstGeom prst="rect">
            <a:avLst/>
          </a:prstGeom>
          <a:noFill/>
          <a:ln w="0">
            <a:noFill/>
          </a:ln>
        </p:spPr>
        <p:txBody>
          <a:bodyPr lIns="91440" rIns="91440" tIns="45720" bIns="45720" anchor="t">
            <a:normAutofit/>
          </a:bodyPr>
          <a:p>
            <a:pPr indent="0" algn="r" defTabSz="914400">
              <a:lnSpc>
                <a:spcPct val="100000"/>
              </a:lnSpc>
              <a:buNone/>
            </a:pPr>
            <a:r>
              <a:rPr b="0" lang="en-US" sz="2800" spc="-1" strike="noStrike">
                <a:solidFill>
                  <a:schemeClr val="dk1">
                    <a:tint val="75000"/>
                  </a:schemeClr>
                </a:solidFill>
                <a:latin typeface="Century Gothic"/>
              </a:rPr>
              <a:t>What is the use of water in concrete manufacture?</a:t>
            </a:r>
            <a:endParaRPr b="0" lang="en-US" sz="2800" spc="-1" strike="noStrike">
              <a:solidFill>
                <a:schemeClr val="dk1">
                  <a:lumMod val="75000"/>
                  <a:lumOff val="25000"/>
                </a:schemeClr>
              </a:solidFill>
              <a:latin typeface="Century Gothic"/>
            </a:endParaRPr>
          </a:p>
          <a:p>
            <a:pPr indent="0" defTabSz="914400">
              <a:lnSpc>
                <a:spcPct val="100000"/>
              </a:lnSpc>
              <a:buNone/>
            </a:pP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US" sz="2400" spc="-1" strike="noStrike">
                <a:solidFill>
                  <a:schemeClr val="dk1"/>
                </a:solidFill>
                <a:latin typeface="Century Gothic"/>
              </a:rPr>
              <a:t>Water is added to cement concrete to bring about hydration of the cement</a:t>
            </a:r>
            <a:endParaRPr b="0" lang="en-US" sz="2400" spc="-1" strike="noStrike">
              <a:solidFill>
                <a:schemeClr val="dk1">
                  <a:lumMod val="75000"/>
                  <a:lumOff val="25000"/>
                </a:schemeClr>
              </a:solidFill>
              <a:latin typeface="Century Gothic"/>
            </a:endParaRPr>
          </a:p>
          <a:p>
            <a:pPr indent="0" defTabSz="914400">
              <a:lnSpc>
                <a:spcPct val="100000"/>
              </a:lnSpc>
              <a:buNone/>
            </a:pP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US" sz="2400" spc="-1" strike="noStrike">
                <a:solidFill>
                  <a:schemeClr val="dk1"/>
                </a:solidFill>
                <a:latin typeface="Century Gothic"/>
              </a:rPr>
              <a:t>Water also helps to lubricate the aggregates particles to help bring about the formation of the bond between aggregates and cement paste</a:t>
            </a:r>
            <a:endParaRPr b="0" lang="en-US" sz="2400" spc="-1" strike="noStrike">
              <a:solidFill>
                <a:schemeClr val="dk1">
                  <a:lumMod val="75000"/>
                  <a:lumOff val="25000"/>
                </a:schemeClr>
              </a:solidFill>
              <a:latin typeface="Century Gothic"/>
            </a:endParaRPr>
          </a:p>
          <a:p>
            <a:pPr indent="0" defTabSz="914400">
              <a:lnSpc>
                <a:spcPct val="100000"/>
              </a:lnSpc>
              <a:buNone/>
            </a:pP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US" sz="2400" spc="-1" strike="noStrike">
                <a:solidFill>
                  <a:schemeClr val="dk1"/>
                </a:solidFill>
                <a:latin typeface="Century Gothic"/>
              </a:rPr>
              <a:t>Water is necessary to make cement into a paste and thus render concrete workable</a:t>
            </a:r>
            <a:endParaRPr b="0" lang="en-US" sz="2400" spc="-1" strike="noStrike">
              <a:solidFill>
                <a:schemeClr val="dk1">
                  <a:lumMod val="75000"/>
                  <a:lumOff val="25000"/>
                </a:schemeClr>
              </a:solidFill>
              <a:latin typeface="Century Gothic"/>
            </a:endParaRPr>
          </a:p>
          <a:p>
            <a:pPr indent="0" defTabSz="914400">
              <a:lnSpc>
                <a:spcPct val="100000"/>
              </a:lnSpc>
              <a:buNone/>
            </a:pP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Water:Cement Ratio</a:t>
            </a:r>
            <a:endParaRPr b="0" lang="en-US" sz="4000" spc="-1" strike="noStrike">
              <a:solidFill>
                <a:schemeClr val="dk1"/>
              </a:solidFill>
              <a:latin typeface="Century Gothic"/>
            </a:endParaRPr>
          </a:p>
        </p:txBody>
      </p:sp>
      <p:sp>
        <p:nvSpPr>
          <p:cNvPr id="728" name="PlaceHolder 2"/>
          <p:cNvSpPr>
            <a:spLocks noGrp="1"/>
          </p:cNvSpPr>
          <p:nvPr>
            <p:ph/>
          </p:nvPr>
        </p:nvSpPr>
        <p:spPr>
          <a:xfrm>
            <a:off x="732960" y="1700640"/>
            <a:ext cx="11009160" cy="4114440"/>
          </a:xfrm>
          <a:prstGeom prst="rect">
            <a:avLst/>
          </a:prstGeom>
          <a:noFill/>
          <a:ln w="0">
            <a:noFill/>
          </a:ln>
        </p:spPr>
        <p:txBody>
          <a:bodyPr lIns="91440" rIns="91440" tIns="45720" bIns="45720" anchor="t">
            <a:normAutofit/>
          </a:bodyPr>
          <a:p>
            <a:pPr indent="0" algn="r" defTabSz="914400">
              <a:lnSpc>
                <a:spcPct val="100000"/>
              </a:lnSpc>
              <a:buNone/>
            </a:pPr>
            <a:r>
              <a:rPr b="0" lang="en-US" sz="2800" spc="-1" strike="noStrike">
                <a:solidFill>
                  <a:schemeClr val="dk1">
                    <a:tint val="75000"/>
                  </a:schemeClr>
                </a:solidFill>
                <a:latin typeface="Century Gothic"/>
              </a:rPr>
              <a:t>Enough water is needed so that the hydration reaction is completed and the maximum strength is gained</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2800" spc="-1" strike="noStrike">
              <a:solidFill>
                <a:schemeClr val="dk1">
                  <a:lumMod val="75000"/>
                  <a:lumOff val="25000"/>
                </a:schemeClr>
              </a:solidFill>
              <a:latin typeface="Century Gothic"/>
            </a:endParaRPr>
          </a:p>
          <a:p>
            <a:pPr indent="0" algn="r" defTabSz="914400">
              <a:lnSpc>
                <a:spcPct val="100000"/>
              </a:lnSpc>
              <a:buNone/>
            </a:pPr>
            <a:r>
              <a:rPr b="0" lang="en-US" sz="2800" spc="-1" strike="noStrike">
                <a:solidFill>
                  <a:schemeClr val="dk1">
                    <a:tint val="75000"/>
                  </a:schemeClr>
                </a:solidFill>
                <a:latin typeface="Century Gothic"/>
              </a:rPr>
              <a:t>Only a proportion of the water used actually combines chemically with the cement during the hydration process</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2800" spc="-1" strike="noStrike">
              <a:solidFill>
                <a:schemeClr val="dk1">
                  <a:lumMod val="75000"/>
                  <a:lumOff val="25000"/>
                </a:schemeClr>
              </a:solidFill>
              <a:latin typeface="Century Gothic"/>
            </a:endParaRPr>
          </a:p>
          <a:p>
            <a:pPr indent="0" algn="r" defTabSz="914400">
              <a:lnSpc>
                <a:spcPct val="100000"/>
              </a:lnSpc>
              <a:buNone/>
            </a:pPr>
            <a:r>
              <a:rPr b="0" lang="en-US" sz="2800" spc="-1" strike="noStrike">
                <a:solidFill>
                  <a:schemeClr val="dk1">
                    <a:tint val="75000"/>
                  </a:schemeClr>
                </a:solidFill>
                <a:latin typeface="Century Gothic"/>
              </a:rPr>
              <a:t>The chemical reaction between cement and water is responsible for setting and hardening of cement concrete</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Water:Cement Ratio</a:t>
            </a:r>
            <a:endParaRPr b="0" lang="en-US" sz="4000" spc="-1" strike="noStrike">
              <a:solidFill>
                <a:schemeClr val="dk1"/>
              </a:solidFill>
              <a:latin typeface="Century Gothic"/>
            </a:endParaRPr>
          </a:p>
        </p:txBody>
      </p:sp>
      <p:sp>
        <p:nvSpPr>
          <p:cNvPr id="730" name="PlaceHolder 2"/>
          <p:cNvSpPr>
            <a:spLocks noGrp="1"/>
          </p:cNvSpPr>
          <p:nvPr>
            <p:ph/>
          </p:nvPr>
        </p:nvSpPr>
        <p:spPr>
          <a:xfrm>
            <a:off x="591120" y="1530360"/>
            <a:ext cx="11009160" cy="4114440"/>
          </a:xfrm>
          <a:prstGeom prst="rect">
            <a:avLst/>
          </a:prstGeom>
          <a:noFill/>
          <a:ln w="0">
            <a:noFill/>
          </a:ln>
        </p:spPr>
        <p:txBody>
          <a:bodyPr lIns="91440" rIns="91440" tIns="45720" bIns="45720" anchor="t">
            <a:noAutofit/>
          </a:bodyPr>
          <a:p>
            <a:pPr indent="0" algn="r" defTabSz="914400">
              <a:lnSpc>
                <a:spcPct val="100000"/>
              </a:lnSpc>
              <a:buNone/>
            </a:pPr>
            <a:r>
              <a:rPr b="0" lang="en-US" sz="2000" spc="-1" strike="noStrike">
                <a:solidFill>
                  <a:schemeClr val="dk1">
                    <a:tint val="75000"/>
                  </a:schemeClr>
                </a:solidFill>
                <a:latin typeface="Century Gothic"/>
              </a:rPr>
              <a:t>In the hydration process, excess water remains distributed within the paste. There are three main reasons for keeping this excess water to a minimum compatible with adequate workability of the concrete for the job at hand;</a:t>
            </a:r>
            <a:endParaRPr b="0" lang="en-US" sz="2000" spc="-1" strike="noStrike">
              <a:solidFill>
                <a:schemeClr val="dk1">
                  <a:lumMod val="75000"/>
                  <a:lumOff val="25000"/>
                </a:schemeClr>
              </a:solidFill>
              <a:latin typeface="Century Gothic"/>
            </a:endParaRPr>
          </a:p>
          <a:p>
            <a:pPr lvl="1" marL="914400" indent="-457200" defTabSz="914400">
              <a:lnSpc>
                <a:spcPct val="100000"/>
              </a:lnSpc>
              <a:buClr>
                <a:srgbClr val="000000"/>
              </a:buClr>
              <a:buFont typeface="Century Gothic"/>
              <a:buAutoNum type="romanLcPeriod"/>
            </a:pPr>
            <a:r>
              <a:rPr b="0" lang="en-US" sz="1800" spc="-1" strike="noStrike">
                <a:solidFill>
                  <a:schemeClr val="dk1"/>
                </a:solidFill>
                <a:latin typeface="Century Gothic"/>
              </a:rPr>
              <a:t>Excess water in concrete may cause the cement paste to drain away from the surfaces of the aggregate particles. Depending on other factors, this may lead to defects in the fresh concrete such as poor pasting, low strength and segregation</a:t>
            </a:r>
            <a:endParaRPr b="0" lang="en-US" sz="1800" spc="-1" strike="noStrike">
              <a:solidFill>
                <a:schemeClr val="dk1">
                  <a:lumMod val="75000"/>
                  <a:lumOff val="25000"/>
                </a:schemeClr>
              </a:solidFill>
              <a:latin typeface="Century Gothic"/>
            </a:endParaRPr>
          </a:p>
          <a:p>
            <a:pPr lvl="1" marL="914400" indent="-457200" defTabSz="914400">
              <a:lnSpc>
                <a:spcPct val="100000"/>
              </a:lnSpc>
              <a:buClr>
                <a:srgbClr val="000000"/>
              </a:buClr>
              <a:buFont typeface="Century Gothic"/>
              <a:buAutoNum type="romanLcPeriod"/>
            </a:pPr>
            <a:r>
              <a:rPr b="0" lang="en-US" sz="1800" spc="-1" strike="noStrike">
                <a:solidFill>
                  <a:schemeClr val="dk1"/>
                </a:solidFill>
                <a:latin typeface="Century Gothic"/>
              </a:rPr>
              <a:t>Excess water in concrete causes ‘bleeding’ - the tendency of excess water to rise to the surface of the freshly placed concrete. ‘Bleeding’ may form fine channels which may remain open after the concrete has hardened and this may affect its durability if it should be exposed to aggressive conditions</a:t>
            </a:r>
            <a:endParaRPr b="0" lang="en-US" sz="1800" spc="-1" strike="noStrike">
              <a:solidFill>
                <a:schemeClr val="dk1">
                  <a:lumMod val="75000"/>
                  <a:lumOff val="25000"/>
                </a:schemeClr>
              </a:solidFill>
              <a:latin typeface="Century Gothic"/>
            </a:endParaRPr>
          </a:p>
          <a:p>
            <a:pPr lvl="1" marL="914400" indent="-457200" defTabSz="914400">
              <a:lnSpc>
                <a:spcPct val="100000"/>
              </a:lnSpc>
              <a:buClr>
                <a:srgbClr val="000000"/>
              </a:buClr>
              <a:buFont typeface="Century Gothic"/>
              <a:buAutoNum type="romanLcPeriod"/>
            </a:pPr>
            <a:r>
              <a:rPr b="0" lang="en-US" sz="1800" spc="-1" strike="noStrike">
                <a:solidFill>
                  <a:schemeClr val="dk1"/>
                </a:solidFill>
                <a:latin typeface="Century Gothic"/>
              </a:rPr>
              <a:t>Evaporation of excess water leaves voids in the paste structure, which are unlikely to be filled with solid hydrates. This in turn lowers the concrete properties such as strength, abrasion resistance, impermeability and durability. Drying shrinkage, too, is caused by loss of water from voids.</a:t>
            </a:r>
            <a:endParaRPr b="0" lang="en-US" sz="1800" spc="-1" strike="noStrike">
              <a:solidFill>
                <a:schemeClr val="dk1">
                  <a:lumMod val="75000"/>
                  <a:lumOff val="25000"/>
                </a:schemeClr>
              </a:solidFill>
              <a:latin typeface="Century Gothic"/>
            </a:endParaRPr>
          </a:p>
          <a:p>
            <a:pPr indent="0" defTabSz="914400">
              <a:lnSpc>
                <a:spcPct val="100000"/>
              </a:lnSpc>
              <a:buNone/>
            </a:pPr>
            <a:endParaRPr b="0" lang="en-US" sz="1400" spc="-1" strike="noStrike">
              <a:solidFill>
                <a:schemeClr val="dk1">
                  <a:lumMod val="75000"/>
                  <a:lumOff val="25000"/>
                </a:schemeClr>
              </a:solidFill>
              <a:latin typeface="Century Gothic"/>
            </a:endParaRPr>
          </a:p>
          <a:p>
            <a:pPr indent="0" algn="r" defTabSz="914400">
              <a:lnSpc>
                <a:spcPct val="100000"/>
              </a:lnSpc>
              <a:buNone/>
              <a:tabLst>
                <a:tab algn="l" pos="0"/>
              </a:tabLst>
            </a:pPr>
            <a:r>
              <a:rPr b="0" lang="en-US" sz="1400" spc="-1" strike="noStrike">
                <a:solidFill>
                  <a:schemeClr val="dk1">
                    <a:tint val="75000"/>
                  </a:schemeClr>
                </a:solidFill>
                <a:latin typeface="Century Gothic"/>
              </a:rPr>
              <a:t>The water-cement ratio is thus of prime importance in most aspects of concrete production.</a:t>
            </a:r>
            <a:endParaRPr b="0" lang="en-US" sz="1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Water:Cement Ratio</a:t>
            </a:r>
            <a:endParaRPr b="0" lang="en-US" sz="4000" spc="-1" strike="noStrike">
              <a:solidFill>
                <a:schemeClr val="dk1"/>
              </a:solidFill>
              <a:latin typeface="Century Gothic"/>
            </a:endParaRPr>
          </a:p>
        </p:txBody>
      </p:sp>
      <p:sp>
        <p:nvSpPr>
          <p:cNvPr id="732" name="PlaceHolder 2"/>
          <p:cNvSpPr>
            <a:spLocks noGrp="1"/>
          </p:cNvSpPr>
          <p:nvPr>
            <p:ph/>
          </p:nvPr>
        </p:nvSpPr>
        <p:spPr>
          <a:xfrm>
            <a:off x="732960" y="1700640"/>
            <a:ext cx="11009160" cy="4114440"/>
          </a:xfrm>
          <a:prstGeom prst="rect">
            <a:avLst/>
          </a:prstGeom>
          <a:noFill/>
          <a:ln w="0">
            <a:noFill/>
          </a:ln>
        </p:spPr>
        <p:txBody>
          <a:bodyPr lIns="91440" rIns="91440" tIns="45720" bIns="45720" anchor="t">
            <a:normAutofit/>
          </a:bodyPr>
          <a:p>
            <a:pPr indent="0" algn="r" defTabSz="914400">
              <a:lnSpc>
                <a:spcPct val="100000"/>
              </a:lnSpc>
              <a:buNone/>
            </a:pPr>
            <a:r>
              <a:rPr b="0" lang="en-US" sz="2800" spc="-1" strike="noStrike">
                <a:solidFill>
                  <a:schemeClr val="dk1">
                    <a:tint val="75000"/>
                  </a:schemeClr>
                </a:solidFill>
                <a:latin typeface="Century Gothic"/>
              </a:rPr>
              <a:t>Setting of cement concrete is the process in the stage or phase, when concrete mass changes from plastic form to a non-flowing mass</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2800" spc="-1" strike="noStrike">
              <a:solidFill>
                <a:schemeClr val="dk1">
                  <a:lumMod val="75000"/>
                  <a:lumOff val="25000"/>
                </a:schemeClr>
              </a:solidFill>
              <a:latin typeface="Century Gothic"/>
            </a:endParaRPr>
          </a:p>
          <a:p>
            <a:pPr indent="0" algn="r" defTabSz="914400">
              <a:lnSpc>
                <a:spcPct val="100000"/>
              </a:lnSpc>
              <a:buNone/>
            </a:pPr>
            <a:r>
              <a:rPr b="0" lang="en-US" sz="2800" spc="-1" strike="noStrike">
                <a:solidFill>
                  <a:schemeClr val="dk1">
                    <a:tint val="75000"/>
                  </a:schemeClr>
                </a:solidFill>
                <a:latin typeface="Century Gothic"/>
              </a:rPr>
              <a:t>The process of gaining strength by the mass of cement concrete is known as “Hardening”.</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title"/>
          </p:nvPr>
        </p:nvSpPr>
        <p:spPr>
          <a:xfrm>
            <a:off x="2054160" y="422280"/>
            <a:ext cx="8229240" cy="1142640"/>
          </a:xfrm>
          <a:prstGeom prst="rect">
            <a:avLst/>
          </a:prstGeom>
          <a:noFill/>
          <a:ln w="0">
            <a:noFill/>
          </a:ln>
        </p:spPr>
        <p:txBody>
          <a:bodyPr lIns="91440" rIns="91440" tIns="45720" bIns="45720" anchor="t">
            <a:noAutofit/>
          </a:bodyPr>
          <a:p>
            <a:pPr indent="0" defTabSz="457200">
              <a:lnSpc>
                <a:spcPct val="100000"/>
              </a:lnSpc>
              <a:buNone/>
            </a:pPr>
            <a:r>
              <a:rPr b="0" lang="en-ZA" sz="4000" spc="-1" strike="noStrike">
                <a:solidFill>
                  <a:schemeClr val="dk1">
                    <a:lumMod val="85000"/>
                    <a:lumOff val="15000"/>
                  </a:schemeClr>
                </a:solidFill>
                <a:latin typeface="Arial"/>
                <a:ea typeface="MS PGothic"/>
              </a:rPr>
              <a:t>Setting</a:t>
            </a:r>
            <a:endParaRPr b="0" lang="en-US" sz="4000" spc="-1" strike="noStrike">
              <a:solidFill>
                <a:schemeClr val="dk1"/>
              </a:solidFill>
              <a:latin typeface="Century Gothic"/>
            </a:endParaRPr>
          </a:p>
        </p:txBody>
      </p:sp>
      <p:sp>
        <p:nvSpPr>
          <p:cNvPr id="734" name="PlaceHolder 2"/>
          <p:cNvSpPr>
            <a:spLocks noGrp="1"/>
          </p:cNvSpPr>
          <p:nvPr>
            <p:ph/>
          </p:nvPr>
        </p:nvSpPr>
        <p:spPr>
          <a:xfrm>
            <a:off x="2939400" y="1972800"/>
            <a:ext cx="399240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ZA" sz="2400" spc="-1" strike="noStrike">
                <a:solidFill>
                  <a:schemeClr val="dk1">
                    <a:lumMod val="75000"/>
                    <a:lumOff val="25000"/>
                  </a:schemeClr>
                </a:solidFill>
                <a:latin typeface="Arial"/>
                <a:ea typeface="MS PGothic"/>
              </a:rPr>
              <a:t>False set</a:t>
            </a:r>
            <a:endParaRPr b="0" lang="en-US" sz="2400" spc="-1" strike="noStrike">
              <a:solidFill>
                <a:schemeClr val="dk1">
                  <a:lumMod val="75000"/>
                  <a:lumOff val="25000"/>
                </a:schemeClr>
              </a:solidFill>
              <a:latin typeface="Century Gothic"/>
            </a:endParaRPr>
          </a:p>
        </p:txBody>
      </p:sp>
      <p:sp>
        <p:nvSpPr>
          <p:cNvPr id="735" name="PlaceHolder 3"/>
          <p:cNvSpPr>
            <a:spLocks noGrp="1"/>
          </p:cNvSpPr>
          <p:nvPr>
            <p:ph/>
          </p:nvPr>
        </p:nvSpPr>
        <p:spPr>
          <a:xfrm>
            <a:off x="2589120" y="2548800"/>
            <a:ext cx="4342680" cy="3353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Negligible evolution of heat</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If re-mixed, without adding water, it becomes plastic again</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It may be placed without any adverse effect</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Caused by overheating during grinding</a:t>
            </a:r>
            <a:endParaRPr b="0" lang="en-US" sz="1800" spc="-1" strike="noStrike">
              <a:solidFill>
                <a:schemeClr val="dk1">
                  <a:lumMod val="75000"/>
                  <a:lumOff val="25000"/>
                </a:schemeClr>
              </a:solidFill>
              <a:latin typeface="Century Gothic"/>
            </a:endParaRPr>
          </a:p>
        </p:txBody>
      </p:sp>
      <p:sp>
        <p:nvSpPr>
          <p:cNvPr id="736" name="PlaceHolder 4"/>
          <p:cNvSpPr>
            <a:spLocks noGrp="1"/>
          </p:cNvSpPr>
          <p:nvPr>
            <p:ph/>
          </p:nvPr>
        </p:nvSpPr>
        <p:spPr>
          <a:xfrm>
            <a:off x="7506720" y="1969560"/>
            <a:ext cx="399852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ZA" sz="2400" spc="-1" strike="noStrike">
                <a:solidFill>
                  <a:schemeClr val="dk1">
                    <a:lumMod val="75000"/>
                    <a:lumOff val="25000"/>
                  </a:schemeClr>
                </a:solidFill>
                <a:latin typeface="Arial"/>
                <a:ea typeface="MS PGothic"/>
              </a:rPr>
              <a:t>Flash set</a:t>
            </a:r>
            <a:endParaRPr b="0" lang="en-US" sz="2400" spc="-1" strike="noStrike">
              <a:solidFill>
                <a:schemeClr val="dk1">
                  <a:lumMod val="75000"/>
                  <a:lumOff val="25000"/>
                </a:schemeClr>
              </a:solidFill>
              <a:latin typeface="Century Gothic"/>
            </a:endParaRPr>
          </a:p>
        </p:txBody>
      </p:sp>
      <p:sp>
        <p:nvSpPr>
          <p:cNvPr id="737" name="PlaceHolder 5"/>
          <p:cNvSpPr>
            <a:spLocks noGrp="1"/>
          </p:cNvSpPr>
          <p:nvPr>
            <p:ph/>
          </p:nvPr>
        </p:nvSpPr>
        <p:spPr>
          <a:xfrm>
            <a:off x="7166880" y="2545560"/>
            <a:ext cx="4338360" cy="33537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Cement paste heats up excessively</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Reworking does not restore plasticity</a:t>
            </a:r>
            <a:endParaRPr b="0" lang="en-US" sz="1800" spc="-1" strike="noStrike">
              <a:solidFill>
                <a:schemeClr val="dk1">
                  <a:lumMod val="75000"/>
                  <a:lumOff val="25000"/>
                </a:schemeClr>
              </a:solidFill>
              <a:latin typeface="Century Gothic"/>
            </a:endParaRPr>
          </a:p>
        </p:txBody>
      </p:sp>
      <p:sp>
        <p:nvSpPr>
          <p:cNvPr id="738" name="PlaceHolder 6"/>
          <p:cNvSpPr>
            <a:spLocks noGrp="1"/>
          </p:cNvSpPr>
          <p:nvPr>
            <p:ph type="sldNum" idx="55"/>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defTabSz="457200">
              <a:lnSpc>
                <a:spcPct val="100000"/>
              </a:lnSpc>
              <a:buNone/>
            </a:pPr>
            <a:r>
              <a:rPr b="1" lang="en-GB" sz="4000" spc="-1" strike="noStrike">
                <a:solidFill>
                  <a:srgbClr val="d95900"/>
                </a:solidFill>
                <a:latin typeface="Arial"/>
              </a:rPr>
              <a:t>Water:Cement Ratio</a:t>
            </a:r>
            <a:endParaRPr b="0" lang="en-US" sz="4000" spc="-1" strike="noStrike">
              <a:solidFill>
                <a:schemeClr val="dk1"/>
              </a:solidFill>
              <a:latin typeface="Century Gothic"/>
            </a:endParaRPr>
          </a:p>
        </p:txBody>
      </p:sp>
      <p:sp>
        <p:nvSpPr>
          <p:cNvPr id="740" name="PlaceHolder 2"/>
          <p:cNvSpPr>
            <a:spLocks noGrp="1"/>
          </p:cNvSpPr>
          <p:nvPr>
            <p:ph/>
          </p:nvPr>
        </p:nvSpPr>
        <p:spPr>
          <a:xfrm>
            <a:off x="1991520" y="1412640"/>
            <a:ext cx="8208720" cy="4895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Mass of water divided by mass of cement</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Mix design is based on this relationship to determine the strength</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Higher W:C the lower the strength</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tabLst>
                <a:tab algn="l" pos="0"/>
              </a:tabLst>
            </a:pPr>
            <a:r>
              <a:rPr b="0" lang="en-US" sz="2400" spc="-1" strike="noStrike">
                <a:solidFill>
                  <a:schemeClr val="accent6">
                    <a:lumMod val="75000"/>
                  </a:schemeClr>
                </a:solidFill>
                <a:latin typeface="Century Gothic"/>
              </a:rPr>
              <a:t>Free water:  Water in mix not absorbed by aggregates</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tabLst>
                <a:tab algn="l" pos="0"/>
              </a:tabLst>
            </a:pPr>
            <a:r>
              <a:rPr b="0" lang="en-US" sz="2400" spc="-1" strike="noStrike">
                <a:solidFill>
                  <a:schemeClr val="accent6">
                    <a:lumMod val="75000"/>
                  </a:schemeClr>
                </a:solidFill>
                <a:latin typeface="Century Gothic"/>
              </a:rPr>
              <a:t>Total water:  Total amount of water in mix including that absorbed by aggregates</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tabLst>
                <a:tab algn="l" pos="0"/>
              </a:tabLst>
            </a:pPr>
            <a:r>
              <a:rPr b="0" lang="en-US" sz="2400" spc="-1" strike="noStrike">
                <a:solidFill>
                  <a:schemeClr val="accent6">
                    <a:lumMod val="75000"/>
                  </a:schemeClr>
                </a:solidFill>
                <a:latin typeface="Century Gothic"/>
              </a:rPr>
              <a:t>Added water:  Water not contained in aggregates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defTabSz="457200">
              <a:lnSpc>
                <a:spcPct val="100000"/>
              </a:lnSpc>
              <a:buNone/>
            </a:pPr>
            <a:r>
              <a:rPr b="1" lang="en-GB" sz="4000" spc="-1" strike="noStrike">
                <a:solidFill>
                  <a:srgbClr val="d95900"/>
                </a:solidFill>
                <a:latin typeface="Arial"/>
              </a:rPr>
              <a:t>Free Water </a:t>
            </a:r>
            <a:r>
              <a:rPr b="1" lang="en-US" sz="4000" spc="-1" strike="noStrike">
                <a:solidFill>
                  <a:srgbClr val="d95900"/>
                </a:solidFill>
                <a:latin typeface="Arial"/>
              </a:rPr>
              <a:t>C</a:t>
            </a:r>
            <a:r>
              <a:rPr b="1" lang="en-GB" sz="4000" spc="-1" strike="noStrike">
                <a:solidFill>
                  <a:srgbClr val="d95900"/>
                </a:solidFill>
                <a:latin typeface="Arial"/>
              </a:rPr>
              <a:t>ontent</a:t>
            </a:r>
            <a:endParaRPr b="0" lang="en-US" sz="4000" spc="-1" strike="noStrike">
              <a:solidFill>
                <a:schemeClr val="dk1"/>
              </a:solidFill>
              <a:latin typeface="Century Gothic"/>
            </a:endParaRPr>
          </a:p>
        </p:txBody>
      </p:sp>
      <p:sp>
        <p:nvSpPr>
          <p:cNvPr id="742" name="PlaceHolder 2"/>
          <p:cNvSpPr>
            <a:spLocks noGrp="1"/>
          </p:cNvSpPr>
          <p:nvPr>
            <p:ph/>
          </p:nvPr>
        </p:nvSpPr>
        <p:spPr>
          <a:xfrm>
            <a:off x="1286640" y="1124640"/>
            <a:ext cx="10905120" cy="3672000"/>
          </a:xfrm>
          <a:prstGeom prst="rect">
            <a:avLst/>
          </a:prstGeom>
          <a:noFill/>
          <a:ln w="0">
            <a:noFill/>
          </a:ln>
        </p:spPr>
        <p:txBody>
          <a:bodyPr lIns="91440" rIns="91440" tIns="45720" bIns="45720" anchor="t">
            <a:normAutofit/>
          </a:bodyPr>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Example to calculate free water:</a:t>
            </a:r>
            <a:endParaRPr b="0" lang="en-US" sz="28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Cement content</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400kg</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Water content</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200kg</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Total weight of dry aggregate</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1800kg (35% being fine aggregate)</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Water absorption, fine aggregate</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3% by weight </a:t>
            </a:r>
            <a:endParaRPr b="0" lang="en-US" sz="2400" spc="-1" strike="noStrike">
              <a:solidFill>
                <a:schemeClr val="dk1">
                  <a:lumMod val="75000"/>
                  <a:lumOff val="25000"/>
                </a:schemeClr>
              </a:solidFill>
              <a:latin typeface="Century Gothic"/>
            </a:endParaRPr>
          </a:p>
          <a:p>
            <a:pPr lvl="1" marL="914400" indent="-45720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Water absorption, coarse aggregate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1% by weight</a:t>
            </a:r>
            <a:endParaRPr b="0" lang="en-US" sz="2400" spc="-1" strike="noStrike">
              <a:solidFill>
                <a:schemeClr val="dk1">
                  <a:lumMod val="75000"/>
                  <a:lumOff val="25000"/>
                </a:schemeClr>
              </a:solidFill>
              <a:latin typeface="Century Gothic"/>
            </a:endParaRPr>
          </a:p>
        </p:txBody>
      </p:sp>
      <p:grpSp>
        <p:nvGrpSpPr>
          <p:cNvPr id="743" name="Group 23"/>
          <p:cNvGrpSpPr/>
          <p:nvPr/>
        </p:nvGrpSpPr>
        <p:grpSpPr>
          <a:xfrm>
            <a:off x="-83160" y="4869000"/>
            <a:ext cx="10078920" cy="1179000"/>
            <a:chOff x="-83160" y="4869000"/>
            <a:chExt cx="10078920" cy="1179000"/>
          </a:xfrm>
        </p:grpSpPr>
        <p:grpSp>
          <p:nvGrpSpPr>
            <p:cNvPr id="744" name="Group 4"/>
            <p:cNvGrpSpPr/>
            <p:nvPr/>
          </p:nvGrpSpPr>
          <p:grpSpPr>
            <a:xfrm>
              <a:off x="-83160" y="4869000"/>
              <a:ext cx="7980120" cy="1179000"/>
              <a:chOff x="-83160" y="4869000"/>
              <a:chExt cx="7980120" cy="1179000"/>
            </a:xfrm>
          </p:grpSpPr>
          <p:sp>
            <p:nvSpPr>
              <p:cNvPr id="745" name="Text Box 4"/>
              <p:cNvSpPr/>
              <p:nvPr/>
            </p:nvSpPr>
            <p:spPr>
              <a:xfrm>
                <a:off x="-83160" y="5104440"/>
                <a:ext cx="5249160" cy="943560"/>
              </a:xfrm>
              <a:prstGeom prst="rect">
                <a:avLst/>
              </a:prstGeom>
              <a:noFill/>
              <a:ln w="12700">
                <a:noFill/>
              </a:ln>
            </p:spPr>
            <p:style>
              <a:lnRef idx="0"/>
              <a:fillRef idx="0"/>
              <a:effectRef idx="0"/>
              <a:fontRef idx="minor"/>
            </p:style>
            <p:txBody>
              <a:bodyPr lIns="90000" rIns="90000" tIns="45000" bIns="45000" anchor="t">
                <a:spAutoFit/>
              </a:bodyPr>
              <a:p>
                <a:pPr marL="457200" defTabSz="914400">
                  <a:lnSpc>
                    <a:spcPct val="100000"/>
                  </a:lnSpc>
                </a:pPr>
                <a:r>
                  <a:rPr b="1" lang="en-US" sz="2800" spc="-1" strike="noStrike">
                    <a:solidFill>
                      <a:schemeClr val="dk1"/>
                    </a:solidFill>
                    <a:latin typeface="Century Gothic"/>
                  </a:rPr>
                  <a:t>Total water/cement ratio =</a:t>
                </a:r>
                <a:endParaRPr b="0" lang="en-US" sz="2800" spc="-1" strike="noStrike">
                  <a:solidFill>
                    <a:srgbClr val="000000"/>
                  </a:solidFill>
                  <a:latin typeface="Arial"/>
                </a:endParaRPr>
              </a:p>
            </p:txBody>
          </p:sp>
          <p:sp>
            <p:nvSpPr>
              <p:cNvPr id="746" name="Text Box 14"/>
              <p:cNvSpPr/>
              <p:nvPr/>
            </p:nvSpPr>
            <p:spPr>
              <a:xfrm>
                <a:off x="5484600" y="5392440"/>
                <a:ext cx="2412360" cy="516600"/>
              </a:xfrm>
              <a:prstGeom prst="rect">
                <a:avLst/>
              </a:prstGeom>
              <a:noFill/>
              <a:ln w="1270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Arial Narrow"/>
                  </a:rPr>
                  <a:t>Mass of cement</a:t>
                </a:r>
                <a:endParaRPr b="0" lang="en-US" sz="2800" spc="-1" strike="noStrike">
                  <a:solidFill>
                    <a:srgbClr val="000000"/>
                  </a:solidFill>
                  <a:latin typeface="Arial"/>
                </a:endParaRPr>
              </a:p>
            </p:txBody>
          </p:sp>
          <p:sp>
            <p:nvSpPr>
              <p:cNvPr id="747" name="Text Box 5"/>
              <p:cNvSpPr/>
              <p:nvPr/>
            </p:nvSpPr>
            <p:spPr>
              <a:xfrm>
                <a:off x="5567760" y="4869000"/>
                <a:ext cx="2106000" cy="516600"/>
              </a:xfrm>
              <a:prstGeom prst="rect">
                <a:avLst/>
              </a:prstGeom>
              <a:noFill/>
              <a:ln w="1270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1"/>
                    </a:solidFill>
                    <a:latin typeface="Arial Narrow"/>
                  </a:rPr>
                  <a:t>Mass of water</a:t>
                </a:r>
                <a:endParaRPr b="0" lang="en-US" sz="2800" spc="-1" strike="noStrike">
                  <a:solidFill>
                    <a:srgbClr val="000000"/>
                  </a:solidFill>
                  <a:latin typeface="Arial"/>
                </a:endParaRPr>
              </a:p>
            </p:txBody>
          </p:sp>
          <p:cxnSp>
            <p:nvCxnSpPr>
              <p:cNvPr id="748" name="Straight Connector 8"/>
              <p:cNvCxnSpPr/>
              <p:nvPr/>
            </p:nvCxnSpPr>
            <p:spPr>
              <a:xfrm flipV="1">
                <a:off x="5628240" y="5373000"/>
                <a:ext cx="2016720" cy="19440"/>
              </a:xfrm>
              <a:prstGeom prst="straightConnector1">
                <a:avLst/>
              </a:prstGeom>
              <a:ln cap="rnd" w="22225">
                <a:solidFill>
                  <a:srgbClr val="000000"/>
                </a:solidFill>
                <a:round/>
              </a:ln>
            </p:spPr>
          </p:cxnSp>
        </p:grpSp>
        <p:grpSp>
          <p:nvGrpSpPr>
            <p:cNvPr id="749" name="Group 16"/>
            <p:cNvGrpSpPr/>
            <p:nvPr/>
          </p:nvGrpSpPr>
          <p:grpSpPr>
            <a:xfrm>
              <a:off x="7152120" y="4869000"/>
              <a:ext cx="1895760" cy="1092960"/>
              <a:chOff x="7152120" y="4869000"/>
              <a:chExt cx="1895760" cy="1092960"/>
            </a:xfrm>
          </p:grpSpPr>
          <p:sp>
            <p:nvSpPr>
              <p:cNvPr id="750" name="Text Box 4"/>
              <p:cNvSpPr/>
              <p:nvPr/>
            </p:nvSpPr>
            <p:spPr>
              <a:xfrm>
                <a:off x="7152120" y="5085360"/>
                <a:ext cx="840960" cy="516600"/>
              </a:xfrm>
              <a:prstGeom prst="rect">
                <a:avLst/>
              </a:prstGeom>
              <a:noFill/>
              <a:ln w="12700">
                <a:noFill/>
              </a:ln>
            </p:spPr>
            <p:style>
              <a:lnRef idx="0"/>
              <a:fillRef idx="0"/>
              <a:effectRef idx="0"/>
              <a:fontRef idx="minor"/>
            </p:style>
            <p:txBody>
              <a:bodyPr wrap="none" lIns="90000" rIns="90000" tIns="45000" bIns="45000" anchor="t">
                <a:spAutoFit/>
              </a:bodyPr>
              <a:p>
                <a:pPr marL="457200" defTabSz="914400">
                  <a:lnSpc>
                    <a:spcPct val="100000"/>
                  </a:lnSpc>
                </a:pPr>
                <a:r>
                  <a:rPr b="1" lang="en-US" sz="2800" spc="-1" strike="noStrike">
                    <a:solidFill>
                      <a:schemeClr val="dk1"/>
                    </a:solidFill>
                    <a:latin typeface="Century Gothic"/>
                  </a:rPr>
                  <a:t>=</a:t>
                </a:r>
                <a:endParaRPr b="0" lang="en-US" sz="2800" spc="-1" strike="noStrike">
                  <a:solidFill>
                    <a:srgbClr val="000000"/>
                  </a:solidFill>
                  <a:latin typeface="Arial"/>
                </a:endParaRPr>
              </a:p>
            </p:txBody>
          </p:sp>
          <p:sp>
            <p:nvSpPr>
              <p:cNvPr id="751" name="Text Box 14"/>
              <p:cNvSpPr/>
              <p:nvPr/>
            </p:nvSpPr>
            <p:spPr>
              <a:xfrm>
                <a:off x="8004600" y="5445360"/>
                <a:ext cx="1043280" cy="516600"/>
              </a:xfrm>
              <a:prstGeom prst="rect">
                <a:avLst/>
              </a:prstGeom>
              <a:noFill/>
              <a:ln w="1270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Arial Narrow"/>
                  </a:rPr>
                  <a:t>400kg</a:t>
                </a:r>
                <a:endParaRPr b="0" lang="en-US" sz="2800" spc="-1" strike="noStrike">
                  <a:solidFill>
                    <a:srgbClr val="000000"/>
                  </a:solidFill>
                  <a:latin typeface="Arial"/>
                </a:endParaRPr>
              </a:p>
            </p:txBody>
          </p:sp>
          <p:sp>
            <p:nvSpPr>
              <p:cNvPr id="752" name="Text Box 5"/>
              <p:cNvSpPr/>
              <p:nvPr/>
            </p:nvSpPr>
            <p:spPr>
              <a:xfrm>
                <a:off x="8036280" y="4869000"/>
                <a:ext cx="1005480" cy="516600"/>
              </a:xfrm>
              <a:prstGeom prst="rect">
                <a:avLst/>
              </a:prstGeom>
              <a:noFill/>
              <a:ln w="1270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1"/>
                    </a:solidFill>
                    <a:latin typeface="Arial Narrow"/>
                  </a:rPr>
                  <a:t>200kg</a:t>
                </a:r>
                <a:endParaRPr b="0" lang="en-US" sz="2800" spc="-1" strike="noStrike">
                  <a:solidFill>
                    <a:srgbClr val="000000"/>
                  </a:solidFill>
                  <a:latin typeface="Arial"/>
                </a:endParaRPr>
              </a:p>
            </p:txBody>
          </p:sp>
          <p:cxnSp>
            <p:nvCxnSpPr>
              <p:cNvPr id="753" name="Straight Connector 20"/>
              <p:cNvCxnSpPr/>
              <p:nvPr/>
            </p:nvCxnSpPr>
            <p:spPr>
              <a:xfrm flipV="1">
                <a:off x="8004600" y="5373000"/>
                <a:ext cx="972000" cy="19440"/>
              </a:xfrm>
              <a:prstGeom prst="straightConnector1">
                <a:avLst/>
              </a:prstGeom>
              <a:ln cap="rnd" w="22225">
                <a:solidFill>
                  <a:srgbClr val="000000"/>
                </a:solidFill>
                <a:round/>
              </a:ln>
            </p:spPr>
          </p:cxnSp>
        </p:grpSp>
        <p:sp>
          <p:nvSpPr>
            <p:cNvPr id="754" name="Text Box 4"/>
            <p:cNvSpPr/>
            <p:nvPr/>
          </p:nvSpPr>
          <p:spPr>
            <a:xfrm>
              <a:off x="8555760" y="5085360"/>
              <a:ext cx="1440000" cy="516600"/>
            </a:xfrm>
            <a:prstGeom prst="rect">
              <a:avLst/>
            </a:prstGeom>
            <a:noFill/>
            <a:ln w="12700">
              <a:noFill/>
            </a:ln>
          </p:spPr>
          <p:style>
            <a:lnRef idx="0"/>
            <a:fillRef idx="0"/>
            <a:effectRef idx="0"/>
            <a:fontRef idx="minor"/>
          </p:style>
          <p:txBody>
            <a:bodyPr wrap="none" lIns="90000" rIns="90000" tIns="45000" bIns="45000" anchor="t">
              <a:spAutoFit/>
            </a:bodyPr>
            <a:p>
              <a:pPr marL="457200" defTabSz="914400">
                <a:lnSpc>
                  <a:spcPct val="100000"/>
                </a:lnSpc>
              </a:pPr>
              <a:r>
                <a:rPr b="1" lang="en-US" sz="2800" spc="-1" strike="noStrike">
                  <a:solidFill>
                    <a:schemeClr val="dk1"/>
                  </a:solidFill>
                  <a:latin typeface="Century Gothic"/>
                </a:rPr>
                <a:t>= 0.5</a:t>
              </a:r>
              <a:endParaRPr b="0" lang="en-US" sz="28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defTabSz="457200">
              <a:lnSpc>
                <a:spcPct val="100000"/>
              </a:lnSpc>
              <a:buNone/>
            </a:pPr>
            <a:r>
              <a:rPr b="1" lang="en-GB" sz="4000" spc="-1" strike="noStrike">
                <a:solidFill>
                  <a:srgbClr val="d95900"/>
                </a:solidFill>
                <a:latin typeface="Arial"/>
              </a:rPr>
              <a:t>Free Water </a:t>
            </a:r>
            <a:r>
              <a:rPr b="1" lang="en-US" sz="4000" spc="-1" strike="noStrike">
                <a:solidFill>
                  <a:srgbClr val="d95900"/>
                </a:solidFill>
                <a:latin typeface="Arial"/>
              </a:rPr>
              <a:t>C</a:t>
            </a:r>
            <a:r>
              <a:rPr b="1" lang="en-GB" sz="4000" spc="-1" strike="noStrike">
                <a:solidFill>
                  <a:srgbClr val="d95900"/>
                </a:solidFill>
                <a:latin typeface="Arial"/>
              </a:rPr>
              <a:t>ontent (continued)</a:t>
            </a:r>
            <a:endParaRPr b="0" lang="en-US" sz="4000" spc="-1" strike="noStrike">
              <a:solidFill>
                <a:schemeClr val="dk1"/>
              </a:solidFill>
              <a:latin typeface="Century Gothic"/>
            </a:endParaRPr>
          </a:p>
        </p:txBody>
      </p:sp>
      <p:sp>
        <p:nvSpPr>
          <p:cNvPr id="756" name="PlaceHolder 2"/>
          <p:cNvSpPr>
            <a:spLocks noGrp="1"/>
          </p:cNvSpPr>
          <p:nvPr>
            <p:ph/>
          </p:nvPr>
        </p:nvSpPr>
        <p:spPr>
          <a:xfrm>
            <a:off x="1703520" y="1124640"/>
            <a:ext cx="8964000" cy="3672000"/>
          </a:xfrm>
          <a:prstGeom prst="rect">
            <a:avLst/>
          </a:prstGeom>
          <a:noFill/>
          <a:ln w="0">
            <a:noFill/>
          </a:ln>
        </p:spPr>
        <p:txBody>
          <a:bodyPr lIns="91440" rIns="91440" tIns="45720" bIns="45720" anchor="t">
            <a:normAutofit fontScale="98333" lnSpcReduction="10000"/>
          </a:bodyPr>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Free water/cement ratio:</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coarse aggregate content</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65% of 1800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1170kg</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fine aggregate content</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35% of 1800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630kg</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Absorption, coarse aggregate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1% of 1170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11.7kg</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Absorption, fine aggregate</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3% of 630   </a:t>
            </a:r>
            <a:r>
              <a:rPr b="0" lang="en-US" sz="2400" spc="-1" strike="noStrike">
                <a:solidFill>
                  <a:schemeClr val="accent6">
                    <a:lumMod val="75000"/>
                  </a:schemeClr>
                </a:solidFill>
                <a:latin typeface="Century Gothic"/>
              </a:rPr>
              <a:t>	</a:t>
            </a:r>
            <a:r>
              <a:rPr b="0" lang="en-US" sz="2400" spc="-1" strike="noStrike">
                <a:solidFill>
                  <a:schemeClr val="accent6">
                    <a:lumMod val="75000"/>
                  </a:schemeClr>
                </a:solidFill>
                <a:latin typeface="Century Gothic"/>
              </a:rPr>
              <a:t>= 18.9kg</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Total absorbed water = 11.7 + 18.9 = 30.6kg</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Water available for hydration = 200 – 30.6 = 169.4kg</a:t>
            </a:r>
            <a:endParaRPr b="0" lang="en-US" sz="2800" spc="-1" strike="noStrike">
              <a:solidFill>
                <a:schemeClr val="dk1">
                  <a:lumMod val="75000"/>
                  <a:lumOff val="25000"/>
                </a:schemeClr>
              </a:solidFill>
              <a:latin typeface="Century Gothic"/>
            </a:endParaRPr>
          </a:p>
        </p:txBody>
      </p:sp>
      <p:grpSp>
        <p:nvGrpSpPr>
          <p:cNvPr id="757" name="Group 23"/>
          <p:cNvGrpSpPr/>
          <p:nvPr/>
        </p:nvGrpSpPr>
        <p:grpSpPr>
          <a:xfrm>
            <a:off x="855000" y="5157360"/>
            <a:ext cx="7992000" cy="1039680"/>
            <a:chOff x="855000" y="5157360"/>
            <a:chExt cx="7992000" cy="1039680"/>
          </a:xfrm>
        </p:grpSpPr>
        <p:grpSp>
          <p:nvGrpSpPr>
            <p:cNvPr id="758" name="Group 4"/>
            <p:cNvGrpSpPr/>
            <p:nvPr/>
          </p:nvGrpSpPr>
          <p:grpSpPr>
            <a:xfrm>
              <a:off x="855000" y="5157360"/>
              <a:ext cx="6842160" cy="1039680"/>
              <a:chOff x="855000" y="5157360"/>
              <a:chExt cx="6842160" cy="1039680"/>
            </a:xfrm>
          </p:grpSpPr>
          <p:sp>
            <p:nvSpPr>
              <p:cNvPr id="759" name="Text Box 4"/>
              <p:cNvSpPr/>
              <p:nvPr/>
            </p:nvSpPr>
            <p:spPr>
              <a:xfrm>
                <a:off x="855000" y="5392440"/>
                <a:ext cx="6112800" cy="516600"/>
              </a:xfrm>
              <a:prstGeom prst="rect">
                <a:avLst/>
              </a:prstGeom>
              <a:noFill/>
              <a:ln w="12700">
                <a:noFill/>
              </a:ln>
            </p:spPr>
            <p:style>
              <a:lnRef idx="0"/>
              <a:fillRef idx="0"/>
              <a:effectRef idx="0"/>
              <a:fontRef idx="minor"/>
            </p:style>
            <p:txBody>
              <a:bodyPr lIns="90000" rIns="90000" tIns="45000" bIns="45000" anchor="t">
                <a:spAutoFit/>
              </a:bodyPr>
              <a:p>
                <a:pPr marL="457200" defTabSz="914400">
                  <a:lnSpc>
                    <a:spcPct val="100000"/>
                  </a:lnSpc>
                </a:pPr>
                <a:r>
                  <a:rPr b="1" lang="en-US" sz="2800" spc="-1" strike="noStrike">
                    <a:solidFill>
                      <a:schemeClr val="dk1"/>
                    </a:solidFill>
                    <a:latin typeface="Century Gothic"/>
                  </a:rPr>
                  <a:t>Free water/cement ratio =</a:t>
                </a:r>
                <a:endParaRPr b="0" lang="en-US" sz="2800" spc="-1" strike="noStrike">
                  <a:solidFill>
                    <a:srgbClr val="000000"/>
                  </a:solidFill>
                  <a:latin typeface="Arial"/>
                </a:endParaRPr>
              </a:p>
            </p:txBody>
          </p:sp>
          <p:sp>
            <p:nvSpPr>
              <p:cNvPr id="760" name="Text Box 14"/>
              <p:cNvSpPr/>
              <p:nvPr/>
            </p:nvSpPr>
            <p:spPr>
              <a:xfrm>
                <a:off x="6508800" y="5680440"/>
                <a:ext cx="1044360" cy="516600"/>
              </a:xfrm>
              <a:prstGeom prst="rect">
                <a:avLst/>
              </a:prstGeom>
              <a:noFill/>
              <a:ln w="1270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Arial Narrow"/>
                  </a:rPr>
                  <a:t>400kg</a:t>
                </a:r>
                <a:endParaRPr b="0" lang="en-US" sz="2800" spc="-1" strike="noStrike">
                  <a:solidFill>
                    <a:srgbClr val="000000"/>
                  </a:solidFill>
                  <a:latin typeface="Arial"/>
                </a:endParaRPr>
              </a:p>
            </p:txBody>
          </p:sp>
          <p:sp>
            <p:nvSpPr>
              <p:cNvPr id="761" name="Text Box 5"/>
              <p:cNvSpPr/>
              <p:nvPr/>
            </p:nvSpPr>
            <p:spPr>
              <a:xfrm>
                <a:off x="6371280" y="5157360"/>
                <a:ext cx="1249560" cy="516600"/>
              </a:xfrm>
              <a:prstGeom prst="rect">
                <a:avLst/>
              </a:prstGeom>
              <a:noFill/>
              <a:ln w="1270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1"/>
                    </a:solidFill>
                    <a:latin typeface="Arial Narrow"/>
                  </a:rPr>
                  <a:t>169.4kg</a:t>
                </a:r>
                <a:endParaRPr b="0" lang="en-US" sz="2800" spc="-1" strike="noStrike">
                  <a:solidFill>
                    <a:srgbClr val="000000"/>
                  </a:solidFill>
                  <a:latin typeface="Arial"/>
                </a:endParaRPr>
              </a:p>
            </p:txBody>
          </p:sp>
          <p:cxnSp>
            <p:nvCxnSpPr>
              <p:cNvPr id="762" name="Straight Connector 8"/>
              <p:cNvCxnSpPr/>
              <p:nvPr/>
            </p:nvCxnSpPr>
            <p:spPr>
              <a:xfrm>
                <a:off x="6436440" y="5680080"/>
                <a:ext cx="1261080" cy="360"/>
              </a:xfrm>
              <a:prstGeom prst="straightConnector1">
                <a:avLst/>
              </a:prstGeom>
              <a:ln cap="rnd" w="22225">
                <a:solidFill>
                  <a:srgbClr val="000000"/>
                </a:solidFill>
                <a:round/>
              </a:ln>
            </p:spPr>
          </p:cxnSp>
        </p:grpSp>
        <p:sp>
          <p:nvSpPr>
            <p:cNvPr id="763" name="Text Box 4"/>
            <p:cNvSpPr/>
            <p:nvPr/>
          </p:nvSpPr>
          <p:spPr>
            <a:xfrm>
              <a:off x="7202880" y="5392440"/>
              <a:ext cx="1644120" cy="516600"/>
            </a:xfrm>
            <a:prstGeom prst="rect">
              <a:avLst/>
            </a:prstGeom>
            <a:noFill/>
            <a:ln w="12700">
              <a:noFill/>
            </a:ln>
          </p:spPr>
          <p:style>
            <a:lnRef idx="0"/>
            <a:fillRef idx="0"/>
            <a:effectRef idx="0"/>
            <a:fontRef idx="minor"/>
          </p:style>
          <p:txBody>
            <a:bodyPr wrap="none" lIns="90000" rIns="90000" tIns="45000" bIns="45000" anchor="t">
              <a:spAutoFit/>
            </a:bodyPr>
            <a:p>
              <a:pPr marL="457200" defTabSz="914400">
                <a:lnSpc>
                  <a:spcPct val="100000"/>
                </a:lnSpc>
              </a:pPr>
              <a:r>
                <a:rPr b="1" lang="en-US" sz="2800" spc="-1" strike="noStrike">
                  <a:solidFill>
                    <a:schemeClr val="dk1"/>
                  </a:solidFill>
                  <a:latin typeface="Century Gothic"/>
                </a:rPr>
                <a:t>= 0.42</a:t>
              </a:r>
              <a:endParaRPr b="0" lang="en-US" sz="28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title"/>
          </p:nvPr>
        </p:nvSpPr>
        <p:spPr>
          <a:xfrm>
            <a:off x="1981080" y="-171360"/>
            <a:ext cx="8229240" cy="1142640"/>
          </a:xfrm>
          <a:prstGeom prst="rect">
            <a:avLst/>
          </a:prstGeom>
          <a:noFill/>
          <a:ln w="0">
            <a:noFill/>
          </a:ln>
        </p:spPr>
        <p:txBody>
          <a:bodyPr lIns="90360" rIns="90360" tIns="44280" bIns="44280" anchor="b">
            <a:normAutofit/>
          </a:bodyPr>
          <a:p>
            <a:pPr indent="0" defTabSz="457200">
              <a:lnSpc>
                <a:spcPct val="100000"/>
              </a:lnSpc>
              <a:buNone/>
            </a:pPr>
            <a:r>
              <a:rPr b="1" lang="en-ZA" sz="4000" spc="-1" strike="noStrike">
                <a:solidFill>
                  <a:srgbClr val="d95900"/>
                </a:solidFill>
                <a:latin typeface="Arial"/>
              </a:rPr>
              <a:t>Composition</a:t>
            </a:r>
            <a:endParaRPr b="0" lang="en-US" sz="4000" spc="-1" strike="noStrike">
              <a:solidFill>
                <a:schemeClr val="dk1"/>
              </a:solidFill>
              <a:latin typeface="Century Gothic"/>
            </a:endParaRPr>
          </a:p>
        </p:txBody>
      </p:sp>
      <p:sp>
        <p:nvSpPr>
          <p:cNvPr id="765" name="PlaceHolder 2"/>
          <p:cNvSpPr>
            <a:spLocks noGrp="1"/>
          </p:cNvSpPr>
          <p:nvPr>
            <p:ph/>
          </p:nvPr>
        </p:nvSpPr>
        <p:spPr>
          <a:xfrm>
            <a:off x="1991520" y="1186560"/>
            <a:ext cx="8424720" cy="4330440"/>
          </a:xfrm>
          <a:prstGeom prst="rect">
            <a:avLst/>
          </a:prstGeom>
          <a:noFill/>
          <a:ln w="0">
            <a:noFill/>
          </a:ln>
        </p:spPr>
        <p:txBody>
          <a:bodyPr lIns="90360" rIns="90360" tIns="44280" bIns="44280" anchor="t">
            <a:normAutofit/>
          </a:bodyPr>
          <a:p>
            <a:pPr marL="343080" indent="-343080" defTabSz="457200">
              <a:lnSpc>
                <a:spcPct val="100000"/>
              </a:lnSpc>
              <a:spcBef>
                <a:spcPts val="1001"/>
              </a:spcBef>
              <a:buClr>
                <a:srgbClr val="a53010"/>
              </a:buClr>
              <a:buFont typeface="Arial"/>
              <a:buChar char="•"/>
            </a:pPr>
            <a:r>
              <a:rPr b="0" lang="en-GB" sz="2800" spc="-1" strike="noStrike">
                <a:solidFill>
                  <a:schemeClr val="dk1">
                    <a:lumMod val="75000"/>
                    <a:lumOff val="25000"/>
                  </a:schemeClr>
                </a:solidFill>
                <a:latin typeface="Century Gothic"/>
              </a:rPr>
              <a:t>Cement content of 1 cubic metre is usually between 100 kg/m</a:t>
            </a:r>
            <a:r>
              <a:rPr b="0" lang="en-GB" sz="2800" spc="-1" strike="noStrike" baseline="30000">
                <a:solidFill>
                  <a:schemeClr val="dk1">
                    <a:lumMod val="75000"/>
                    <a:lumOff val="25000"/>
                  </a:schemeClr>
                </a:solidFill>
                <a:latin typeface="Century Gothic"/>
              </a:rPr>
              <a:t>3</a:t>
            </a:r>
            <a:r>
              <a:rPr b="0" lang="en-GB" sz="2800" spc="-1" strike="noStrike">
                <a:solidFill>
                  <a:schemeClr val="dk1">
                    <a:lumMod val="75000"/>
                    <a:lumOff val="25000"/>
                  </a:schemeClr>
                </a:solidFill>
                <a:latin typeface="Century Gothic"/>
              </a:rPr>
              <a:t> and 500 kg/m</a:t>
            </a:r>
            <a:r>
              <a:rPr b="0" lang="en-GB" sz="2800" spc="-1" strike="noStrike" baseline="30000">
                <a:solidFill>
                  <a:schemeClr val="dk1">
                    <a:lumMod val="75000"/>
                    <a:lumOff val="25000"/>
                  </a:schemeClr>
                </a:solidFill>
                <a:latin typeface="Century Gothic"/>
              </a:rPr>
              <a:t>3</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GB" sz="2800" spc="-1" strike="noStrike">
                <a:solidFill>
                  <a:schemeClr val="dk1">
                    <a:lumMod val="75000"/>
                    <a:lumOff val="25000"/>
                  </a:schemeClr>
                </a:solidFill>
                <a:latin typeface="Century Gothic"/>
              </a:rPr>
              <a:t>Mass of natural aggregates (coarse and fine) is between 1800 kg/m</a:t>
            </a:r>
            <a:r>
              <a:rPr b="0" lang="en-GB" sz="2800" spc="-1" strike="noStrike" baseline="30000">
                <a:solidFill>
                  <a:schemeClr val="dk1">
                    <a:lumMod val="75000"/>
                    <a:lumOff val="25000"/>
                  </a:schemeClr>
                </a:solidFill>
                <a:latin typeface="Century Gothic"/>
              </a:rPr>
              <a:t>3</a:t>
            </a:r>
            <a:r>
              <a:rPr b="0" lang="en-GB" sz="2800" spc="-1" strike="noStrike">
                <a:solidFill>
                  <a:schemeClr val="dk1">
                    <a:lumMod val="75000"/>
                    <a:lumOff val="25000"/>
                  </a:schemeClr>
                </a:solidFill>
                <a:latin typeface="Century Gothic"/>
              </a:rPr>
              <a:t> and 2000 kg/m</a:t>
            </a:r>
            <a:r>
              <a:rPr b="0" lang="en-GB" sz="2800" spc="-1" strike="noStrike" baseline="30000">
                <a:solidFill>
                  <a:schemeClr val="dk1">
                    <a:lumMod val="75000"/>
                    <a:lumOff val="25000"/>
                  </a:schemeClr>
                </a:solidFill>
                <a:latin typeface="Century Gothic"/>
              </a:rPr>
              <a:t>3</a:t>
            </a:r>
            <a:r>
              <a:rPr b="0" lang="en-GB" sz="2800" spc="-1" strike="noStrike">
                <a:solidFill>
                  <a:schemeClr val="dk1">
                    <a:lumMod val="75000"/>
                    <a:lumOff val="25000"/>
                  </a:schemeClr>
                </a:solidFill>
                <a:latin typeface="Century Gothic"/>
              </a:rPr>
              <a:t> </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GB" sz="2800" spc="-1" strike="noStrike">
                <a:solidFill>
                  <a:schemeClr val="dk1">
                    <a:lumMod val="75000"/>
                    <a:lumOff val="25000"/>
                  </a:schemeClr>
                </a:solidFill>
                <a:latin typeface="Century Gothic"/>
              </a:rPr>
              <a:t>Free water or effective water content between 130 kg/m</a:t>
            </a:r>
            <a:r>
              <a:rPr b="0" lang="en-GB" sz="2800" spc="-1" strike="noStrike" baseline="30000">
                <a:solidFill>
                  <a:schemeClr val="dk1">
                    <a:lumMod val="75000"/>
                    <a:lumOff val="25000"/>
                  </a:schemeClr>
                </a:solidFill>
                <a:latin typeface="Century Gothic"/>
              </a:rPr>
              <a:t>3</a:t>
            </a:r>
            <a:r>
              <a:rPr b="0" lang="en-GB" sz="2800" spc="-1" strike="noStrike">
                <a:solidFill>
                  <a:schemeClr val="dk1">
                    <a:lumMod val="75000"/>
                    <a:lumOff val="25000"/>
                  </a:schemeClr>
                </a:solidFill>
                <a:latin typeface="Century Gothic"/>
              </a:rPr>
              <a:t> and 230 kg/m</a:t>
            </a:r>
            <a:r>
              <a:rPr b="0" lang="en-GB" sz="2800" spc="-1" strike="noStrike" baseline="30000">
                <a:solidFill>
                  <a:schemeClr val="dk1">
                    <a:lumMod val="75000"/>
                    <a:lumOff val="25000"/>
                  </a:schemeClr>
                </a:solidFill>
                <a:latin typeface="Century Gothic"/>
              </a:rPr>
              <a:t>3</a:t>
            </a:r>
            <a:r>
              <a:rPr b="1" lang="en-GB" sz="2800" spc="-1" strike="noStrike">
                <a:solidFill>
                  <a:schemeClr val="dk1">
                    <a:lumMod val="75000"/>
                    <a:lumOff val="25000"/>
                  </a:schemeClr>
                </a:solidFill>
                <a:latin typeface="Century Gothic"/>
              </a:rPr>
              <a:t>.</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PlaceHolder 1"/>
          <p:cNvSpPr>
            <a:spLocks noGrp="1"/>
          </p:cNvSpPr>
          <p:nvPr>
            <p:ph type="title"/>
          </p:nvPr>
        </p:nvSpPr>
        <p:spPr>
          <a:xfrm>
            <a:off x="2209680" y="152280"/>
            <a:ext cx="7772040" cy="114264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rgbClr val="d95900"/>
                </a:solidFill>
                <a:latin typeface="Arial"/>
              </a:rPr>
              <a:t>Hydration of cement</a:t>
            </a:r>
            <a:endParaRPr b="0" lang="en-US" sz="4000" spc="-1" strike="noStrike">
              <a:solidFill>
                <a:schemeClr val="dk1"/>
              </a:solidFill>
              <a:latin typeface="Century Gothic"/>
            </a:endParaRPr>
          </a:p>
        </p:txBody>
      </p:sp>
      <p:sp>
        <p:nvSpPr>
          <p:cNvPr id="767" name="PlaceHolder 2"/>
          <p:cNvSpPr>
            <a:spLocks noGrp="1"/>
          </p:cNvSpPr>
          <p:nvPr>
            <p:ph/>
          </p:nvPr>
        </p:nvSpPr>
        <p:spPr>
          <a:xfrm>
            <a:off x="1847520" y="1124640"/>
            <a:ext cx="6046200" cy="4114440"/>
          </a:xfrm>
          <a:prstGeom prst="rect">
            <a:avLst/>
          </a:prstGeom>
          <a:noFill/>
          <a:ln w="0">
            <a:noFill/>
          </a:ln>
        </p:spPr>
        <p:txBody>
          <a:bodyPr lIns="91440" rIns="91440" tIns="45720" bIns="45720" anchor="t">
            <a:normAutofit fontScale="79444"/>
          </a:bodyPr>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Cement goes into solution when in contact with water</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Gel (Calcium silicate hydrate) (CSH) grows on surface</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Calcium Hydroxide - Ca(OH)</a:t>
            </a:r>
            <a:r>
              <a:rPr b="0" lang="en-US" sz="2800" spc="-1" strike="noStrike" baseline="-25000">
                <a:solidFill>
                  <a:srgbClr val="000000"/>
                </a:solidFill>
                <a:latin typeface="Century Gothic"/>
              </a:rPr>
              <a:t>2</a:t>
            </a:r>
            <a:r>
              <a:rPr b="0" lang="en-US" sz="2800" spc="-1" strike="noStrike">
                <a:solidFill>
                  <a:srgbClr val="000000"/>
                </a:solidFill>
                <a:latin typeface="Century Gothic"/>
              </a:rPr>
              <a:t> - also forms crystals (not for strength)</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Water is consumed by the chemical reaction</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Hydration of the aluminates causes the setting and stiffening</a:t>
            </a:r>
            <a:endParaRPr b="0" lang="en-US" sz="2800" spc="-1" strike="noStrike">
              <a:solidFill>
                <a:schemeClr val="dk1">
                  <a:lumMod val="75000"/>
                  <a:lumOff val="25000"/>
                </a:schemeClr>
              </a:solidFill>
              <a:latin typeface="Century Gothic"/>
            </a:endParaRPr>
          </a:p>
        </p:txBody>
      </p:sp>
      <p:pic>
        <p:nvPicPr>
          <p:cNvPr id="768" name="Picture 3" descr="hydration"/>
          <p:cNvPicPr/>
          <p:nvPr/>
        </p:nvPicPr>
        <p:blipFill>
          <a:blip r:embed="rId1"/>
          <a:stretch/>
        </p:blipFill>
        <p:spPr>
          <a:xfrm rot="16200000">
            <a:off x="6857640" y="2534760"/>
            <a:ext cx="4594320" cy="2810880"/>
          </a:xfrm>
          <a:prstGeom prst="rect">
            <a:avLst/>
          </a:prstGeom>
          <a:ln w="9525">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PlaceHolder 1"/>
          <p:cNvSpPr>
            <a:spLocks noGrp="1"/>
          </p:cNvSpPr>
          <p:nvPr>
            <p:ph type="title"/>
          </p:nvPr>
        </p:nvSpPr>
        <p:spPr>
          <a:xfrm>
            <a:off x="2182680" y="762120"/>
            <a:ext cx="7772040" cy="114264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a:solidFill>
                  <a:srgbClr val="d95900"/>
                </a:solidFill>
                <a:latin typeface="Arial"/>
                <a:ea typeface="MS PGothic"/>
              </a:rPr>
              <a:t>Hydration of cement</a:t>
            </a:r>
            <a:endParaRPr b="0" lang="en-US" sz="4000" spc="-1" strike="noStrike">
              <a:solidFill>
                <a:schemeClr val="dk1"/>
              </a:solidFill>
              <a:latin typeface="Century Gothic"/>
            </a:endParaRPr>
          </a:p>
        </p:txBody>
      </p:sp>
      <p:sp>
        <p:nvSpPr>
          <p:cNvPr id="770" name="PlaceHolder 2"/>
          <p:cNvSpPr>
            <a:spLocks noGrp="1"/>
          </p:cNvSpPr>
          <p:nvPr>
            <p:ph/>
          </p:nvPr>
        </p:nvSpPr>
        <p:spPr>
          <a:xfrm>
            <a:off x="2182680" y="1981080"/>
            <a:ext cx="7772040" cy="4876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Approximately 3 hour dormant period (caused by gypsum)</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Rate then increases rapidly</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1" lang="en-US" sz="2800" spc="-1" strike="noStrike" u="sng">
                <a:solidFill>
                  <a:srgbClr val="000000"/>
                </a:solidFill>
                <a:uFillTx/>
                <a:latin typeface="Century Gothic"/>
              </a:rPr>
              <a:t>Hydration continues as long as there is water/moisture</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Heat and rate of hydration are reduced with less  C</a:t>
            </a:r>
            <a:r>
              <a:rPr b="0" lang="en-US" sz="2800" spc="-1" strike="noStrike" baseline="-25000">
                <a:solidFill>
                  <a:srgbClr val="000000"/>
                </a:solidFill>
                <a:latin typeface="Century Gothic"/>
              </a:rPr>
              <a:t>3</a:t>
            </a:r>
            <a:r>
              <a:rPr b="0" lang="en-US" sz="2800" spc="-1" strike="noStrike">
                <a:solidFill>
                  <a:srgbClr val="000000"/>
                </a:solidFill>
                <a:latin typeface="Century Gothic"/>
              </a:rPr>
              <a:t>A and C</a:t>
            </a:r>
            <a:r>
              <a:rPr b="0" lang="en-US" sz="2800" spc="-1" strike="noStrike" baseline="-25000">
                <a:solidFill>
                  <a:srgbClr val="000000"/>
                </a:solidFill>
                <a:latin typeface="Century Gothic"/>
              </a:rPr>
              <a:t>3</a:t>
            </a:r>
            <a:r>
              <a:rPr b="0" lang="en-US" sz="2800" spc="-1" strike="noStrike">
                <a:solidFill>
                  <a:srgbClr val="000000"/>
                </a:solidFill>
                <a:latin typeface="Century Gothic"/>
              </a:rPr>
              <a:t>S</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rgbClr val="000000"/>
                </a:solidFill>
                <a:latin typeface="Century Gothic"/>
              </a:rPr>
              <a:t>Fine cements react more quickly</a:t>
            </a:r>
            <a:endParaRPr b="0" lang="en-US" sz="2800" spc="-1" strike="noStrike">
              <a:solidFill>
                <a:schemeClr val="dk1">
                  <a:lumMod val="75000"/>
                  <a:lumOff val="25000"/>
                </a:schemeClr>
              </a:solidFill>
              <a:latin typeface="Century Gothic"/>
            </a:endParaRPr>
          </a:p>
          <a:p>
            <a:pPr indent="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p:txBody>
      </p:sp>
      <p:sp>
        <p:nvSpPr>
          <p:cNvPr id="771" name="Slide Number Placeholder 7"/>
          <p:cNvSpPr/>
          <p:nvPr/>
        </p:nvSpPr>
        <p:spPr>
          <a:xfrm>
            <a:off x="531720" y="787680"/>
            <a:ext cx="779400" cy="3646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fld id="{7250824B-7CBB-498B-81D7-DDAC40E13067}" type="slidenum">
              <a:rPr b="0" lang="en-US" sz="1800" spc="-1" strike="noStrike">
                <a:solidFill>
                  <a:schemeClr val="lt1"/>
                </a:solidFill>
                <a:latin typeface="Century Gothic"/>
              </a:rPr>
              <a:t>&lt;number&gt;</a:t>
            </a:fld>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PlaceHolder 1"/>
          <p:cNvSpPr>
            <a:spLocks noGrp="1"/>
          </p:cNvSpPr>
          <p:nvPr>
            <p:ph type="title"/>
          </p:nvPr>
        </p:nvSpPr>
        <p:spPr>
          <a:xfrm>
            <a:off x="2209680" y="723960"/>
            <a:ext cx="7772040" cy="1142640"/>
          </a:xfrm>
          <a:prstGeom prst="rect">
            <a:avLst/>
          </a:prstGeom>
          <a:noFill/>
          <a:ln w="0">
            <a:noFill/>
          </a:ln>
        </p:spPr>
        <p:txBody>
          <a:bodyPr lIns="91440" rIns="91440" tIns="45720" bIns="45720" anchor="t">
            <a:noAutofit/>
          </a:bodyPr>
          <a:p>
            <a:pPr indent="0" defTabSz="457200">
              <a:lnSpc>
                <a:spcPct val="100000"/>
              </a:lnSpc>
              <a:buNone/>
            </a:pPr>
            <a:r>
              <a:rPr b="0" lang="en-US" sz="4000" spc="-1" strike="noStrike">
                <a:solidFill>
                  <a:schemeClr val="dk1">
                    <a:lumMod val="85000"/>
                    <a:lumOff val="15000"/>
                  </a:schemeClr>
                </a:solidFill>
                <a:latin typeface="Arial"/>
                <a:ea typeface="MS PGothic"/>
              </a:rPr>
              <a:t>Hydration of cement at 12 days</a:t>
            </a:r>
            <a:endParaRPr b="0" lang="en-US" sz="4000" spc="-1" strike="noStrike">
              <a:solidFill>
                <a:schemeClr val="dk1"/>
              </a:solidFill>
              <a:latin typeface="Century Gothic"/>
            </a:endParaRPr>
          </a:p>
        </p:txBody>
      </p:sp>
      <p:pic>
        <p:nvPicPr>
          <p:cNvPr id="773" name="Picture 3" descr="hydration"/>
          <p:cNvPicPr/>
          <p:nvPr/>
        </p:nvPicPr>
        <p:blipFill>
          <a:blip r:embed="rId1"/>
          <a:stretch/>
        </p:blipFill>
        <p:spPr>
          <a:xfrm>
            <a:off x="2514600" y="1844640"/>
            <a:ext cx="6351120" cy="3885840"/>
          </a:xfrm>
          <a:prstGeom prst="rect">
            <a:avLst/>
          </a:prstGeom>
          <a:ln w="0">
            <a:noFill/>
          </a:ln>
        </p:spPr>
      </p:pic>
      <p:sp>
        <p:nvSpPr>
          <p:cNvPr id="774" name="PlaceHolder 2"/>
          <p:cNvSpPr>
            <a:spLocks noGrp="1"/>
          </p:cNvSpPr>
          <p:nvPr>
            <p:ph type="sldNum" idx="56"/>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5" name="PlaceHolder 1"/>
          <p:cNvSpPr>
            <a:spLocks noGrp="1"/>
          </p:cNvSpPr>
          <p:nvPr>
            <p:ph type="title"/>
          </p:nvPr>
        </p:nvSpPr>
        <p:spPr>
          <a:xfrm>
            <a:off x="2112840" y="222120"/>
            <a:ext cx="7772040" cy="1142640"/>
          </a:xfrm>
          <a:prstGeom prst="rect">
            <a:avLst/>
          </a:prstGeom>
          <a:noFill/>
          <a:ln w="0">
            <a:noFill/>
          </a:ln>
        </p:spPr>
        <p:txBody>
          <a:bodyPr lIns="91440" rIns="91440" tIns="45720" bIns="45720" anchor="t">
            <a:noAutofit/>
          </a:bodyPr>
          <a:p>
            <a:pPr indent="0" defTabSz="457200">
              <a:lnSpc>
                <a:spcPct val="100000"/>
              </a:lnSpc>
              <a:buNone/>
            </a:pPr>
            <a:r>
              <a:rPr b="0" lang="en-US" sz="4000" spc="-1" strike="noStrike">
                <a:solidFill>
                  <a:schemeClr val="dk1">
                    <a:lumMod val="85000"/>
                    <a:lumOff val="15000"/>
                  </a:schemeClr>
                </a:solidFill>
                <a:latin typeface="Arial"/>
                <a:ea typeface="MS PGothic"/>
              </a:rPr>
              <a:t>Rate of heat evolution</a:t>
            </a:r>
            <a:endParaRPr b="0" lang="en-US" sz="4000" spc="-1" strike="noStrike">
              <a:solidFill>
                <a:schemeClr val="dk1"/>
              </a:solidFill>
              <a:latin typeface="Century Gothic"/>
            </a:endParaRPr>
          </a:p>
        </p:txBody>
      </p:sp>
      <p:sp>
        <p:nvSpPr>
          <p:cNvPr id="776" name="Freeform 3"/>
          <p:cNvSpPr/>
          <p:nvPr/>
        </p:nvSpPr>
        <p:spPr>
          <a:xfrm>
            <a:off x="4003560" y="2359080"/>
            <a:ext cx="5009760" cy="3058920"/>
          </a:xfrm>
          <a:custGeom>
            <a:avLst/>
            <a:gdLst>
              <a:gd name="textAreaLeft" fmla="*/ 0 w 5009760"/>
              <a:gd name="textAreaRight" fmla="*/ 5010120 w 5009760"/>
              <a:gd name="textAreaTop" fmla="*/ 0 h 3058920"/>
              <a:gd name="textAreaBottom" fmla="*/ 3059280 h 3058920"/>
            </a:gdLst>
            <a:ahLst/>
            <a:rect l="textAreaLeft" t="textAreaTop" r="textAreaRight" b="textAreaBottom"/>
            <a:pathLst>
              <a:path w="3156" h="1927">
                <a:moveTo>
                  <a:pt x="0" y="0"/>
                </a:moveTo>
                <a:cubicBezTo>
                  <a:pt x="7" y="571"/>
                  <a:pt x="14" y="1143"/>
                  <a:pt x="39" y="1442"/>
                </a:cubicBezTo>
                <a:cubicBezTo>
                  <a:pt x="64" y="1741"/>
                  <a:pt x="84" y="1714"/>
                  <a:pt x="148" y="1793"/>
                </a:cubicBezTo>
                <a:cubicBezTo>
                  <a:pt x="212" y="1872"/>
                  <a:pt x="307" y="1927"/>
                  <a:pt x="421" y="1917"/>
                </a:cubicBezTo>
                <a:cubicBezTo>
                  <a:pt x="535" y="1907"/>
                  <a:pt x="656" y="1834"/>
                  <a:pt x="834" y="1730"/>
                </a:cubicBezTo>
                <a:cubicBezTo>
                  <a:pt x="1012" y="1626"/>
                  <a:pt x="1320" y="1378"/>
                  <a:pt x="1489" y="1294"/>
                </a:cubicBezTo>
                <a:cubicBezTo>
                  <a:pt x="1658" y="1210"/>
                  <a:pt x="1715" y="1205"/>
                  <a:pt x="1847" y="1224"/>
                </a:cubicBezTo>
                <a:cubicBezTo>
                  <a:pt x="1979" y="1243"/>
                  <a:pt x="2126" y="1323"/>
                  <a:pt x="2284" y="1411"/>
                </a:cubicBezTo>
                <a:cubicBezTo>
                  <a:pt x="2442" y="1499"/>
                  <a:pt x="2653" y="1676"/>
                  <a:pt x="2798" y="1754"/>
                </a:cubicBezTo>
                <a:cubicBezTo>
                  <a:pt x="2943" y="1832"/>
                  <a:pt x="3096" y="1857"/>
                  <a:pt x="3156" y="1878"/>
                </a:cubicBezTo>
              </a:path>
            </a:pathLst>
          </a:custGeom>
          <a:noFill/>
          <a:ln w="38100">
            <a:solidFill>
              <a:srgbClr val="000000"/>
            </a:solidFill>
            <a:round/>
          </a:ln>
        </p:spPr>
        <p:style>
          <a:lnRef idx="0"/>
          <a:fillRef idx="0"/>
          <a:effectRef idx="0"/>
          <a:fontRef idx="minor"/>
        </p:style>
        <p:txBody>
          <a:bodyPr wrap="none" lIns="90000" rIns="90000" tIns="45000" bIns="45000" anchor="ctr">
            <a:noAutofit/>
          </a:bodyPr>
          <a:p>
            <a:pPr defTabSz="914400">
              <a:lnSpc>
                <a:spcPct val="100000"/>
              </a:lnSpc>
            </a:pPr>
            <a:endParaRPr b="0" lang="en-ZA" sz="1800" spc="-1" strike="noStrike">
              <a:solidFill>
                <a:schemeClr val="dk1"/>
              </a:solidFill>
              <a:latin typeface="Century Gothic"/>
            </a:endParaRPr>
          </a:p>
        </p:txBody>
      </p:sp>
      <p:sp>
        <p:nvSpPr>
          <p:cNvPr id="777" name="Line 4"/>
          <p:cNvSpPr/>
          <p:nvPr/>
        </p:nvSpPr>
        <p:spPr>
          <a:xfrm>
            <a:off x="3781080" y="1801800"/>
            <a:ext cx="360" cy="3984480"/>
          </a:xfrm>
          <a:prstGeom prst="line">
            <a:avLst/>
          </a:prstGeom>
          <a:ln w="9525">
            <a:solidFill>
              <a:srgbClr val="000000"/>
            </a:solidFill>
            <a:round/>
          </a:ln>
        </p:spPr>
        <p:style>
          <a:lnRef idx="0"/>
          <a:fillRef idx="0"/>
          <a:effectRef idx="0"/>
          <a:fontRef idx="minor"/>
        </p:style>
        <p:txBody>
          <a:bodyPr lIns="90000" rIns="90000" tIns="45000" bIns="45000" anchor="ctr">
            <a:noAutofit/>
          </a:bodyPr>
          <a:p>
            <a:endParaRPr b="0" lang="en-ZA" sz="1800" spc="-1" strike="noStrike">
              <a:solidFill>
                <a:schemeClr val="dk1"/>
              </a:solidFill>
              <a:latin typeface="Century Gothic"/>
            </a:endParaRPr>
          </a:p>
        </p:txBody>
      </p:sp>
      <p:sp>
        <p:nvSpPr>
          <p:cNvPr id="778" name="Line 5"/>
          <p:cNvSpPr/>
          <p:nvPr/>
        </p:nvSpPr>
        <p:spPr>
          <a:xfrm>
            <a:off x="3781080" y="5786280"/>
            <a:ext cx="5134320" cy="360"/>
          </a:xfrm>
          <a:prstGeom prst="line">
            <a:avLst/>
          </a:prstGeom>
          <a:ln w="9525">
            <a:solidFill>
              <a:srgbClr val="000000"/>
            </a:solidFill>
            <a:round/>
          </a:ln>
        </p:spPr>
        <p:style>
          <a:lnRef idx="0"/>
          <a:fillRef idx="0"/>
          <a:effectRef idx="0"/>
          <a:fontRef idx="minor"/>
        </p:style>
        <p:txBody>
          <a:bodyPr lIns="90000" rIns="90000" tIns="-44640" bIns="-44640" anchor="ctr">
            <a:noAutofit/>
          </a:bodyPr>
          <a:p>
            <a:endParaRPr b="0" lang="en-ZA" sz="1800" spc="-1" strike="noStrike">
              <a:solidFill>
                <a:schemeClr val="dk1"/>
              </a:solidFill>
              <a:latin typeface="Century Gothic"/>
            </a:endParaRPr>
          </a:p>
        </p:txBody>
      </p:sp>
      <p:sp>
        <p:nvSpPr>
          <p:cNvPr id="779" name="Text Box 6"/>
          <p:cNvSpPr/>
          <p:nvPr/>
        </p:nvSpPr>
        <p:spPr>
          <a:xfrm>
            <a:off x="3108240" y="2341440"/>
            <a:ext cx="183960" cy="4568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GB" sz="2400" spc="-1" strike="noStrike">
              <a:solidFill>
                <a:schemeClr val="dk1"/>
              </a:solidFill>
              <a:latin typeface="Times New Roman"/>
              <a:ea typeface="MS PGothic"/>
            </a:endParaRPr>
          </a:p>
        </p:txBody>
      </p:sp>
      <p:sp>
        <p:nvSpPr>
          <p:cNvPr id="780" name="Rectangle 7"/>
          <p:cNvSpPr/>
          <p:nvPr/>
        </p:nvSpPr>
        <p:spPr>
          <a:xfrm>
            <a:off x="2886480" y="3008160"/>
            <a:ext cx="90972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2"/>
                </a:solidFill>
                <a:latin typeface="Times New Roman"/>
                <a:ea typeface="MS PGothic"/>
              </a:rPr>
              <a:t>Heat</a:t>
            </a:r>
            <a:endParaRPr b="0" lang="en-US" sz="2800" spc="-1" strike="noStrike">
              <a:solidFill>
                <a:srgbClr val="000000"/>
              </a:solidFill>
              <a:latin typeface="Arial"/>
            </a:endParaRPr>
          </a:p>
        </p:txBody>
      </p:sp>
      <p:sp>
        <p:nvSpPr>
          <p:cNvPr id="781" name="Line 8"/>
          <p:cNvSpPr/>
          <p:nvPr/>
        </p:nvSpPr>
        <p:spPr>
          <a:xfrm>
            <a:off x="4387680" y="5724360"/>
            <a:ext cx="360" cy="111240"/>
          </a:xfrm>
          <a:prstGeom prst="line">
            <a:avLst/>
          </a:prstGeom>
          <a:ln w="9525">
            <a:solidFill>
              <a:srgbClr val="000000"/>
            </a:solidFill>
            <a:round/>
          </a:ln>
        </p:spPr>
        <p:style>
          <a:lnRef idx="0"/>
          <a:fillRef idx="0"/>
          <a:effectRef idx="0"/>
          <a:fontRef idx="minor"/>
        </p:style>
        <p:txBody>
          <a:bodyPr lIns="90000" rIns="90000" tIns="45000" bIns="45000" anchor="ctr">
            <a:noAutofit/>
          </a:bodyPr>
          <a:p>
            <a:endParaRPr b="0" lang="en-ZA" sz="1800" spc="-1" strike="noStrike">
              <a:solidFill>
                <a:schemeClr val="dk1"/>
              </a:solidFill>
              <a:latin typeface="Century Gothic"/>
            </a:endParaRPr>
          </a:p>
        </p:txBody>
      </p:sp>
      <p:sp>
        <p:nvSpPr>
          <p:cNvPr id="782" name="Line 9"/>
          <p:cNvSpPr/>
          <p:nvPr/>
        </p:nvSpPr>
        <p:spPr>
          <a:xfrm>
            <a:off x="7542000" y="5711760"/>
            <a:ext cx="360" cy="123840"/>
          </a:xfrm>
          <a:prstGeom prst="line">
            <a:avLst/>
          </a:prstGeom>
          <a:ln w="9525">
            <a:solidFill>
              <a:srgbClr val="000000"/>
            </a:solidFill>
            <a:round/>
          </a:ln>
        </p:spPr>
        <p:style>
          <a:lnRef idx="0"/>
          <a:fillRef idx="0"/>
          <a:effectRef idx="0"/>
          <a:fontRef idx="minor"/>
        </p:style>
        <p:txBody>
          <a:bodyPr lIns="90000" rIns="90000" tIns="45000" bIns="45000" anchor="ctr">
            <a:noAutofit/>
          </a:bodyPr>
          <a:p>
            <a:endParaRPr b="0" lang="en-ZA" sz="1800" spc="-1" strike="noStrike">
              <a:solidFill>
                <a:schemeClr val="dk1"/>
              </a:solidFill>
              <a:latin typeface="Century Gothic"/>
            </a:endParaRPr>
          </a:p>
        </p:txBody>
      </p:sp>
      <p:sp>
        <p:nvSpPr>
          <p:cNvPr id="783" name="Text Box 10"/>
          <p:cNvSpPr/>
          <p:nvPr/>
        </p:nvSpPr>
        <p:spPr>
          <a:xfrm>
            <a:off x="3506040" y="5692680"/>
            <a:ext cx="142308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2"/>
                </a:solidFill>
                <a:latin typeface="Times New Roman"/>
                <a:ea typeface="MS PGothic"/>
              </a:rPr>
              <a:t>Minutes</a:t>
            </a:r>
            <a:endParaRPr b="0" lang="en-US" sz="2800" spc="-1" strike="noStrike">
              <a:solidFill>
                <a:srgbClr val="000000"/>
              </a:solidFill>
              <a:latin typeface="Arial"/>
            </a:endParaRPr>
          </a:p>
        </p:txBody>
      </p:sp>
      <p:sp>
        <p:nvSpPr>
          <p:cNvPr id="784" name="Text Box 11"/>
          <p:cNvSpPr/>
          <p:nvPr/>
        </p:nvSpPr>
        <p:spPr>
          <a:xfrm>
            <a:off x="5435640" y="5692680"/>
            <a:ext cx="112752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2"/>
                </a:solidFill>
                <a:latin typeface="Times New Roman"/>
                <a:ea typeface="MS PGothic"/>
              </a:rPr>
              <a:t>Hours</a:t>
            </a:r>
            <a:endParaRPr b="0" lang="en-US" sz="2800" spc="-1" strike="noStrike">
              <a:solidFill>
                <a:srgbClr val="000000"/>
              </a:solidFill>
              <a:latin typeface="Arial"/>
            </a:endParaRPr>
          </a:p>
        </p:txBody>
      </p:sp>
      <p:sp>
        <p:nvSpPr>
          <p:cNvPr id="785" name="Text Box 12"/>
          <p:cNvSpPr/>
          <p:nvPr/>
        </p:nvSpPr>
        <p:spPr>
          <a:xfrm>
            <a:off x="8095680" y="5729400"/>
            <a:ext cx="92952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2"/>
                </a:solidFill>
                <a:latin typeface="Times New Roman"/>
                <a:ea typeface="MS PGothic"/>
              </a:rPr>
              <a:t>Days</a:t>
            </a:r>
            <a:endParaRPr b="0" lang="en-US" sz="2800" spc="-1" strike="noStrike">
              <a:solidFill>
                <a:srgbClr val="000000"/>
              </a:solidFill>
              <a:latin typeface="Arial"/>
            </a:endParaRPr>
          </a:p>
        </p:txBody>
      </p:sp>
      <p:sp>
        <p:nvSpPr>
          <p:cNvPr id="786" name="Line 13"/>
          <p:cNvSpPr/>
          <p:nvPr/>
        </p:nvSpPr>
        <p:spPr>
          <a:xfrm>
            <a:off x="3768480" y="5055840"/>
            <a:ext cx="1633680" cy="360"/>
          </a:xfrm>
          <a:prstGeom prst="line">
            <a:avLst/>
          </a:prstGeom>
          <a:ln w="9525">
            <a:solidFill>
              <a:srgbClr val="000000"/>
            </a:solidFill>
            <a:round/>
          </a:ln>
        </p:spPr>
        <p:style>
          <a:lnRef idx="0"/>
          <a:fillRef idx="0"/>
          <a:effectRef idx="0"/>
          <a:fontRef idx="minor"/>
        </p:style>
        <p:txBody>
          <a:bodyPr lIns="90000" rIns="90000" tIns="-44640" bIns="-44640" anchor="ctr">
            <a:noAutofit/>
          </a:bodyPr>
          <a:p>
            <a:endParaRPr b="0" lang="en-ZA" sz="1800" spc="-1" strike="noStrike">
              <a:solidFill>
                <a:schemeClr val="dk1"/>
              </a:solidFill>
              <a:latin typeface="Century Gothic"/>
            </a:endParaRPr>
          </a:p>
        </p:txBody>
      </p:sp>
      <p:sp>
        <p:nvSpPr>
          <p:cNvPr id="787" name="Text Box 14"/>
          <p:cNvSpPr/>
          <p:nvPr/>
        </p:nvSpPr>
        <p:spPr>
          <a:xfrm>
            <a:off x="4295520" y="1797120"/>
            <a:ext cx="260892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rgbClr val="000000"/>
                </a:solidFill>
                <a:latin typeface="Times New Roman"/>
                <a:ea typeface="MS PGothic"/>
              </a:rPr>
              <a:t>Ettringite formation</a:t>
            </a:r>
            <a:endParaRPr b="0" lang="en-US" sz="2400" spc="-1" strike="noStrike">
              <a:solidFill>
                <a:srgbClr val="000000"/>
              </a:solidFill>
              <a:latin typeface="Arial"/>
            </a:endParaRPr>
          </a:p>
        </p:txBody>
      </p:sp>
      <p:sp>
        <p:nvSpPr>
          <p:cNvPr id="788" name="Text Box 15"/>
          <p:cNvSpPr/>
          <p:nvPr/>
        </p:nvSpPr>
        <p:spPr>
          <a:xfrm>
            <a:off x="4482720" y="2700360"/>
            <a:ext cx="211824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rgbClr val="000000"/>
                </a:solidFill>
                <a:latin typeface="Times New Roman"/>
                <a:ea typeface="MS PGothic"/>
              </a:rPr>
              <a:t>Dormant period</a:t>
            </a:r>
            <a:endParaRPr b="0" lang="en-US" sz="2400" spc="-1" strike="noStrike">
              <a:solidFill>
                <a:srgbClr val="000000"/>
              </a:solidFill>
              <a:latin typeface="Arial"/>
            </a:endParaRPr>
          </a:p>
        </p:txBody>
      </p:sp>
      <p:sp>
        <p:nvSpPr>
          <p:cNvPr id="789" name="Text Box 16"/>
          <p:cNvSpPr/>
          <p:nvPr/>
        </p:nvSpPr>
        <p:spPr>
          <a:xfrm>
            <a:off x="6225480" y="3294000"/>
            <a:ext cx="21027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rgbClr val="000000"/>
                </a:solidFill>
                <a:latin typeface="Times New Roman"/>
                <a:ea typeface="MS PGothic"/>
              </a:rPr>
              <a:t>Rapid  CSH gel</a:t>
            </a:r>
            <a:endParaRPr b="0" lang="en-US" sz="2400" spc="-1" strike="noStrike">
              <a:solidFill>
                <a:srgbClr val="000000"/>
              </a:solidFill>
              <a:latin typeface="Arial"/>
            </a:endParaRPr>
          </a:p>
        </p:txBody>
      </p:sp>
      <p:sp>
        <p:nvSpPr>
          <p:cNvPr id="790" name="Text Box 17"/>
          <p:cNvSpPr/>
          <p:nvPr/>
        </p:nvSpPr>
        <p:spPr>
          <a:xfrm>
            <a:off x="6800040" y="4714920"/>
            <a:ext cx="122184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rgbClr val="000000"/>
                </a:solidFill>
                <a:latin typeface="Times New Roman"/>
                <a:ea typeface="MS PGothic"/>
              </a:rPr>
              <a:t>Final set</a:t>
            </a:r>
            <a:endParaRPr b="0" lang="en-US" sz="2400" spc="-1" strike="noStrike">
              <a:solidFill>
                <a:srgbClr val="000000"/>
              </a:solidFill>
              <a:latin typeface="Arial"/>
            </a:endParaRPr>
          </a:p>
        </p:txBody>
      </p:sp>
      <p:sp>
        <p:nvSpPr>
          <p:cNvPr id="791" name="AutoShape 18"/>
          <p:cNvSpPr/>
          <p:nvPr/>
        </p:nvSpPr>
        <p:spPr>
          <a:xfrm rot="5028600">
            <a:off x="3596400" y="1356480"/>
            <a:ext cx="890280" cy="507600"/>
          </a:xfrm>
          <a:prstGeom prst="curvedRightArrow">
            <a:avLst>
              <a:gd name="adj1" fmla="val 20000"/>
              <a:gd name="adj2" fmla="val 40000"/>
              <a:gd name="adj3" fmla="val 58438"/>
            </a:avLst>
          </a:prstGeom>
          <a:solidFill>
            <a:schemeClr val="accent1"/>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Arial"/>
              <a:ea typeface="MS PGothic"/>
            </a:endParaRPr>
          </a:p>
        </p:txBody>
      </p:sp>
      <p:sp>
        <p:nvSpPr>
          <p:cNvPr id="792" name="AutoShape 19"/>
          <p:cNvSpPr/>
          <p:nvPr/>
        </p:nvSpPr>
        <p:spPr>
          <a:xfrm>
            <a:off x="4844880" y="3174840"/>
            <a:ext cx="159840" cy="1769760"/>
          </a:xfrm>
          <a:prstGeom prst="downArrow">
            <a:avLst>
              <a:gd name="adj1" fmla="val 50000"/>
              <a:gd name="adj2" fmla="val 275989"/>
            </a:avLst>
          </a:prstGeom>
          <a:solidFill>
            <a:schemeClr val="accent1"/>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Arial"/>
              <a:ea typeface="MS PGothic"/>
            </a:endParaRPr>
          </a:p>
        </p:txBody>
      </p:sp>
      <p:sp>
        <p:nvSpPr>
          <p:cNvPr id="793" name="AutoShape 20"/>
          <p:cNvSpPr/>
          <p:nvPr/>
        </p:nvSpPr>
        <p:spPr>
          <a:xfrm rot="19770600">
            <a:off x="6490800" y="4400280"/>
            <a:ext cx="123480" cy="667800"/>
          </a:xfrm>
          <a:prstGeom prst="upArrow">
            <a:avLst>
              <a:gd name="adj1" fmla="val 50000"/>
              <a:gd name="adj2" fmla="val 134936"/>
            </a:avLst>
          </a:prstGeom>
          <a:solidFill>
            <a:schemeClr val="accent1"/>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Arial"/>
              <a:ea typeface="MS PGothic"/>
            </a:endParaRPr>
          </a:p>
        </p:txBody>
      </p:sp>
      <p:sp>
        <p:nvSpPr>
          <p:cNvPr id="794" name="AutoShape 21"/>
          <p:cNvSpPr/>
          <p:nvPr/>
        </p:nvSpPr>
        <p:spPr>
          <a:xfrm rot="998400">
            <a:off x="6045120" y="3670200"/>
            <a:ext cx="161640" cy="877680"/>
          </a:xfrm>
          <a:prstGeom prst="downArrow">
            <a:avLst>
              <a:gd name="adj1" fmla="val 50000"/>
              <a:gd name="adj2" fmla="val 135539"/>
            </a:avLst>
          </a:prstGeom>
          <a:solidFill>
            <a:schemeClr val="accent1"/>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Arial"/>
              <a:ea typeface="MS PGothic"/>
            </a:endParaRPr>
          </a:p>
        </p:txBody>
      </p:sp>
      <p:sp>
        <p:nvSpPr>
          <p:cNvPr id="795" name="AutoShape 20"/>
          <p:cNvSpPr/>
          <p:nvPr/>
        </p:nvSpPr>
        <p:spPr>
          <a:xfrm rot="19770600">
            <a:off x="5594040" y="5024160"/>
            <a:ext cx="123480" cy="667800"/>
          </a:xfrm>
          <a:prstGeom prst="upArrow">
            <a:avLst>
              <a:gd name="adj1" fmla="val 50000"/>
              <a:gd name="adj2" fmla="val 134936"/>
            </a:avLst>
          </a:prstGeom>
          <a:solidFill>
            <a:schemeClr val="accent1"/>
          </a:solidFill>
          <a:ln w="9525">
            <a:solidFill>
              <a:srgbClr val="000000"/>
            </a:solidFill>
            <a:miter/>
          </a:ln>
        </p:spPr>
        <p:style>
          <a:lnRef idx="0"/>
          <a:fillRef idx="0"/>
          <a:effectRef idx="0"/>
          <a:fontRef idx="minor"/>
        </p:style>
        <p:txBody>
          <a:bodyPr wrap="none" lIns="90000" rIns="90000" tIns="45000" bIns="45000" anchor="ctr">
            <a:noAutofit/>
          </a:bodyPr>
          <a:p>
            <a:pPr defTabSz="914400">
              <a:lnSpc>
                <a:spcPct val="100000"/>
              </a:lnSpc>
            </a:pPr>
            <a:endParaRPr b="0" lang="en-US" sz="1800" spc="-1" strike="noStrike">
              <a:solidFill>
                <a:schemeClr val="dk1"/>
              </a:solidFill>
              <a:latin typeface="Arial"/>
              <a:ea typeface="MS PGothic"/>
            </a:endParaRPr>
          </a:p>
        </p:txBody>
      </p:sp>
      <p:sp>
        <p:nvSpPr>
          <p:cNvPr id="796" name="TextBox 1"/>
          <p:cNvSpPr/>
          <p:nvPr/>
        </p:nvSpPr>
        <p:spPr>
          <a:xfrm>
            <a:off x="5743440" y="5216400"/>
            <a:ext cx="132264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ZA" sz="2400" spc="-1" strike="noStrike">
                <a:solidFill>
                  <a:schemeClr val="dk1"/>
                </a:solidFill>
                <a:latin typeface="Times New Roman"/>
                <a:ea typeface="MS PGothic"/>
              </a:rPr>
              <a:t>Initial set</a:t>
            </a:r>
            <a:endParaRPr b="0" lang="en-US" sz="2400" spc="-1" strike="noStrike">
              <a:solidFill>
                <a:srgbClr val="000000"/>
              </a:solidFill>
              <a:latin typeface="Arial"/>
            </a:endParaRPr>
          </a:p>
        </p:txBody>
      </p:sp>
      <p:sp>
        <p:nvSpPr>
          <p:cNvPr id="797" name="PlaceHolder 2"/>
          <p:cNvSpPr>
            <a:spLocks noGrp="1"/>
          </p:cNvSpPr>
          <p:nvPr>
            <p:ph type="sldNum" idx="5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776"/>
                                        </p:tgtEl>
                                        <p:attrNameLst>
                                          <p:attrName>style.visibility</p:attrName>
                                        </p:attrNameLst>
                                      </p:cBhvr>
                                      <p:to>
                                        <p:strVal val="visible"/>
                                      </p:to>
                                    </p:set>
                                    <p:animEffect filter="wipe(left)" transition="in">
                                      <p:cBhvr additive="repl">
                                        <p:cTn id="7" dur="500"/>
                                        <p:tgtEl>
                                          <p:spTgt spid="776"/>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9">
                                  <p:stCondLst>
                                    <p:cond delay="0"/>
                                  </p:stCondLst>
                                  <p:childTnLst>
                                    <p:set>
                                      <p:cBhvr>
                                        <p:cTn id="11" dur="1" fill="hold">
                                          <p:stCondLst>
                                            <p:cond delay="0"/>
                                          </p:stCondLst>
                                        </p:cTn>
                                        <p:tgtEl>
                                          <p:spTgt spid="791"/>
                                        </p:tgtEl>
                                        <p:attrNameLst>
                                          <p:attrName>style.visibility</p:attrName>
                                        </p:attrNameLst>
                                      </p:cBhvr>
                                      <p:to>
                                        <p:strVal val="visible"/>
                                      </p:to>
                                    </p:set>
                                    <p:animEffect filter="dissolve" transition="in">
                                      <p:cBhvr additive="repl">
                                        <p:cTn id="12" dur="500"/>
                                        <p:tgtEl>
                                          <p:spTgt spid="791"/>
                                        </p:tgtEl>
                                      </p:cBhvr>
                                    </p:animEffect>
                                  </p:childTnLst>
                                </p:cTn>
                              </p:par>
                            </p:childTnLst>
                          </p:cTn>
                        </p:par>
                        <p:par>
                          <p:cTn id="13" fill="hold">
                            <p:stCondLst>
                              <p:cond delay="500"/>
                            </p:stCondLst>
                            <p:childTnLst>
                              <p:par>
                                <p:cTn id="14" nodeType="afterEffect" fill="hold" presetClass="entr" presetID="9">
                                  <p:stCondLst>
                                    <p:cond delay="0"/>
                                  </p:stCondLst>
                                  <p:childTnLst>
                                    <p:set>
                                      <p:cBhvr>
                                        <p:cTn id="15" dur="1" fill="hold">
                                          <p:stCondLst>
                                            <p:cond delay="0"/>
                                          </p:stCondLst>
                                        </p:cTn>
                                        <p:tgtEl>
                                          <p:spTgt spid="787"/>
                                        </p:tgtEl>
                                        <p:attrNameLst>
                                          <p:attrName>style.visibility</p:attrName>
                                        </p:attrNameLst>
                                      </p:cBhvr>
                                      <p:to>
                                        <p:strVal val="visible"/>
                                      </p:to>
                                    </p:set>
                                    <p:animEffect filter="dissolve" transition="in">
                                      <p:cBhvr additive="repl">
                                        <p:cTn id="16" dur="500"/>
                                        <p:tgtEl>
                                          <p:spTgt spid="787"/>
                                        </p:tgtEl>
                                      </p:cBhvr>
                                    </p:animEffec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9">
                                  <p:stCondLst>
                                    <p:cond delay="0"/>
                                  </p:stCondLst>
                                  <p:childTnLst>
                                    <p:set>
                                      <p:cBhvr>
                                        <p:cTn id="20" dur="1" fill="hold">
                                          <p:stCondLst>
                                            <p:cond delay="0"/>
                                          </p:stCondLst>
                                        </p:cTn>
                                        <p:tgtEl>
                                          <p:spTgt spid="792"/>
                                        </p:tgtEl>
                                        <p:attrNameLst>
                                          <p:attrName>style.visibility</p:attrName>
                                        </p:attrNameLst>
                                      </p:cBhvr>
                                      <p:to>
                                        <p:strVal val="visible"/>
                                      </p:to>
                                    </p:set>
                                    <p:animEffect filter="dissolve" transition="in">
                                      <p:cBhvr additive="repl">
                                        <p:cTn id="21" dur="500"/>
                                        <p:tgtEl>
                                          <p:spTgt spid="792"/>
                                        </p:tgtEl>
                                      </p:cBhvr>
                                    </p:animEffect>
                                  </p:childTnLst>
                                </p:cTn>
                              </p:par>
                            </p:childTnLst>
                          </p:cTn>
                        </p:par>
                        <p:par>
                          <p:cTn id="22" fill="hold">
                            <p:stCondLst>
                              <p:cond delay="500"/>
                            </p:stCondLst>
                            <p:childTnLst>
                              <p:par>
                                <p:cTn id="23" nodeType="afterEffect" fill="hold" presetClass="entr" presetID="9">
                                  <p:stCondLst>
                                    <p:cond delay="0"/>
                                  </p:stCondLst>
                                  <p:childTnLst>
                                    <p:set>
                                      <p:cBhvr>
                                        <p:cTn id="24" dur="1" fill="hold">
                                          <p:stCondLst>
                                            <p:cond delay="0"/>
                                          </p:stCondLst>
                                        </p:cTn>
                                        <p:tgtEl>
                                          <p:spTgt spid="788"/>
                                        </p:tgtEl>
                                        <p:attrNameLst>
                                          <p:attrName>style.visibility</p:attrName>
                                        </p:attrNameLst>
                                      </p:cBhvr>
                                      <p:to>
                                        <p:strVal val="visible"/>
                                      </p:to>
                                    </p:set>
                                    <p:animEffect filter="dissolve" transition="in">
                                      <p:cBhvr additive="repl">
                                        <p:cTn id="25" dur="500"/>
                                        <p:tgtEl>
                                          <p:spTgt spid="788"/>
                                        </p:tgtEl>
                                      </p:cBhvr>
                                    </p:animEffect>
                                  </p:childTnLst>
                                </p:cTn>
                              </p:par>
                            </p:childTnLst>
                          </p:cTn>
                        </p:par>
                      </p:childTnLst>
                    </p:cTn>
                  </p:par>
                  <p:par>
                    <p:cTn id="26" fill="hold">
                      <p:stCondLst>
                        <p:cond delay="indefinite"/>
                      </p:stCondLst>
                      <p:childTnLst>
                        <p:par>
                          <p:cTn id="27" fill="hold">
                            <p:stCondLst>
                              <p:cond delay="0"/>
                            </p:stCondLst>
                            <p:childTnLst>
                              <p:par>
                                <p:cTn id="28" nodeType="clickEffect" fill="hold" presetClass="entr" presetID="9">
                                  <p:stCondLst>
                                    <p:cond delay="0"/>
                                  </p:stCondLst>
                                  <p:childTnLst>
                                    <p:set>
                                      <p:cBhvr>
                                        <p:cTn id="29" dur="1" fill="hold">
                                          <p:stCondLst>
                                            <p:cond delay="0"/>
                                          </p:stCondLst>
                                        </p:cTn>
                                        <p:tgtEl>
                                          <p:spTgt spid="794"/>
                                        </p:tgtEl>
                                        <p:attrNameLst>
                                          <p:attrName>style.visibility</p:attrName>
                                        </p:attrNameLst>
                                      </p:cBhvr>
                                      <p:to>
                                        <p:strVal val="visible"/>
                                      </p:to>
                                    </p:set>
                                    <p:animEffect filter="dissolve" transition="in">
                                      <p:cBhvr additive="repl">
                                        <p:cTn id="30" dur="500"/>
                                        <p:tgtEl>
                                          <p:spTgt spid="794"/>
                                        </p:tgtEl>
                                      </p:cBhvr>
                                    </p:animEffect>
                                  </p:childTnLst>
                                </p:cTn>
                              </p:par>
                            </p:childTnLst>
                          </p:cTn>
                        </p:par>
                        <p:par>
                          <p:cTn id="31" fill="hold">
                            <p:stCondLst>
                              <p:cond delay="500"/>
                            </p:stCondLst>
                            <p:childTnLst>
                              <p:par>
                                <p:cTn id="32" nodeType="afterEffect" fill="hold" presetClass="entr" presetID="9">
                                  <p:stCondLst>
                                    <p:cond delay="0"/>
                                  </p:stCondLst>
                                  <p:childTnLst>
                                    <p:set>
                                      <p:cBhvr>
                                        <p:cTn id="33" dur="1" fill="hold">
                                          <p:stCondLst>
                                            <p:cond delay="0"/>
                                          </p:stCondLst>
                                        </p:cTn>
                                        <p:tgtEl>
                                          <p:spTgt spid="789"/>
                                        </p:tgtEl>
                                        <p:attrNameLst>
                                          <p:attrName>style.visibility</p:attrName>
                                        </p:attrNameLst>
                                      </p:cBhvr>
                                      <p:to>
                                        <p:strVal val="visible"/>
                                      </p:to>
                                    </p:set>
                                    <p:animEffect filter="dissolve" transition="in">
                                      <p:cBhvr additive="repl">
                                        <p:cTn id="34" dur="500"/>
                                        <p:tgtEl>
                                          <p:spTgt spid="789"/>
                                        </p:tgtEl>
                                      </p:cBhvr>
                                    </p:animEffec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9">
                                  <p:stCondLst>
                                    <p:cond delay="0"/>
                                  </p:stCondLst>
                                  <p:childTnLst>
                                    <p:set>
                                      <p:cBhvr>
                                        <p:cTn id="38" dur="1" fill="hold">
                                          <p:stCondLst>
                                            <p:cond delay="0"/>
                                          </p:stCondLst>
                                        </p:cTn>
                                        <p:tgtEl>
                                          <p:spTgt spid="795"/>
                                        </p:tgtEl>
                                        <p:attrNameLst>
                                          <p:attrName>style.visibility</p:attrName>
                                        </p:attrNameLst>
                                      </p:cBhvr>
                                      <p:to>
                                        <p:strVal val="visible"/>
                                      </p:to>
                                    </p:set>
                                    <p:animEffect filter="dissolve" transition="in">
                                      <p:cBhvr additive="repl">
                                        <p:cTn id="39" dur="500"/>
                                        <p:tgtEl>
                                          <p:spTgt spid="795"/>
                                        </p:tgtEl>
                                      </p:cBhvr>
                                    </p:animEffect>
                                  </p:childTnLst>
                                </p:cTn>
                              </p:par>
                            </p:childTnLst>
                          </p:cTn>
                        </p:par>
                      </p:childTnLst>
                    </p:cTn>
                  </p:par>
                  <p:par>
                    <p:cTn id="40" fill="hold">
                      <p:stCondLst>
                        <p:cond delay="indefinite"/>
                      </p:stCondLst>
                      <p:childTnLst>
                        <p:par>
                          <p:cTn id="41" fill="hold">
                            <p:stCondLst>
                              <p:cond delay="0"/>
                            </p:stCondLst>
                            <p:childTnLst>
                              <p:par>
                                <p:cTn id="42" nodeType="clickEffect" fill="hold" presetClass="entr" presetID="9">
                                  <p:stCondLst>
                                    <p:cond delay="0"/>
                                  </p:stCondLst>
                                  <p:childTnLst>
                                    <p:set>
                                      <p:cBhvr>
                                        <p:cTn id="43" dur="1" fill="hold">
                                          <p:stCondLst>
                                            <p:cond delay="0"/>
                                          </p:stCondLst>
                                        </p:cTn>
                                        <p:tgtEl>
                                          <p:spTgt spid="793"/>
                                        </p:tgtEl>
                                        <p:attrNameLst>
                                          <p:attrName>style.visibility</p:attrName>
                                        </p:attrNameLst>
                                      </p:cBhvr>
                                      <p:to>
                                        <p:strVal val="visible"/>
                                      </p:to>
                                    </p:set>
                                    <p:animEffect filter="dissolve" transition="in">
                                      <p:cBhvr additive="repl">
                                        <p:cTn id="44" dur="500"/>
                                        <p:tgtEl>
                                          <p:spTgt spid="793"/>
                                        </p:tgtEl>
                                      </p:cBhvr>
                                    </p:animEffect>
                                  </p:childTnLst>
                                </p:cTn>
                              </p:par>
                            </p:childTnLst>
                          </p:cTn>
                        </p:par>
                        <p:par>
                          <p:cTn id="45" fill="hold">
                            <p:stCondLst>
                              <p:cond delay="500"/>
                            </p:stCondLst>
                            <p:childTnLst>
                              <p:par>
                                <p:cTn id="46" nodeType="afterEffect" fill="hold" presetClass="entr" presetID="9">
                                  <p:stCondLst>
                                    <p:cond delay="0"/>
                                  </p:stCondLst>
                                  <p:childTnLst>
                                    <p:set>
                                      <p:cBhvr>
                                        <p:cTn id="47" dur="1" fill="hold">
                                          <p:stCondLst>
                                            <p:cond delay="0"/>
                                          </p:stCondLst>
                                        </p:cTn>
                                        <p:tgtEl>
                                          <p:spTgt spid="790"/>
                                        </p:tgtEl>
                                        <p:attrNameLst>
                                          <p:attrName>style.visibility</p:attrName>
                                        </p:attrNameLst>
                                      </p:cBhvr>
                                      <p:to>
                                        <p:strVal val="visible"/>
                                      </p:to>
                                    </p:set>
                                    <p:animEffect filter="dissolve" transition="in">
                                      <p:cBhvr additive="repl">
                                        <p:cTn id="48" dur="500"/>
                                        <p:tgtEl>
                                          <p:spTgt spid="7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title"/>
          </p:nvPr>
        </p:nvSpPr>
        <p:spPr>
          <a:xfrm>
            <a:off x="1968480" y="685800"/>
            <a:ext cx="8229240" cy="487080"/>
          </a:xfrm>
          <a:prstGeom prst="rect">
            <a:avLst/>
          </a:prstGeom>
          <a:noFill/>
          <a:ln w="0">
            <a:noFill/>
          </a:ln>
        </p:spPr>
        <p:txBody>
          <a:bodyPr lIns="91440" rIns="91440" tIns="45720" bIns="45720" anchor="t">
            <a:normAutofit fontScale="68611"/>
          </a:bodyPr>
          <a:p>
            <a:pPr indent="0" defTabSz="457200">
              <a:lnSpc>
                <a:spcPct val="100000"/>
              </a:lnSpc>
              <a:buNone/>
            </a:pPr>
            <a:r>
              <a:rPr b="0" lang="en-ZA" sz="4000" spc="-1" strike="noStrike">
                <a:solidFill>
                  <a:schemeClr val="dk1">
                    <a:lumMod val="85000"/>
                    <a:lumOff val="15000"/>
                  </a:schemeClr>
                </a:solidFill>
                <a:latin typeface="Arial"/>
                <a:ea typeface="MS PGothic"/>
              </a:rPr>
              <a:t>Curing</a:t>
            </a:r>
            <a:endParaRPr b="0" lang="en-US" sz="4000" spc="-1" strike="noStrike">
              <a:solidFill>
                <a:schemeClr val="dk1"/>
              </a:solidFill>
              <a:latin typeface="Century Gothic"/>
            </a:endParaRPr>
          </a:p>
        </p:txBody>
      </p:sp>
      <p:sp>
        <p:nvSpPr>
          <p:cNvPr id="799" name="PlaceHolder 2"/>
          <p:cNvSpPr>
            <a:spLocks noGrp="1"/>
          </p:cNvSpPr>
          <p:nvPr>
            <p:ph/>
          </p:nvPr>
        </p:nvSpPr>
        <p:spPr>
          <a:xfrm>
            <a:off x="2589120" y="2133720"/>
            <a:ext cx="431352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Only occurs in the presence of moisture</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Influenced by temperature:</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ZA" sz="1600" spc="-1" strike="noStrike">
                <a:solidFill>
                  <a:schemeClr val="dk1">
                    <a:lumMod val="75000"/>
                    <a:lumOff val="25000"/>
                  </a:schemeClr>
                </a:solidFill>
                <a:latin typeface="Arial"/>
                <a:ea typeface="MS PGothic"/>
              </a:rPr>
              <a:t>Increase with higher temperature</a:t>
            </a:r>
            <a:endParaRPr b="0" lang="en-US" sz="16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ZA" sz="1600" spc="-1" strike="noStrike">
                <a:solidFill>
                  <a:schemeClr val="dk1">
                    <a:lumMod val="75000"/>
                    <a:lumOff val="25000"/>
                  </a:schemeClr>
                </a:solidFill>
                <a:latin typeface="Arial"/>
                <a:ea typeface="MS PGothic"/>
              </a:rPr>
              <a:t>Can stop at very low temperatures</a:t>
            </a:r>
            <a:endParaRPr b="0" lang="en-US" sz="1600" spc="-1" strike="noStrike">
              <a:solidFill>
                <a:schemeClr val="dk1">
                  <a:lumMod val="75000"/>
                  <a:lumOff val="25000"/>
                </a:schemeClr>
              </a:solidFill>
              <a:latin typeface="Century Gothic"/>
            </a:endParaRPr>
          </a:p>
        </p:txBody>
      </p:sp>
      <p:sp>
        <p:nvSpPr>
          <p:cNvPr id="800" name="PlaceHolder 3"/>
          <p:cNvSpPr>
            <a:spLocks noGrp="1"/>
          </p:cNvSpPr>
          <p:nvPr>
            <p:ph/>
          </p:nvPr>
        </p:nvSpPr>
        <p:spPr>
          <a:xfrm>
            <a:off x="7190640" y="2126160"/>
            <a:ext cx="431352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ZA" sz="1800" spc="-1" strike="noStrike">
                <a:solidFill>
                  <a:schemeClr val="dk1">
                    <a:lumMod val="75000"/>
                    <a:lumOff val="25000"/>
                  </a:schemeClr>
                </a:solidFill>
                <a:latin typeface="Arial"/>
                <a:ea typeface="MS PGothic"/>
              </a:rPr>
              <a:t>Curing is important:</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ZA" sz="1600" spc="-1" strike="noStrike">
                <a:solidFill>
                  <a:schemeClr val="dk1">
                    <a:lumMod val="75000"/>
                    <a:lumOff val="25000"/>
                  </a:schemeClr>
                </a:solidFill>
                <a:latin typeface="Arial"/>
                <a:ea typeface="MS PGothic"/>
              </a:rPr>
              <a:t>Ensures strength development</a:t>
            </a:r>
            <a:endParaRPr b="0" lang="en-US" sz="16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ZA" sz="1600" spc="-1" strike="noStrike">
                <a:solidFill>
                  <a:schemeClr val="dk1">
                    <a:lumMod val="75000"/>
                    <a:lumOff val="25000"/>
                  </a:schemeClr>
                </a:solidFill>
                <a:latin typeface="Arial"/>
                <a:ea typeface="MS PGothic"/>
              </a:rPr>
              <a:t>Causes impermeability</a:t>
            </a:r>
            <a:endParaRPr b="0" lang="en-US" sz="16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ZA" sz="1600" spc="-1" strike="noStrike">
                <a:solidFill>
                  <a:schemeClr val="dk1">
                    <a:lumMod val="75000"/>
                    <a:lumOff val="25000"/>
                  </a:schemeClr>
                </a:solidFill>
                <a:latin typeface="Arial"/>
                <a:ea typeface="MS PGothic"/>
              </a:rPr>
              <a:t>Durability</a:t>
            </a:r>
            <a:endParaRPr b="0" lang="en-US" sz="1600" spc="-1" strike="noStrike">
              <a:solidFill>
                <a:schemeClr val="dk1">
                  <a:lumMod val="75000"/>
                  <a:lumOff val="25000"/>
                </a:schemeClr>
              </a:solidFill>
              <a:latin typeface="Century Gothic"/>
            </a:endParaRPr>
          </a:p>
        </p:txBody>
      </p:sp>
      <p:sp>
        <p:nvSpPr>
          <p:cNvPr id="801" name="PlaceHolder 4"/>
          <p:cNvSpPr>
            <a:spLocks noGrp="1"/>
          </p:cNvSpPr>
          <p:nvPr>
            <p:ph type="sldNum" idx="58"/>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PlaceHolder 1"/>
          <p:cNvSpPr>
            <a:spLocks noGrp="1"/>
          </p:cNvSpPr>
          <p:nvPr>
            <p:ph type="title"/>
          </p:nvPr>
        </p:nvSpPr>
        <p:spPr>
          <a:xfrm>
            <a:off x="2209680" y="-27000"/>
            <a:ext cx="7772040" cy="1142640"/>
          </a:xfrm>
          <a:prstGeom prst="rect">
            <a:avLst/>
          </a:prstGeom>
          <a:noFill/>
          <a:ln w="0">
            <a:noFill/>
          </a:ln>
        </p:spPr>
        <p:txBody>
          <a:bodyPr numCol="1" spcCol="0" lIns="90360" rIns="90360" tIns="44280" bIns="44280" anchor="b">
            <a:normAutofit/>
          </a:bodyPr>
          <a:p>
            <a:pPr indent="0" defTabSz="457200">
              <a:lnSpc>
                <a:spcPct val="100000"/>
              </a:lnSpc>
              <a:buNone/>
            </a:pPr>
            <a:r>
              <a:rPr b="1" lang="en-US" sz="4000" spc="-1" strike="noStrike">
                <a:solidFill>
                  <a:srgbClr val="d95900"/>
                </a:solidFill>
                <a:latin typeface="Arial"/>
              </a:rPr>
              <a:t>Curing</a:t>
            </a:r>
            <a:endParaRPr b="0" lang="en-US" sz="4000" spc="-1" strike="noStrike">
              <a:solidFill>
                <a:schemeClr val="dk1"/>
              </a:solidFill>
              <a:latin typeface="Century Gothic"/>
            </a:endParaRPr>
          </a:p>
        </p:txBody>
      </p:sp>
      <p:sp>
        <p:nvSpPr>
          <p:cNvPr id="803" name="PlaceHolder 2"/>
          <p:cNvSpPr>
            <a:spLocks noGrp="1"/>
          </p:cNvSpPr>
          <p:nvPr>
            <p:ph/>
          </p:nvPr>
        </p:nvSpPr>
        <p:spPr>
          <a:xfrm>
            <a:off x="1775520" y="3149640"/>
            <a:ext cx="5401800" cy="3096000"/>
          </a:xfrm>
          <a:prstGeom prst="rect">
            <a:avLst/>
          </a:prstGeom>
          <a:noFill/>
          <a:ln w="0">
            <a:noFill/>
          </a:ln>
        </p:spPr>
        <p:txBody>
          <a:bodyPr numCol="1" spcCol="0" lIns="90360" rIns="90360" tIns="44280" bIns="44280" anchor="t">
            <a:normAutofit/>
          </a:bodyPr>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Description</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Promotion of hydration </a:t>
            </a:r>
            <a:endParaRPr b="0" lang="en-US" sz="2400" spc="-1" strike="noStrike">
              <a:solidFill>
                <a:schemeClr val="dk1">
                  <a:lumMod val="75000"/>
                  <a:lumOff val="25000"/>
                </a:schemeClr>
              </a:solidFill>
              <a:latin typeface="Century Gothic"/>
            </a:endParaRPr>
          </a:p>
          <a:p>
            <a:pPr lvl="2" marL="1200240" indent="-285840" defTabSz="457200">
              <a:lnSpc>
                <a:spcPct val="100000"/>
              </a:lnSpc>
              <a:spcBef>
                <a:spcPts val="1001"/>
              </a:spcBef>
              <a:buClr>
                <a:srgbClr val="a53010"/>
              </a:buClr>
              <a:buFont typeface="Arial"/>
              <a:buChar char="•"/>
            </a:pPr>
            <a:r>
              <a:rPr b="0" lang="en-US" sz="2000" spc="-1" strike="noStrike">
                <a:solidFill>
                  <a:schemeClr val="accent6">
                    <a:lumMod val="75000"/>
                  </a:schemeClr>
                </a:solidFill>
                <a:latin typeface="Century Gothic"/>
              </a:rPr>
              <a:t>Control moisture</a:t>
            </a:r>
            <a:endParaRPr b="0" lang="en-US" sz="2000" spc="-1" strike="noStrike">
              <a:solidFill>
                <a:schemeClr val="dk1">
                  <a:lumMod val="75000"/>
                  <a:lumOff val="25000"/>
                </a:schemeClr>
              </a:solidFill>
              <a:latin typeface="Century Gothic"/>
            </a:endParaRPr>
          </a:p>
          <a:p>
            <a:pPr lvl="2" marL="1200240" indent="-285840" defTabSz="457200">
              <a:lnSpc>
                <a:spcPct val="100000"/>
              </a:lnSpc>
              <a:spcBef>
                <a:spcPts val="1001"/>
              </a:spcBef>
              <a:buClr>
                <a:srgbClr val="a53010"/>
              </a:buClr>
              <a:buFont typeface="Arial"/>
              <a:buChar char="•"/>
            </a:pPr>
            <a:r>
              <a:rPr b="0" lang="en-US" sz="2000" spc="-1" strike="noStrike">
                <a:solidFill>
                  <a:schemeClr val="accent6">
                    <a:lumMod val="75000"/>
                  </a:schemeClr>
                </a:solidFill>
                <a:latin typeface="Century Gothic"/>
              </a:rPr>
              <a:t>Control temperature</a:t>
            </a:r>
            <a:endParaRPr b="0" lang="en-US" sz="20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Need 80% humidity in pores for hydration</a:t>
            </a:r>
            <a:endParaRPr b="0" lang="en-US" sz="2400" spc="-1" strike="noStrike">
              <a:solidFill>
                <a:schemeClr val="dk1">
                  <a:lumMod val="75000"/>
                  <a:lumOff val="25000"/>
                </a:schemeClr>
              </a:solidFill>
              <a:latin typeface="Century Gothic"/>
            </a:endParaRPr>
          </a:p>
          <a:p>
            <a:pPr marL="743040" indent="-285840" defTabSz="457200">
              <a:lnSpc>
                <a:spcPct val="100000"/>
              </a:lnSpc>
              <a:spcBef>
                <a:spcPts val="1001"/>
              </a:spcBef>
              <a:buNone/>
              <a:tabLst>
                <a:tab algn="l" pos="0"/>
              </a:tabLst>
            </a:pPr>
            <a:endParaRPr b="0" lang="en-US" sz="1600" spc="-1" strike="noStrike">
              <a:solidFill>
                <a:schemeClr val="dk1">
                  <a:lumMod val="75000"/>
                  <a:lumOff val="25000"/>
                </a:schemeClr>
              </a:solidFill>
              <a:latin typeface="Century Gothic"/>
            </a:endParaRPr>
          </a:p>
        </p:txBody>
      </p:sp>
      <p:pic>
        <p:nvPicPr>
          <p:cNvPr id="804" name="Picture 3" descr="Str vs curing"/>
          <p:cNvPicPr/>
          <p:nvPr/>
        </p:nvPicPr>
        <p:blipFill>
          <a:blip r:embed="rId1"/>
          <a:stretch/>
        </p:blipFill>
        <p:spPr>
          <a:xfrm>
            <a:off x="6169680" y="476640"/>
            <a:ext cx="4246560" cy="3346920"/>
          </a:xfrm>
          <a:prstGeom prst="rect">
            <a:avLst/>
          </a:prstGeom>
          <a:ln w="3175">
            <a:solidFill>
              <a:srgbClr val="000000"/>
            </a:solidFill>
            <a:miter/>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type="title"/>
          </p:nvPr>
        </p:nvSpPr>
        <p:spPr>
          <a:xfrm>
            <a:off x="2057400" y="609480"/>
            <a:ext cx="8172000" cy="1104480"/>
          </a:xfrm>
          <a:prstGeom prst="rect">
            <a:avLst/>
          </a:prstGeom>
          <a:noFill/>
          <a:ln w="0">
            <a:noFill/>
          </a:ln>
          <a:effectLst>
            <a:outerShdw dist="35638" dir="2700000" blurRad="0" rotWithShape="0">
              <a:srgbClr val="e3eacf"/>
            </a:outerShdw>
          </a:effectLst>
        </p:spPr>
        <p:txBody>
          <a:bodyPr lIns="90360" rIns="90360" tIns="44280" bIns="44280" anchor="b">
            <a:normAutofit fontScale="96666" lnSpcReduction="20000"/>
          </a:bodyPr>
          <a:p>
            <a:pPr indent="0" defTabSz="457200">
              <a:lnSpc>
                <a:spcPct val="100000"/>
              </a:lnSpc>
              <a:buNone/>
            </a:pPr>
            <a:r>
              <a:rPr b="0" lang="en-US" sz="4000" spc="-1" strike="noStrike">
                <a:solidFill>
                  <a:schemeClr val="dk1">
                    <a:lumMod val="85000"/>
                    <a:lumOff val="15000"/>
                  </a:schemeClr>
                </a:solidFill>
                <a:latin typeface="Century Gothic"/>
              </a:rPr>
              <a:t>Factors Affecting Temperature Rise</a:t>
            </a:r>
            <a:endParaRPr b="0" lang="en-US" sz="4000" spc="-1" strike="noStrike">
              <a:solidFill>
                <a:schemeClr val="dk1"/>
              </a:solidFill>
              <a:latin typeface="Century Gothic"/>
            </a:endParaRPr>
          </a:p>
        </p:txBody>
      </p:sp>
      <p:sp>
        <p:nvSpPr>
          <p:cNvPr id="806" name="PlaceHolder 2"/>
          <p:cNvSpPr>
            <a:spLocks noGrp="1"/>
          </p:cNvSpPr>
          <p:nvPr>
            <p:ph/>
          </p:nvPr>
        </p:nvSpPr>
        <p:spPr>
          <a:xfrm>
            <a:off x="2598480" y="1989360"/>
            <a:ext cx="8734680" cy="3671280"/>
          </a:xfrm>
          <a:prstGeom prst="rect">
            <a:avLst/>
          </a:prstGeom>
          <a:noFill/>
          <a:ln w="0">
            <a:noFill/>
          </a:ln>
        </p:spPr>
        <p:txBody>
          <a:bodyPr lIns="90360" rIns="90360" tIns="44280" bIns="44280" anchor="t">
            <a:normAutofit/>
          </a:bodyPr>
          <a:p>
            <a:pPr marL="343080" indent="-343080"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Cement type &amp; content</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Concrete temperature when mixed</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Mix proportions</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Aggregate type</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Concrete thickness &amp; formwork type</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Ambient Temperature, wind &amp; relative humidity</a:t>
            </a:r>
            <a:endParaRPr b="0" lang="en-US" sz="2800" spc="-1" strike="noStrike">
              <a:solidFill>
                <a:schemeClr val="dk1">
                  <a:lumMod val="75000"/>
                  <a:lumOff val="25000"/>
                </a:schemeClr>
              </a:solidFill>
              <a:latin typeface="Century Gothic"/>
            </a:endParaRPr>
          </a:p>
          <a:p>
            <a:pPr indent="0" defTabSz="457200">
              <a:lnSpc>
                <a:spcPct val="100000"/>
              </a:lnSpc>
              <a:spcBef>
                <a:spcPts val="1001"/>
              </a:spcBef>
              <a:buNone/>
            </a:pP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title"/>
          </p:nvPr>
        </p:nvSpPr>
        <p:spPr>
          <a:xfrm>
            <a:off x="2209680" y="-100080"/>
            <a:ext cx="7772040" cy="1142640"/>
          </a:xfrm>
          <a:prstGeom prst="rect">
            <a:avLst/>
          </a:prstGeom>
          <a:noFill/>
          <a:ln w="0">
            <a:noFill/>
          </a:ln>
        </p:spPr>
        <p:txBody>
          <a:bodyPr numCol="1" spcCol="0" lIns="90360" rIns="90360" tIns="44280" bIns="44280" anchor="b">
            <a:normAutofit/>
          </a:bodyPr>
          <a:p>
            <a:pPr indent="0" defTabSz="457200">
              <a:lnSpc>
                <a:spcPct val="100000"/>
              </a:lnSpc>
              <a:buNone/>
            </a:pPr>
            <a:r>
              <a:rPr b="1" lang="en-US" sz="4000" spc="-1" strike="noStrike">
                <a:solidFill>
                  <a:srgbClr val="d95900"/>
                </a:solidFill>
                <a:latin typeface="Arial"/>
              </a:rPr>
              <a:t>Temperature</a:t>
            </a:r>
            <a:endParaRPr b="0" lang="en-US" sz="4000" spc="-1" strike="noStrike">
              <a:solidFill>
                <a:schemeClr val="dk1"/>
              </a:solidFill>
              <a:latin typeface="Century Gothic"/>
            </a:endParaRPr>
          </a:p>
        </p:txBody>
      </p:sp>
      <p:sp>
        <p:nvSpPr>
          <p:cNvPr id="808" name="PlaceHolder 2"/>
          <p:cNvSpPr>
            <a:spLocks noGrp="1"/>
          </p:cNvSpPr>
          <p:nvPr>
            <p:ph/>
          </p:nvPr>
        </p:nvSpPr>
        <p:spPr>
          <a:xfrm>
            <a:off x="2208240" y="1052640"/>
            <a:ext cx="7848360" cy="4114440"/>
          </a:xfrm>
          <a:prstGeom prst="rect">
            <a:avLst/>
          </a:prstGeom>
          <a:noFill/>
          <a:ln w="0">
            <a:noFill/>
          </a:ln>
        </p:spPr>
        <p:txBody>
          <a:bodyPr numCol="1" spcCol="0" lIns="90360" rIns="90360" tIns="44280" bIns="44280" anchor="t">
            <a:normAutofit/>
          </a:bodyPr>
          <a:p>
            <a:pPr lvl="1" marL="743040" indent="-28584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Higher temperature causes faster hydration</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Lower temp at casting may eventually give higher strengths</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In summer concrete achieves higher early strengths</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Low ambient temperatures will result in slower strength growth</a:t>
            </a:r>
            <a:endParaRPr b="0" lang="en-US" sz="2800" spc="-1" strike="noStrike">
              <a:solidFill>
                <a:schemeClr val="dk1">
                  <a:lumMod val="75000"/>
                  <a:lumOff val="25000"/>
                </a:schemeClr>
              </a:solidFill>
              <a:latin typeface="Century Gothic"/>
            </a:endParaRPr>
          </a:p>
        </p:txBody>
      </p:sp>
      <p:pic>
        <p:nvPicPr>
          <p:cNvPr id="809" name="Picture 5" descr="0,1020,232634,00"/>
          <p:cNvPicPr/>
          <p:nvPr/>
        </p:nvPicPr>
        <p:blipFill>
          <a:blip r:embed="rId1"/>
          <a:stretch/>
        </p:blipFill>
        <p:spPr>
          <a:xfrm>
            <a:off x="680760" y="4843080"/>
            <a:ext cx="2548800" cy="1924200"/>
          </a:xfrm>
          <a:prstGeom prst="rect">
            <a:avLst/>
          </a:prstGeom>
          <a:ln w="9525">
            <a:noFill/>
          </a:ln>
        </p:spPr>
      </p:pic>
      <p:pic>
        <p:nvPicPr>
          <p:cNvPr id="810" name="Picture 4" descr="dn12520-1_600"/>
          <p:cNvPicPr/>
          <p:nvPr/>
        </p:nvPicPr>
        <p:blipFill>
          <a:blip r:embed="rId2"/>
          <a:stretch/>
        </p:blipFill>
        <p:spPr>
          <a:xfrm>
            <a:off x="8583120" y="4529520"/>
            <a:ext cx="2594880" cy="2328120"/>
          </a:xfrm>
          <a:prstGeom prst="rect">
            <a:avLst/>
          </a:prstGeom>
          <a:ln w="9525">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PlaceHolder 1"/>
          <p:cNvSpPr>
            <a:spLocks noGrp="1"/>
          </p:cNvSpPr>
          <p:nvPr>
            <p:ph type="title"/>
          </p:nvPr>
        </p:nvSpPr>
        <p:spPr>
          <a:xfrm>
            <a:off x="1981080" y="-171360"/>
            <a:ext cx="8229240" cy="1142640"/>
          </a:xfrm>
          <a:prstGeom prst="rect">
            <a:avLst/>
          </a:prstGeom>
          <a:noFill/>
          <a:ln w="0">
            <a:noFill/>
          </a:ln>
        </p:spPr>
        <p:txBody>
          <a:bodyPr lIns="90360" rIns="90360" tIns="44280" bIns="44280" anchor="b">
            <a:normAutofit/>
          </a:bodyPr>
          <a:p>
            <a:pPr indent="0" defTabSz="457200">
              <a:lnSpc>
                <a:spcPct val="100000"/>
              </a:lnSpc>
              <a:buNone/>
            </a:pPr>
            <a:r>
              <a:rPr b="1" lang="en-ZA" sz="4000" spc="-1" strike="noStrike">
                <a:solidFill>
                  <a:srgbClr val="d95900"/>
                </a:solidFill>
                <a:latin typeface="Arial"/>
              </a:rPr>
              <a:t>Composition</a:t>
            </a:r>
            <a:endParaRPr b="0" lang="en-US" sz="4000" spc="-1" strike="noStrike">
              <a:solidFill>
                <a:schemeClr val="dk1"/>
              </a:solidFill>
              <a:latin typeface="Century Gothic"/>
            </a:endParaRPr>
          </a:p>
        </p:txBody>
      </p:sp>
      <p:sp>
        <p:nvSpPr>
          <p:cNvPr id="812" name="PlaceHolder 2"/>
          <p:cNvSpPr>
            <a:spLocks noGrp="1"/>
          </p:cNvSpPr>
          <p:nvPr>
            <p:ph/>
          </p:nvPr>
        </p:nvSpPr>
        <p:spPr>
          <a:xfrm>
            <a:off x="1991520" y="1186920"/>
            <a:ext cx="8424720" cy="4351320"/>
          </a:xfrm>
          <a:prstGeom prst="rect">
            <a:avLst/>
          </a:prstGeom>
          <a:noFill/>
          <a:ln w="0">
            <a:noFill/>
          </a:ln>
        </p:spPr>
        <p:txBody>
          <a:bodyPr lIns="90360" rIns="90360" tIns="44280" bIns="44280" anchor="t">
            <a:normAutofit/>
          </a:bodyPr>
          <a:p>
            <a:pPr marL="343080" indent="-343080" algn="just" defTabSz="457200">
              <a:lnSpc>
                <a:spcPct val="100000"/>
              </a:lnSpc>
              <a:spcBef>
                <a:spcPts val="1001"/>
              </a:spcBef>
              <a:buClr>
                <a:srgbClr val="a53010"/>
              </a:buClr>
              <a:buFont typeface="Arial"/>
              <a:buChar char="•"/>
            </a:pPr>
            <a:r>
              <a:rPr b="0" lang="en-GB" sz="2800" spc="-1" strike="noStrike">
                <a:solidFill>
                  <a:schemeClr val="dk1">
                    <a:lumMod val="75000"/>
                    <a:lumOff val="25000"/>
                  </a:schemeClr>
                </a:solidFill>
                <a:latin typeface="Century Gothic"/>
              </a:rPr>
              <a:t>One cubic metre of typical structural concrete contains approximately 2400 kg of materials.  Therefore the density of most concrete is between 2300 kg/m</a:t>
            </a:r>
            <a:r>
              <a:rPr b="0" lang="en-GB" sz="2800" spc="-1" strike="noStrike" baseline="30000">
                <a:solidFill>
                  <a:schemeClr val="dk1">
                    <a:lumMod val="75000"/>
                    <a:lumOff val="25000"/>
                  </a:schemeClr>
                </a:solidFill>
                <a:latin typeface="Century Gothic"/>
              </a:rPr>
              <a:t>3</a:t>
            </a:r>
            <a:r>
              <a:rPr b="0" lang="en-GB" sz="2800" spc="-1" strike="noStrike">
                <a:solidFill>
                  <a:schemeClr val="dk1">
                    <a:lumMod val="75000"/>
                    <a:lumOff val="25000"/>
                  </a:schemeClr>
                </a:solidFill>
                <a:latin typeface="Century Gothic"/>
              </a:rPr>
              <a:t> and 2500 kg/m</a:t>
            </a:r>
            <a:r>
              <a:rPr b="0" lang="en-GB" sz="2800" spc="-1" strike="noStrike" baseline="30000">
                <a:solidFill>
                  <a:schemeClr val="dk1">
                    <a:lumMod val="75000"/>
                    <a:lumOff val="25000"/>
                  </a:schemeClr>
                </a:solidFill>
                <a:latin typeface="Century Gothic"/>
              </a:rPr>
              <a:t>3</a:t>
            </a:r>
            <a:r>
              <a:rPr b="0" lang="en-GB" sz="2800" spc="-1" strike="noStrike">
                <a:solidFill>
                  <a:schemeClr val="dk1">
                    <a:lumMod val="75000"/>
                    <a:lumOff val="25000"/>
                  </a:schemeClr>
                </a:solidFill>
                <a:latin typeface="Century Gothic"/>
              </a:rPr>
              <a:t> whilst the density of water is only 1000 kg/m</a:t>
            </a:r>
            <a:r>
              <a:rPr b="0" lang="en-GB" sz="2800" spc="-1" strike="noStrike" baseline="30000">
                <a:solidFill>
                  <a:schemeClr val="dk1">
                    <a:lumMod val="75000"/>
                    <a:lumOff val="25000"/>
                  </a:schemeClr>
                </a:solidFill>
                <a:latin typeface="Century Gothic"/>
              </a:rPr>
              <a:t>3</a:t>
            </a:r>
            <a:endParaRPr b="0" lang="en-US" sz="2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Arial"/>
              <a:buChar char="•"/>
            </a:pPr>
            <a:r>
              <a:rPr b="0" lang="en-GB" sz="2800" spc="-1" strike="noStrike">
                <a:solidFill>
                  <a:schemeClr val="dk1">
                    <a:lumMod val="75000"/>
                    <a:lumOff val="25000"/>
                  </a:schemeClr>
                </a:solidFill>
                <a:latin typeface="Century Gothic"/>
              </a:rPr>
              <a:t>Precise density depends on the weight of the aggregate, cement content and the water content</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title"/>
          </p:nvPr>
        </p:nvSpPr>
        <p:spPr>
          <a:xfrm>
            <a:off x="1311480" y="0"/>
            <a:ext cx="8911440" cy="1280520"/>
          </a:xfrm>
          <a:prstGeom prst="rect">
            <a:avLst/>
          </a:prstGeom>
          <a:noFill/>
          <a:ln w="0">
            <a:noFill/>
          </a:ln>
        </p:spPr>
        <p:txBody>
          <a:bodyPr lIns="91440" rIns="91440" tIns="45720" bIns="45720" anchor="t">
            <a:noAutofit/>
          </a:bodyPr>
          <a:p>
            <a:pPr indent="0" defTabSz="457200">
              <a:lnSpc>
                <a:spcPct val="100000"/>
              </a:lnSpc>
              <a:buNone/>
            </a:pPr>
            <a:r>
              <a:rPr b="1" lang="en-GB" sz="3600" spc="-1" strike="noStrike">
                <a:solidFill>
                  <a:schemeClr val="dk1">
                    <a:lumMod val="85000"/>
                    <a:lumOff val="15000"/>
                  </a:schemeClr>
                </a:solidFill>
                <a:latin typeface="Century Gothic"/>
              </a:rPr>
              <a:t>Feedback</a:t>
            </a:r>
            <a:endParaRPr b="0" lang="en-US" sz="3600" spc="-1" strike="noStrike">
              <a:solidFill>
                <a:schemeClr val="dk1"/>
              </a:solidFill>
              <a:latin typeface="Century Gothic"/>
            </a:endParaRPr>
          </a:p>
        </p:txBody>
      </p:sp>
      <p:pic>
        <p:nvPicPr>
          <p:cNvPr id="814" name="Picture 4" descr=""/>
          <p:cNvPicPr/>
          <p:nvPr/>
        </p:nvPicPr>
        <p:blipFill>
          <a:blip r:embed="rId1"/>
          <a:stretch/>
        </p:blipFill>
        <p:spPr>
          <a:xfrm>
            <a:off x="7047000" y="1749600"/>
            <a:ext cx="4451760" cy="3358440"/>
          </a:xfrm>
          <a:prstGeom prst="rect">
            <a:avLst/>
          </a:prstGeom>
          <a:ln w="0">
            <a:noFill/>
          </a:ln>
        </p:spPr>
      </p:pic>
      <p:sp>
        <p:nvSpPr>
          <p:cNvPr id="815" name="TextBox 5"/>
          <p:cNvSpPr/>
          <p:nvPr/>
        </p:nvSpPr>
        <p:spPr>
          <a:xfrm rot="16200000">
            <a:off x="10247760" y="3170880"/>
            <a:ext cx="3358440" cy="516600"/>
          </a:xfrm>
          <a:prstGeom prst="rect">
            <a:avLst/>
          </a:prstGeom>
          <a:solidFill>
            <a:srgbClr val="00b0f0"/>
          </a:solidFill>
          <a:ln w="0">
            <a:noFill/>
          </a:ln>
        </p:spPr>
        <p:style>
          <a:lnRef idx="0"/>
          <a:fillRef idx="0"/>
          <a:effectRef idx="0"/>
          <a:fontRef idx="minor"/>
        </p:style>
        <p:txBody>
          <a:bodyPr lIns="90000" rIns="90000" tIns="45000" bIns="45000" anchor="t">
            <a:spAutoFit/>
          </a:bodyPr>
          <a:p>
            <a:pPr algn="ctr" defTabSz="914400">
              <a:lnSpc>
                <a:spcPct val="100000"/>
              </a:lnSpc>
            </a:pPr>
            <a:r>
              <a:rPr b="1" lang="en-GB" sz="2800" spc="-1" strike="noStrike">
                <a:solidFill>
                  <a:schemeClr val="accent2">
                    <a:lumMod val="20000"/>
                    <a:lumOff val="80000"/>
                  </a:schemeClr>
                </a:solidFill>
                <a:latin typeface="Tw Cen MT"/>
              </a:rPr>
              <a:t>feedback</a:t>
            </a:r>
            <a:endParaRPr b="0" lang="en-US" sz="2800" spc="-1" strike="noStrike">
              <a:solidFill>
                <a:srgbClr val="ffffff"/>
              </a:solidFill>
              <a:latin typeface="Arial"/>
            </a:endParaRPr>
          </a:p>
        </p:txBody>
      </p:sp>
      <p:sp>
        <p:nvSpPr>
          <p:cNvPr id="816" name="PlaceHolder 2"/>
          <p:cNvSpPr>
            <a:spLocks noGrp="1"/>
          </p:cNvSpPr>
          <p:nvPr>
            <p:ph type="dt" idx="59"/>
          </p:nvPr>
        </p:nvSpPr>
        <p:spPr>
          <a:xfrm>
            <a:off x="198720" y="6487560"/>
            <a:ext cx="2067120" cy="370080"/>
          </a:xfrm>
          <a:prstGeom prst="rect">
            <a:avLst/>
          </a:prstGeom>
          <a:noFill/>
          <a:ln w="0">
            <a:noFill/>
          </a:ln>
        </p:spPr>
        <p:txBody>
          <a:bodyPr lIns="91440" rIns="91440" tIns="45720" bIns="45720" anchor="ctr">
            <a:noAutofit/>
          </a:bodyPr>
          <a:p>
            <a:pPr indent="0">
              <a:buNone/>
            </a:pPr>
            <a:endParaRPr b="0" lang="en-US" sz="900" spc="-1" strike="noStrike">
              <a:solidFill>
                <a:schemeClr val="dk1">
                  <a:tint val="75000"/>
                </a:schemeClr>
              </a:solidFill>
              <a:latin typeface="Century Gothic"/>
            </a:endParaRPr>
          </a:p>
        </p:txBody>
      </p:sp>
      <p:sp>
        <p:nvSpPr>
          <p:cNvPr id="4" name="PlaceHolder 3"/>
          <p:cNvSpPr>
            <a:spLocks noGrp="1"/>
          </p:cNvSpPr>
          <p:nvPr>
            <p:ph type="sldNum" idx="30"/>
          </p:nvPr>
        </p:nvSpPr>
        <p:spPr/>
        <p:txBody>
          <a:bodyPr/>
          <a:p>
            <a:fld id="{67599A05-578C-439B-8757-6686B90E7527}" type="slidenum">
              <a:t>25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TM02892315[[fn=Wisp]]</Template>
  <TotalTime>2</TotalTime>
  <Application>LibreOffice/24.2.7.2$Linux_X86_64 LibreOffice_project/420$Build-2</Application>
  <AppVersion>15.0000</AppVersion>
  <Words>6781</Words>
  <Paragraphs>263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2018-09-25T15:18:00Z</dcterms:created>
  <dc:creator>Muthomi</dc:creator>
  <dc:description/>
  <dc:language>en-US</dc:language>
  <cp:lastModifiedBy/>
  <cp:lastPrinted>2024-06-07T12:28:00Z</cp:lastPrinted>
  <dcterms:modified xsi:type="dcterms:W3CDTF">2025-04-08T20:43:58Z</dcterms:modified>
  <cp:revision>126</cp:revision>
  <dc:subject/>
  <dc:title>BAR 303: THEORY AND DESIGN OF STRUCTURES 3</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D1E0405997CA4A3589EB6482BC33379B_12</vt:lpwstr>
  </property>
  <property fmtid="{D5CDD505-2E9C-101B-9397-08002B2CF9AE}" pid="3" name="KSOProductBuildVer">
    <vt:lpwstr>1033-12.2.0.20326</vt:lpwstr>
  </property>
  <property fmtid="{D5CDD505-2E9C-101B-9397-08002B2CF9AE}" pid="4" name="Notes">
    <vt:i4>30</vt:i4>
  </property>
  <property fmtid="{D5CDD505-2E9C-101B-9397-08002B2CF9AE}" pid="5" name="PresentationFormat">
    <vt:lpwstr>Widescreen</vt:lpwstr>
  </property>
  <property fmtid="{D5CDD505-2E9C-101B-9397-08002B2CF9AE}" pid="6" name="Slides">
    <vt:i4>25</vt:i4>
  </property>
</Properties>
</file>